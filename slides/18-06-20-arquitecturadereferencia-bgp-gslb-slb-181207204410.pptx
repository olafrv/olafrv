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256" r:id="rId2"/>
    <p:sldId id="257" r:id="rId3"/>
    <p:sldId id="258" r:id="rId4"/>
    <p:sldId id="259" r:id="rId5"/>
    <p:sldId id="260" r:id="rId6"/>
    <p:sldId id="261" r:id="rId7"/>
    <p:sldId id="262" r:id="rId8"/>
  </p:sldIdLst>
  <p:sldSz cx="7559675" cy="10080625"/>
  <p:notesSz cx="7772400" cy="100584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234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247A6562-D5C4-B479-9624-D232981CA924}"/>
              </a:ext>
            </a:extLst>
          </p:cNvPr>
          <p:cNvSpPr txBox="1">
            <a:spLocks noGrp="1"/>
          </p:cNvSpPr>
          <p:nvPr>
            <p:ph type="hdr" sz="quarter"/>
          </p:nvPr>
        </p:nvSpPr>
        <p:spPr>
          <a:xfrm>
            <a:off x="0" y="0"/>
            <a:ext cx="3372840" cy="502560"/>
          </a:xfrm>
          <a:prstGeom prst="rect">
            <a:avLst/>
          </a:prstGeom>
          <a:noFill/>
          <a:ln>
            <a:noFill/>
          </a:ln>
        </p:spPr>
        <p:txBody>
          <a:bodyPr wrap="none" lIns="90000" tIns="45000" rIns="90000" bIns="45000" anchorCtr="0" compatLnSpc="0">
            <a:noAutofit/>
          </a:bodyPr>
          <a:lstStyle/>
          <a:p>
            <a:pPr marL="0" marR="0" lvl="0" indent="0" hangingPunct="0">
              <a:lnSpc>
                <a:spcPct val="100000"/>
              </a:lnSpc>
              <a:spcBef>
                <a:spcPts val="0"/>
              </a:spcBef>
              <a:spcAft>
                <a:spcPts val="0"/>
              </a:spcAft>
              <a:buNone/>
              <a:tabLst/>
              <a:defRPr sz="1400"/>
            </a:pPr>
            <a:endParaRPr lang="es-VE" sz="1400" b="0" i="0" u="none" strike="noStrike" kern="1200" cap="none">
              <a:ln>
                <a:noFill/>
              </a:ln>
              <a:latin typeface="Liberation Sans" pitchFamily="18"/>
              <a:ea typeface="Noto Sans CJK SC Regular" pitchFamily="2"/>
              <a:cs typeface="Lohit Devanagari" pitchFamily="2"/>
            </a:endParaRPr>
          </a:p>
        </p:txBody>
      </p:sp>
      <p:sp>
        <p:nvSpPr>
          <p:cNvPr id="3" name="Datumsplatzhalter 2">
            <a:extLst>
              <a:ext uri="{FF2B5EF4-FFF2-40B4-BE49-F238E27FC236}">
                <a16:creationId xmlns:a16="http://schemas.microsoft.com/office/drawing/2014/main" id="{9158AB49-2A9A-7196-5B45-C951CFEA3D22}"/>
              </a:ext>
            </a:extLst>
          </p:cNvPr>
          <p:cNvSpPr txBox="1">
            <a:spLocks noGrp="1"/>
          </p:cNvSpPr>
          <p:nvPr>
            <p:ph type="dt" sz="quarter" idx="1"/>
          </p:nvPr>
        </p:nvSpPr>
        <p:spPr>
          <a:xfrm>
            <a:off x="4399200" y="0"/>
            <a:ext cx="3372840" cy="502560"/>
          </a:xfrm>
          <a:prstGeom prst="rect">
            <a:avLst/>
          </a:prstGeom>
          <a:noFill/>
          <a:ln>
            <a:noFill/>
          </a:ln>
        </p:spPr>
        <p:txBody>
          <a:bodyPr wrap="none" lIns="90000" tIns="45000" rIns="90000" bIns="45000" anchorCtr="0" compatLnSpc="0">
            <a:noAutofit/>
          </a:bodyPr>
          <a:lstStyle/>
          <a:p>
            <a:pPr marL="0" marR="0" lvl="0" indent="0" algn="r" hangingPunct="0">
              <a:lnSpc>
                <a:spcPct val="100000"/>
              </a:lnSpc>
              <a:spcBef>
                <a:spcPts val="0"/>
              </a:spcBef>
              <a:spcAft>
                <a:spcPts val="0"/>
              </a:spcAft>
              <a:buNone/>
              <a:tabLst/>
              <a:defRPr sz="1400"/>
            </a:pPr>
            <a:endParaRPr lang="es-VE" sz="1400" b="0" i="0" u="none" strike="noStrike" kern="1200" cap="none">
              <a:ln>
                <a:noFill/>
              </a:ln>
              <a:latin typeface="Liberation Sans" pitchFamily="18"/>
              <a:ea typeface="Noto Sans CJK SC Regular" pitchFamily="2"/>
              <a:cs typeface="Lohit Devanagari" pitchFamily="2"/>
            </a:endParaRPr>
          </a:p>
        </p:txBody>
      </p:sp>
      <p:sp>
        <p:nvSpPr>
          <p:cNvPr id="4" name="Fußzeilenplatzhalter 3">
            <a:extLst>
              <a:ext uri="{FF2B5EF4-FFF2-40B4-BE49-F238E27FC236}">
                <a16:creationId xmlns:a16="http://schemas.microsoft.com/office/drawing/2014/main" id="{6DB79D29-43AA-FE4F-667F-BC11CC31183C}"/>
              </a:ext>
            </a:extLst>
          </p:cNvPr>
          <p:cNvSpPr txBox="1">
            <a:spLocks noGrp="1"/>
          </p:cNvSpPr>
          <p:nvPr>
            <p:ph type="ftr" sz="quarter" idx="2"/>
          </p:nvPr>
        </p:nvSpPr>
        <p:spPr>
          <a:xfrm>
            <a:off x="0" y="9555480"/>
            <a:ext cx="3372840" cy="502560"/>
          </a:xfrm>
          <a:prstGeom prst="rect">
            <a:avLst/>
          </a:prstGeom>
          <a:noFill/>
          <a:ln>
            <a:noFill/>
          </a:ln>
        </p:spPr>
        <p:txBody>
          <a:bodyPr wrap="none" lIns="90000" tIns="45000" rIns="90000" bIns="45000" anchor="b" anchorCtr="0" compatLnSpc="0">
            <a:noAutofit/>
          </a:bodyPr>
          <a:lstStyle/>
          <a:p>
            <a:pPr marL="0" marR="0" lvl="0" indent="0" hangingPunct="0">
              <a:lnSpc>
                <a:spcPct val="100000"/>
              </a:lnSpc>
              <a:spcBef>
                <a:spcPts val="0"/>
              </a:spcBef>
              <a:spcAft>
                <a:spcPts val="0"/>
              </a:spcAft>
              <a:buNone/>
              <a:tabLst/>
              <a:defRPr sz="1400"/>
            </a:pPr>
            <a:endParaRPr lang="es-VE" sz="1400" b="0" i="0" u="none" strike="noStrike" kern="1200" cap="none">
              <a:ln>
                <a:noFill/>
              </a:ln>
              <a:latin typeface="Liberation Sans" pitchFamily="18"/>
              <a:ea typeface="Noto Sans CJK SC Regular" pitchFamily="2"/>
              <a:cs typeface="Lohit Devanagari" pitchFamily="2"/>
            </a:endParaRPr>
          </a:p>
        </p:txBody>
      </p:sp>
      <p:sp>
        <p:nvSpPr>
          <p:cNvPr id="5" name="Foliennummernplatzhalter 4">
            <a:extLst>
              <a:ext uri="{FF2B5EF4-FFF2-40B4-BE49-F238E27FC236}">
                <a16:creationId xmlns:a16="http://schemas.microsoft.com/office/drawing/2014/main" id="{29254BFE-0EBB-F979-C846-E4F3272216F6}"/>
              </a:ext>
            </a:extLst>
          </p:cNvPr>
          <p:cNvSpPr txBox="1">
            <a:spLocks noGrp="1"/>
          </p:cNvSpPr>
          <p:nvPr>
            <p:ph type="sldNum" sz="quarter" idx="3"/>
          </p:nvPr>
        </p:nvSpPr>
        <p:spPr>
          <a:xfrm>
            <a:off x="4399200" y="9555480"/>
            <a:ext cx="3372840" cy="502560"/>
          </a:xfrm>
          <a:prstGeom prst="rect">
            <a:avLst/>
          </a:prstGeom>
          <a:noFill/>
          <a:ln>
            <a:noFill/>
          </a:ln>
        </p:spPr>
        <p:txBody>
          <a:bodyPr wrap="none" lIns="90000" tIns="45000" rIns="90000" bIns="45000" anchor="b" anchorCtr="0" compatLnSpc="0">
            <a:noAutofit/>
          </a:bodyPr>
          <a:lstStyle/>
          <a:p>
            <a:pPr marL="0" marR="0" lvl="0" indent="0" algn="r" hangingPunct="0">
              <a:lnSpc>
                <a:spcPct val="100000"/>
              </a:lnSpc>
              <a:spcBef>
                <a:spcPts val="0"/>
              </a:spcBef>
              <a:spcAft>
                <a:spcPts val="0"/>
              </a:spcAft>
              <a:buNone/>
              <a:tabLst/>
              <a:defRPr sz="1400"/>
            </a:pPr>
            <a:fld id="{1A48E35C-F762-4FDA-9F09-9BC63B711E0F}" type="slidenum">
              <a:t>‹Nr.›</a:t>
            </a:fld>
            <a:endParaRPr lang="es-VE" sz="1400" b="0" i="0" u="none" strike="noStrike" kern="1200" cap="none">
              <a:ln>
                <a:noFill/>
              </a:ln>
              <a:latin typeface="Liberation Sans" pitchFamily="18"/>
              <a:ea typeface="Noto Sans CJK SC Regular" pitchFamily="2"/>
              <a:cs typeface="Lohit Devanagari" pitchFamily="2"/>
            </a:endParaRPr>
          </a:p>
        </p:txBody>
      </p:sp>
    </p:spTree>
    <p:extLst>
      <p:ext uri="{BB962C8B-B14F-4D97-AF65-F5344CB8AC3E}">
        <p14:creationId xmlns:p14="http://schemas.microsoft.com/office/powerpoint/2010/main" val="12013950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B866B21-6BB8-784C-93B0-CE032B3E952C}"/>
              </a:ext>
            </a:extLst>
          </p:cNvPr>
          <p:cNvSpPr>
            <a:spLocks noGrp="1" noRot="1" noChangeAspect="1"/>
          </p:cNvSpPr>
          <p:nvPr>
            <p:ph type="sldImg" idx="2"/>
          </p:nvPr>
        </p:nvSpPr>
        <p:spPr>
          <a:xfrm>
            <a:off x="533520" y="764280"/>
            <a:ext cx="6704640" cy="3771360"/>
          </a:xfrm>
          <a:prstGeom prst="rect">
            <a:avLst/>
          </a:prstGeom>
          <a:noFill/>
          <a:ln>
            <a:noFill/>
            <a:prstDash val="solid"/>
          </a:ln>
        </p:spPr>
      </p:sp>
      <p:sp>
        <p:nvSpPr>
          <p:cNvPr id="3" name="Notizenplatzhalter 2">
            <a:extLst>
              <a:ext uri="{FF2B5EF4-FFF2-40B4-BE49-F238E27FC236}">
                <a16:creationId xmlns:a16="http://schemas.microsoft.com/office/drawing/2014/main" id="{9901B759-7851-D207-4470-036EE0A4D7CF}"/>
              </a:ext>
            </a:extLst>
          </p:cNvPr>
          <p:cNvSpPr txBox="1">
            <a:spLocks noGrp="1"/>
          </p:cNvSpPr>
          <p:nvPr>
            <p:ph type="body" sz="quarter" idx="3"/>
          </p:nvPr>
        </p:nvSpPr>
        <p:spPr>
          <a:xfrm>
            <a:off x="777239" y="4777560"/>
            <a:ext cx="6217560" cy="4525920"/>
          </a:xfrm>
          <a:prstGeom prst="rect">
            <a:avLst/>
          </a:prstGeom>
          <a:noFill/>
          <a:ln>
            <a:noFill/>
          </a:ln>
        </p:spPr>
        <p:txBody>
          <a:bodyPr lIns="0" tIns="0" rIns="0" bIns="0"/>
          <a:lstStyle/>
          <a:p>
            <a:endParaRPr lang="es-VE"/>
          </a:p>
        </p:txBody>
      </p:sp>
      <p:sp>
        <p:nvSpPr>
          <p:cNvPr id="4" name="Kopfzeilenplatzhalter 3">
            <a:extLst>
              <a:ext uri="{FF2B5EF4-FFF2-40B4-BE49-F238E27FC236}">
                <a16:creationId xmlns:a16="http://schemas.microsoft.com/office/drawing/2014/main" id="{47725E34-3AA2-CE4C-37CE-1594454F7BD0}"/>
              </a:ext>
            </a:extLst>
          </p:cNvPr>
          <p:cNvSpPr txBox="1">
            <a:spLocks noGrp="1"/>
          </p:cNvSpPr>
          <p:nvPr>
            <p:ph type="hdr" sz="quarter"/>
          </p:nvPr>
        </p:nvSpPr>
        <p:spPr>
          <a:xfrm>
            <a:off x="0" y="0"/>
            <a:ext cx="3372840" cy="502560"/>
          </a:xfrm>
          <a:prstGeom prst="rect">
            <a:avLst/>
          </a:prstGeom>
          <a:noFill/>
          <a:ln>
            <a:noFill/>
          </a:ln>
        </p:spPr>
        <p:txBody>
          <a:bodyPr lIns="0" tIns="0" rIns="0" bIns="0" anchorCtr="0">
            <a:noAutofit/>
          </a:bodyPr>
          <a:lstStyle>
            <a:lvl1pPr lvl="0" hangingPunct="0">
              <a:buNone/>
              <a:tabLst/>
              <a:defRPr lang="es-VE" sz="1400" kern="1200">
                <a:latin typeface="Liberation Serif" pitchFamily="18"/>
                <a:ea typeface="DejaVu Sans" pitchFamily="2"/>
                <a:cs typeface="DejaVu Sans" pitchFamily="2"/>
              </a:defRPr>
            </a:lvl1pPr>
          </a:lstStyle>
          <a:p>
            <a:pPr lvl="0"/>
            <a:endParaRPr lang="es-VE"/>
          </a:p>
        </p:txBody>
      </p:sp>
      <p:sp>
        <p:nvSpPr>
          <p:cNvPr id="5" name="Datumsplatzhalter 4">
            <a:extLst>
              <a:ext uri="{FF2B5EF4-FFF2-40B4-BE49-F238E27FC236}">
                <a16:creationId xmlns:a16="http://schemas.microsoft.com/office/drawing/2014/main" id="{59EA1236-B45D-0A48-E5D2-C394BD5D4B9B}"/>
              </a:ext>
            </a:extLst>
          </p:cNvPr>
          <p:cNvSpPr txBox="1">
            <a:spLocks noGrp="1"/>
          </p:cNvSpPr>
          <p:nvPr>
            <p:ph type="dt" idx="1"/>
          </p:nvPr>
        </p:nvSpPr>
        <p:spPr>
          <a:xfrm>
            <a:off x="4399200" y="0"/>
            <a:ext cx="3372840" cy="502560"/>
          </a:xfrm>
          <a:prstGeom prst="rect">
            <a:avLst/>
          </a:prstGeom>
          <a:noFill/>
          <a:ln>
            <a:noFill/>
          </a:ln>
        </p:spPr>
        <p:txBody>
          <a:bodyPr lIns="0" tIns="0" rIns="0" bIns="0" anchorCtr="0">
            <a:noAutofit/>
          </a:bodyPr>
          <a:lstStyle>
            <a:lvl1pPr lvl="0" algn="r" hangingPunct="0">
              <a:buNone/>
              <a:tabLst/>
              <a:defRPr lang="es-VE" sz="1400" kern="1200">
                <a:latin typeface="Liberation Serif" pitchFamily="18"/>
                <a:ea typeface="DejaVu Sans" pitchFamily="2"/>
                <a:cs typeface="DejaVu Sans" pitchFamily="2"/>
              </a:defRPr>
            </a:lvl1pPr>
          </a:lstStyle>
          <a:p>
            <a:pPr lvl="0"/>
            <a:endParaRPr lang="es-VE"/>
          </a:p>
        </p:txBody>
      </p:sp>
      <p:sp>
        <p:nvSpPr>
          <p:cNvPr id="6" name="Fußzeilenplatzhalter 5">
            <a:extLst>
              <a:ext uri="{FF2B5EF4-FFF2-40B4-BE49-F238E27FC236}">
                <a16:creationId xmlns:a16="http://schemas.microsoft.com/office/drawing/2014/main" id="{C3D4307E-11BC-B4A0-1741-7A22721D5DDA}"/>
              </a:ext>
            </a:extLst>
          </p:cNvPr>
          <p:cNvSpPr txBox="1">
            <a:spLocks noGrp="1"/>
          </p:cNvSpPr>
          <p:nvPr>
            <p:ph type="ftr" sz="quarter" idx="4"/>
          </p:nvPr>
        </p:nvSpPr>
        <p:spPr>
          <a:xfrm>
            <a:off x="0" y="9555480"/>
            <a:ext cx="3372840" cy="502560"/>
          </a:xfrm>
          <a:prstGeom prst="rect">
            <a:avLst/>
          </a:prstGeom>
          <a:noFill/>
          <a:ln>
            <a:noFill/>
          </a:ln>
        </p:spPr>
        <p:txBody>
          <a:bodyPr lIns="0" tIns="0" rIns="0" bIns="0" anchor="b" anchorCtr="0">
            <a:noAutofit/>
          </a:bodyPr>
          <a:lstStyle>
            <a:lvl1pPr lvl="0" hangingPunct="0">
              <a:buNone/>
              <a:tabLst/>
              <a:defRPr lang="es-VE" sz="1400" kern="1200">
                <a:latin typeface="Liberation Serif" pitchFamily="18"/>
                <a:ea typeface="DejaVu Sans" pitchFamily="2"/>
                <a:cs typeface="DejaVu Sans" pitchFamily="2"/>
              </a:defRPr>
            </a:lvl1pPr>
          </a:lstStyle>
          <a:p>
            <a:pPr lvl="0"/>
            <a:endParaRPr lang="es-VE"/>
          </a:p>
        </p:txBody>
      </p:sp>
      <p:sp>
        <p:nvSpPr>
          <p:cNvPr id="7" name="Foliennummernplatzhalter 6">
            <a:extLst>
              <a:ext uri="{FF2B5EF4-FFF2-40B4-BE49-F238E27FC236}">
                <a16:creationId xmlns:a16="http://schemas.microsoft.com/office/drawing/2014/main" id="{6C5E55E6-8544-CF14-6F41-0F5A0333D51A}"/>
              </a:ext>
            </a:extLst>
          </p:cNvPr>
          <p:cNvSpPr txBox="1">
            <a:spLocks noGrp="1"/>
          </p:cNvSpPr>
          <p:nvPr>
            <p:ph type="sldNum" sz="quarter" idx="5"/>
          </p:nvPr>
        </p:nvSpPr>
        <p:spPr>
          <a:xfrm>
            <a:off x="4399200" y="9555480"/>
            <a:ext cx="3372840" cy="502560"/>
          </a:xfrm>
          <a:prstGeom prst="rect">
            <a:avLst/>
          </a:prstGeom>
          <a:noFill/>
          <a:ln>
            <a:noFill/>
          </a:ln>
        </p:spPr>
        <p:txBody>
          <a:bodyPr lIns="0" tIns="0" rIns="0" bIns="0" anchor="b" anchorCtr="0">
            <a:noAutofit/>
          </a:bodyPr>
          <a:lstStyle>
            <a:lvl1pPr lvl="0" algn="r" hangingPunct="0">
              <a:buNone/>
              <a:tabLst/>
              <a:defRPr lang="es-VE" sz="1400" kern="1200">
                <a:latin typeface="Liberation Serif" pitchFamily="18"/>
                <a:ea typeface="DejaVu Sans" pitchFamily="2"/>
                <a:cs typeface="DejaVu Sans" pitchFamily="2"/>
              </a:defRPr>
            </a:lvl1pPr>
          </a:lstStyle>
          <a:p>
            <a:pPr lvl="0"/>
            <a:fld id="{7658CDB4-D33B-4D31-BA7D-36ABBA3F2086}" type="slidenum">
              <a:t>‹Nr.›</a:t>
            </a:fld>
            <a:endParaRPr lang="es-VE"/>
          </a:p>
        </p:txBody>
      </p:sp>
    </p:spTree>
    <p:extLst>
      <p:ext uri="{BB962C8B-B14F-4D97-AF65-F5344CB8AC3E}">
        <p14:creationId xmlns:p14="http://schemas.microsoft.com/office/powerpoint/2010/main" val="1636850604"/>
      </p:ext>
    </p:extLst>
  </p:cSld>
  <p:clrMap bg1="lt1" tx1="dk1" bg2="lt2" tx2="dk2" accent1="accent1" accent2="accent2" accent3="accent3" accent4="accent4" accent5="accent5" accent6="accent6" hlink="hlink" folHlink="folHlink"/>
  <p:notesStyle>
    <a:lvl1pPr marL="216000" marR="0" indent="-216000" hangingPunct="0">
      <a:tabLst/>
      <a:defRPr lang="es-VE" sz="2000" b="0" i="0" u="none" strike="noStrike" kern="1200" cap="none">
        <a:ln>
          <a:noFill/>
        </a:ln>
        <a:highlight>
          <a:scrgbClr r="0" g="0" b="0">
            <a:alpha val="0"/>
          </a:scrgbClr>
        </a:highlight>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4A905FAD-129C-F5B0-7E42-4AED59ACE90B}"/>
              </a:ext>
            </a:extLst>
          </p:cNvPr>
          <p:cNvSpPr txBox="1">
            <a:spLocks noGrp="1"/>
          </p:cNvSpPr>
          <p:nvPr>
            <p:ph type="sldNum" sz="quarter" idx="5"/>
          </p:nvPr>
        </p:nvSpPr>
        <p:spPr>
          <a:ln/>
        </p:spPr>
        <p:txBody>
          <a:bodyPr lIns="0" tIns="0" rIns="0" bIns="0" anchor="b" anchorCtr="0">
            <a:noAutofit/>
          </a:bodyPr>
          <a:lstStyle/>
          <a:p>
            <a:pPr lvl="0"/>
            <a:fld id="{B7B15E64-0F98-4957-93DB-CF460D30506C}" type="slidenum">
              <a:t>1</a:t>
            </a:fld>
            <a:endParaRPr lang="es-VE"/>
          </a:p>
        </p:txBody>
      </p:sp>
      <p:sp>
        <p:nvSpPr>
          <p:cNvPr id="2" name="Folienbildplatzhalter 1">
            <a:extLst>
              <a:ext uri="{FF2B5EF4-FFF2-40B4-BE49-F238E27FC236}">
                <a16:creationId xmlns:a16="http://schemas.microsoft.com/office/drawing/2014/main" id="{5748CCF9-0442-9805-1C09-506B559C8251}"/>
              </a:ext>
            </a:extLst>
          </p:cNvPr>
          <p:cNvSpPr>
            <a:spLocks noGrp="1" noRot="1" noChangeAspect="1" noResize="1"/>
          </p:cNvSpPr>
          <p:nvPr>
            <p:ph type="sldImg"/>
          </p:nvPr>
        </p:nvSpPr>
        <p:spPr>
          <a:xfrm>
            <a:off x="2471738" y="763588"/>
            <a:ext cx="2827337" cy="3771900"/>
          </a:xfrm>
          <a:solidFill>
            <a:srgbClr val="729FCF"/>
          </a:solidFill>
          <a:ln w="25400">
            <a:solidFill>
              <a:srgbClr val="3465A4"/>
            </a:solidFill>
            <a:prstDash val="solid"/>
          </a:ln>
        </p:spPr>
      </p:sp>
      <p:sp>
        <p:nvSpPr>
          <p:cNvPr id="3" name="Notizenplatzhalter 2">
            <a:extLst>
              <a:ext uri="{FF2B5EF4-FFF2-40B4-BE49-F238E27FC236}">
                <a16:creationId xmlns:a16="http://schemas.microsoft.com/office/drawing/2014/main" id="{7CAB5068-ADDD-B129-9AEC-8B07DB847316}"/>
              </a:ext>
            </a:extLst>
          </p:cNvPr>
          <p:cNvSpPr txBox="1">
            <a:spLocks noGrp="1"/>
          </p:cNvSpPr>
          <p:nvPr>
            <p:ph type="body" sz="quarter" idx="1"/>
          </p:nvPr>
        </p:nvSpPr>
        <p:spPr/>
        <p:txBody>
          <a:bodyPr>
            <a:spAutoFit/>
          </a:bodyPr>
          <a:lstStyle/>
          <a:p>
            <a:endParaRPr lang="es-V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DBEC2993-C3E8-E40D-9344-EBC106D56649}"/>
              </a:ext>
            </a:extLst>
          </p:cNvPr>
          <p:cNvSpPr txBox="1">
            <a:spLocks noGrp="1"/>
          </p:cNvSpPr>
          <p:nvPr>
            <p:ph type="sldNum" sz="quarter" idx="5"/>
          </p:nvPr>
        </p:nvSpPr>
        <p:spPr>
          <a:ln/>
        </p:spPr>
        <p:txBody>
          <a:bodyPr lIns="0" tIns="0" rIns="0" bIns="0" anchor="b" anchorCtr="0">
            <a:noAutofit/>
          </a:bodyPr>
          <a:lstStyle/>
          <a:p>
            <a:pPr lvl="0"/>
            <a:fld id="{D2A24457-7617-46CB-8698-194BA3223931}" type="slidenum">
              <a:t>2</a:t>
            </a:fld>
            <a:endParaRPr lang="es-VE"/>
          </a:p>
        </p:txBody>
      </p:sp>
      <p:sp>
        <p:nvSpPr>
          <p:cNvPr id="2" name="Folienbildplatzhalter 1">
            <a:extLst>
              <a:ext uri="{FF2B5EF4-FFF2-40B4-BE49-F238E27FC236}">
                <a16:creationId xmlns:a16="http://schemas.microsoft.com/office/drawing/2014/main" id="{D33718AE-9555-1DD5-CA66-9F2651B2BDDC}"/>
              </a:ext>
            </a:extLst>
          </p:cNvPr>
          <p:cNvSpPr>
            <a:spLocks noGrp="1" noRot="1" noChangeAspect="1" noResize="1"/>
          </p:cNvSpPr>
          <p:nvPr>
            <p:ph type="sldImg"/>
          </p:nvPr>
        </p:nvSpPr>
        <p:spPr>
          <a:xfrm>
            <a:off x="2471738" y="763588"/>
            <a:ext cx="2827337" cy="3771900"/>
          </a:xfrm>
          <a:solidFill>
            <a:srgbClr val="729FCF"/>
          </a:solidFill>
          <a:ln w="25400">
            <a:solidFill>
              <a:srgbClr val="3465A4"/>
            </a:solidFill>
            <a:prstDash val="solid"/>
          </a:ln>
        </p:spPr>
      </p:sp>
      <p:sp>
        <p:nvSpPr>
          <p:cNvPr id="3" name="Notizenplatzhalter 2">
            <a:extLst>
              <a:ext uri="{FF2B5EF4-FFF2-40B4-BE49-F238E27FC236}">
                <a16:creationId xmlns:a16="http://schemas.microsoft.com/office/drawing/2014/main" id="{4248F9B5-16F7-4A9A-3BCE-FCC426A5D010}"/>
              </a:ext>
            </a:extLst>
          </p:cNvPr>
          <p:cNvSpPr txBox="1">
            <a:spLocks noGrp="1"/>
          </p:cNvSpPr>
          <p:nvPr>
            <p:ph type="body" sz="quarter" idx="1"/>
          </p:nvPr>
        </p:nvSpPr>
        <p:spPr/>
        <p:txBody>
          <a:bodyPr>
            <a:spAutoFit/>
          </a:bodyPr>
          <a:lstStyle/>
          <a:p>
            <a:endParaRPr lang="es-V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0C922DD2-41C3-2C90-1946-A0B9D1EA0172}"/>
              </a:ext>
            </a:extLst>
          </p:cNvPr>
          <p:cNvSpPr txBox="1">
            <a:spLocks noGrp="1"/>
          </p:cNvSpPr>
          <p:nvPr>
            <p:ph type="sldNum" sz="quarter" idx="5"/>
          </p:nvPr>
        </p:nvSpPr>
        <p:spPr>
          <a:ln/>
        </p:spPr>
        <p:txBody>
          <a:bodyPr lIns="0" tIns="0" rIns="0" bIns="0" anchor="b" anchorCtr="0">
            <a:noAutofit/>
          </a:bodyPr>
          <a:lstStyle/>
          <a:p>
            <a:pPr lvl="0"/>
            <a:fld id="{1BC44A5E-834E-43F9-946F-E9FF44191661}" type="slidenum">
              <a:t>3</a:t>
            </a:fld>
            <a:endParaRPr lang="es-VE"/>
          </a:p>
        </p:txBody>
      </p:sp>
      <p:sp>
        <p:nvSpPr>
          <p:cNvPr id="2" name="Folienbildplatzhalter 1">
            <a:extLst>
              <a:ext uri="{FF2B5EF4-FFF2-40B4-BE49-F238E27FC236}">
                <a16:creationId xmlns:a16="http://schemas.microsoft.com/office/drawing/2014/main" id="{54EBBA15-ABAE-AAC0-7CAE-5204BEEE3EFB}"/>
              </a:ext>
            </a:extLst>
          </p:cNvPr>
          <p:cNvSpPr>
            <a:spLocks noGrp="1" noRot="1" noChangeAspect="1" noResize="1"/>
          </p:cNvSpPr>
          <p:nvPr>
            <p:ph type="sldImg"/>
          </p:nvPr>
        </p:nvSpPr>
        <p:spPr>
          <a:xfrm>
            <a:off x="2471738" y="763588"/>
            <a:ext cx="2827337" cy="3771900"/>
          </a:xfrm>
          <a:solidFill>
            <a:srgbClr val="729FCF"/>
          </a:solidFill>
          <a:ln w="25400">
            <a:solidFill>
              <a:srgbClr val="3465A4"/>
            </a:solidFill>
            <a:prstDash val="solid"/>
          </a:ln>
        </p:spPr>
      </p:sp>
      <p:sp>
        <p:nvSpPr>
          <p:cNvPr id="3" name="Notizenplatzhalter 2">
            <a:extLst>
              <a:ext uri="{FF2B5EF4-FFF2-40B4-BE49-F238E27FC236}">
                <a16:creationId xmlns:a16="http://schemas.microsoft.com/office/drawing/2014/main" id="{B17EF074-1777-122C-4D87-71774451F3BC}"/>
              </a:ext>
            </a:extLst>
          </p:cNvPr>
          <p:cNvSpPr txBox="1">
            <a:spLocks noGrp="1"/>
          </p:cNvSpPr>
          <p:nvPr>
            <p:ph type="body" sz="quarter" idx="1"/>
          </p:nvPr>
        </p:nvSpPr>
        <p:spPr/>
        <p:txBody>
          <a:bodyPr>
            <a:spAutoFit/>
          </a:bodyPr>
          <a:lstStyle/>
          <a:p>
            <a:endParaRPr lang="es-V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FDFBBFED-264B-2E71-550B-1C78CC98A591}"/>
              </a:ext>
            </a:extLst>
          </p:cNvPr>
          <p:cNvSpPr txBox="1">
            <a:spLocks noGrp="1"/>
          </p:cNvSpPr>
          <p:nvPr>
            <p:ph type="sldNum" sz="quarter" idx="5"/>
          </p:nvPr>
        </p:nvSpPr>
        <p:spPr>
          <a:ln/>
        </p:spPr>
        <p:txBody>
          <a:bodyPr lIns="0" tIns="0" rIns="0" bIns="0" anchor="b" anchorCtr="0">
            <a:noAutofit/>
          </a:bodyPr>
          <a:lstStyle/>
          <a:p>
            <a:pPr lvl="0"/>
            <a:fld id="{ECC90AF7-39E0-427C-BA4D-809EA85C536A}" type="slidenum">
              <a:t>4</a:t>
            </a:fld>
            <a:endParaRPr lang="es-VE"/>
          </a:p>
        </p:txBody>
      </p:sp>
      <p:sp>
        <p:nvSpPr>
          <p:cNvPr id="2" name="Folienbildplatzhalter 1">
            <a:extLst>
              <a:ext uri="{FF2B5EF4-FFF2-40B4-BE49-F238E27FC236}">
                <a16:creationId xmlns:a16="http://schemas.microsoft.com/office/drawing/2014/main" id="{F78FC4BB-7FF0-8FC4-E55E-D9E09A82B944}"/>
              </a:ext>
            </a:extLst>
          </p:cNvPr>
          <p:cNvSpPr>
            <a:spLocks noGrp="1" noRot="1" noChangeAspect="1" noResize="1"/>
          </p:cNvSpPr>
          <p:nvPr>
            <p:ph type="sldImg"/>
          </p:nvPr>
        </p:nvSpPr>
        <p:spPr>
          <a:xfrm>
            <a:off x="2471738" y="763588"/>
            <a:ext cx="2827337" cy="3771900"/>
          </a:xfrm>
          <a:solidFill>
            <a:srgbClr val="729FCF"/>
          </a:solidFill>
          <a:ln w="25400">
            <a:solidFill>
              <a:srgbClr val="3465A4"/>
            </a:solidFill>
            <a:prstDash val="solid"/>
          </a:ln>
        </p:spPr>
      </p:sp>
      <p:sp>
        <p:nvSpPr>
          <p:cNvPr id="3" name="Notizenplatzhalter 2">
            <a:extLst>
              <a:ext uri="{FF2B5EF4-FFF2-40B4-BE49-F238E27FC236}">
                <a16:creationId xmlns:a16="http://schemas.microsoft.com/office/drawing/2014/main" id="{2B1DE632-E6EE-9DFA-0BC2-9594710B2ECC}"/>
              </a:ext>
            </a:extLst>
          </p:cNvPr>
          <p:cNvSpPr txBox="1">
            <a:spLocks noGrp="1"/>
          </p:cNvSpPr>
          <p:nvPr>
            <p:ph type="body" sz="quarter" idx="1"/>
          </p:nvPr>
        </p:nvSpPr>
        <p:spPr/>
        <p:txBody>
          <a:bodyPr>
            <a:spAutoFit/>
          </a:bodyPr>
          <a:lstStyle/>
          <a:p>
            <a:endParaRPr lang="es-V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62CD0B67-3389-B2E0-6B90-2E0A85B010C3}"/>
              </a:ext>
            </a:extLst>
          </p:cNvPr>
          <p:cNvSpPr txBox="1">
            <a:spLocks noGrp="1"/>
          </p:cNvSpPr>
          <p:nvPr>
            <p:ph type="sldNum" sz="quarter" idx="5"/>
          </p:nvPr>
        </p:nvSpPr>
        <p:spPr>
          <a:ln/>
        </p:spPr>
        <p:txBody>
          <a:bodyPr lIns="0" tIns="0" rIns="0" bIns="0" anchor="b" anchorCtr="0">
            <a:noAutofit/>
          </a:bodyPr>
          <a:lstStyle/>
          <a:p>
            <a:pPr lvl="0"/>
            <a:fld id="{A8C90D82-975A-49B4-B96D-3DD67C57582B}" type="slidenum">
              <a:t>5</a:t>
            </a:fld>
            <a:endParaRPr lang="es-VE"/>
          </a:p>
        </p:txBody>
      </p:sp>
      <p:sp>
        <p:nvSpPr>
          <p:cNvPr id="2" name="Folienbildplatzhalter 1">
            <a:extLst>
              <a:ext uri="{FF2B5EF4-FFF2-40B4-BE49-F238E27FC236}">
                <a16:creationId xmlns:a16="http://schemas.microsoft.com/office/drawing/2014/main" id="{79D0A325-C5D8-2403-E4A4-087640B490DB}"/>
              </a:ext>
            </a:extLst>
          </p:cNvPr>
          <p:cNvSpPr>
            <a:spLocks noGrp="1" noRot="1" noChangeAspect="1" noResize="1"/>
          </p:cNvSpPr>
          <p:nvPr>
            <p:ph type="sldImg"/>
          </p:nvPr>
        </p:nvSpPr>
        <p:spPr>
          <a:xfrm>
            <a:off x="2471738" y="763588"/>
            <a:ext cx="2827337" cy="3771900"/>
          </a:xfrm>
          <a:solidFill>
            <a:srgbClr val="729FCF"/>
          </a:solidFill>
          <a:ln w="25400">
            <a:solidFill>
              <a:srgbClr val="3465A4"/>
            </a:solidFill>
            <a:prstDash val="solid"/>
          </a:ln>
        </p:spPr>
      </p:sp>
      <p:sp>
        <p:nvSpPr>
          <p:cNvPr id="3" name="Notizenplatzhalter 2">
            <a:extLst>
              <a:ext uri="{FF2B5EF4-FFF2-40B4-BE49-F238E27FC236}">
                <a16:creationId xmlns:a16="http://schemas.microsoft.com/office/drawing/2014/main" id="{32E50AA9-6502-7156-CB25-A3398D51F54F}"/>
              </a:ext>
            </a:extLst>
          </p:cNvPr>
          <p:cNvSpPr txBox="1">
            <a:spLocks noGrp="1"/>
          </p:cNvSpPr>
          <p:nvPr>
            <p:ph type="body" sz="quarter" idx="1"/>
          </p:nvPr>
        </p:nvSpPr>
        <p:spPr/>
        <p:txBody>
          <a:bodyPr>
            <a:spAutoFit/>
          </a:bodyPr>
          <a:lstStyle/>
          <a:p>
            <a:endParaRPr lang="es-V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EBBB9CA9-F8C0-DC9D-1946-6C0060D64C22}"/>
              </a:ext>
            </a:extLst>
          </p:cNvPr>
          <p:cNvSpPr txBox="1">
            <a:spLocks noGrp="1"/>
          </p:cNvSpPr>
          <p:nvPr>
            <p:ph type="sldNum" sz="quarter" idx="5"/>
          </p:nvPr>
        </p:nvSpPr>
        <p:spPr>
          <a:ln/>
        </p:spPr>
        <p:txBody>
          <a:bodyPr lIns="0" tIns="0" rIns="0" bIns="0" anchor="b" anchorCtr="0">
            <a:noAutofit/>
          </a:bodyPr>
          <a:lstStyle/>
          <a:p>
            <a:pPr lvl="0"/>
            <a:fld id="{B83687CE-D676-4FE8-B20C-7B9A466057DB}" type="slidenum">
              <a:t>6</a:t>
            </a:fld>
            <a:endParaRPr lang="es-VE"/>
          </a:p>
        </p:txBody>
      </p:sp>
      <p:sp>
        <p:nvSpPr>
          <p:cNvPr id="2" name="Folienbildplatzhalter 1">
            <a:extLst>
              <a:ext uri="{FF2B5EF4-FFF2-40B4-BE49-F238E27FC236}">
                <a16:creationId xmlns:a16="http://schemas.microsoft.com/office/drawing/2014/main" id="{63ACFECE-6653-9D18-B982-D90C39F7C978}"/>
              </a:ext>
            </a:extLst>
          </p:cNvPr>
          <p:cNvSpPr>
            <a:spLocks noGrp="1" noRot="1" noChangeAspect="1" noResize="1"/>
          </p:cNvSpPr>
          <p:nvPr>
            <p:ph type="sldImg"/>
          </p:nvPr>
        </p:nvSpPr>
        <p:spPr>
          <a:xfrm>
            <a:off x="2471738" y="763588"/>
            <a:ext cx="2827337" cy="3771900"/>
          </a:xfrm>
          <a:solidFill>
            <a:srgbClr val="729FCF"/>
          </a:solidFill>
          <a:ln w="25400">
            <a:solidFill>
              <a:srgbClr val="3465A4"/>
            </a:solidFill>
            <a:prstDash val="solid"/>
          </a:ln>
        </p:spPr>
      </p:sp>
      <p:sp>
        <p:nvSpPr>
          <p:cNvPr id="3" name="Notizenplatzhalter 2">
            <a:extLst>
              <a:ext uri="{FF2B5EF4-FFF2-40B4-BE49-F238E27FC236}">
                <a16:creationId xmlns:a16="http://schemas.microsoft.com/office/drawing/2014/main" id="{5E07E451-4216-0284-D98E-8E7F77360670}"/>
              </a:ext>
            </a:extLst>
          </p:cNvPr>
          <p:cNvSpPr txBox="1">
            <a:spLocks noGrp="1"/>
          </p:cNvSpPr>
          <p:nvPr>
            <p:ph type="body" sz="quarter" idx="1"/>
          </p:nvPr>
        </p:nvSpPr>
        <p:spPr/>
        <p:txBody>
          <a:bodyPr>
            <a:spAutoFit/>
          </a:bodyPr>
          <a:lstStyle/>
          <a:p>
            <a:endParaRPr lang="es-V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EA6082BE-1244-4792-5B8D-E7315C4BB05D}"/>
              </a:ext>
            </a:extLst>
          </p:cNvPr>
          <p:cNvSpPr txBox="1">
            <a:spLocks noGrp="1"/>
          </p:cNvSpPr>
          <p:nvPr>
            <p:ph type="sldNum" sz="quarter" idx="5"/>
          </p:nvPr>
        </p:nvSpPr>
        <p:spPr>
          <a:ln/>
        </p:spPr>
        <p:txBody>
          <a:bodyPr lIns="0" tIns="0" rIns="0" bIns="0" anchor="b" anchorCtr="0">
            <a:noAutofit/>
          </a:bodyPr>
          <a:lstStyle/>
          <a:p>
            <a:pPr lvl="0"/>
            <a:fld id="{1F08F22A-AD2F-443C-A793-04600A814248}" type="slidenum">
              <a:t>7</a:t>
            </a:fld>
            <a:endParaRPr lang="es-VE"/>
          </a:p>
        </p:txBody>
      </p:sp>
      <p:sp>
        <p:nvSpPr>
          <p:cNvPr id="2" name="Folienbildplatzhalter 1">
            <a:extLst>
              <a:ext uri="{FF2B5EF4-FFF2-40B4-BE49-F238E27FC236}">
                <a16:creationId xmlns:a16="http://schemas.microsoft.com/office/drawing/2014/main" id="{AB7A428C-17F9-8B7C-76E8-5CB5BE0CB904}"/>
              </a:ext>
            </a:extLst>
          </p:cNvPr>
          <p:cNvSpPr>
            <a:spLocks noGrp="1" noRot="1" noChangeAspect="1" noResize="1"/>
          </p:cNvSpPr>
          <p:nvPr>
            <p:ph type="sldImg"/>
          </p:nvPr>
        </p:nvSpPr>
        <p:spPr>
          <a:xfrm>
            <a:off x="2471738" y="763588"/>
            <a:ext cx="2827337" cy="3771900"/>
          </a:xfrm>
          <a:solidFill>
            <a:srgbClr val="729FCF"/>
          </a:solidFill>
          <a:ln w="25400">
            <a:solidFill>
              <a:srgbClr val="3465A4"/>
            </a:solidFill>
            <a:prstDash val="solid"/>
          </a:ln>
        </p:spPr>
      </p:sp>
      <p:sp>
        <p:nvSpPr>
          <p:cNvPr id="3" name="Notizenplatzhalter 2">
            <a:extLst>
              <a:ext uri="{FF2B5EF4-FFF2-40B4-BE49-F238E27FC236}">
                <a16:creationId xmlns:a16="http://schemas.microsoft.com/office/drawing/2014/main" id="{9E80A4F3-7318-F44E-C059-6889F1BB3C97}"/>
              </a:ext>
            </a:extLst>
          </p:cNvPr>
          <p:cNvSpPr txBox="1">
            <a:spLocks noGrp="1"/>
          </p:cNvSpPr>
          <p:nvPr>
            <p:ph type="body" sz="quarter" idx="1"/>
          </p:nvPr>
        </p:nvSpPr>
        <p:spPr/>
        <p:txBody>
          <a:bodyPr>
            <a:spAutoFit/>
          </a:bodyPr>
          <a:lstStyle/>
          <a:p>
            <a:endParaRPr lang="es-V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B94CBB-E4E8-A82F-278A-67AB7C08581B}"/>
              </a:ext>
            </a:extLst>
          </p:cNvPr>
          <p:cNvSpPr>
            <a:spLocks noGrp="1"/>
          </p:cNvSpPr>
          <p:nvPr>
            <p:ph type="ctrTitle"/>
          </p:nvPr>
        </p:nvSpPr>
        <p:spPr>
          <a:xfrm>
            <a:off x="944563" y="1649413"/>
            <a:ext cx="5670550" cy="3509962"/>
          </a:xfrm>
        </p:spPr>
        <p:txBody>
          <a:bodyPr anchor="b"/>
          <a:lstStyle>
            <a:lvl1pPr algn="ctr">
              <a:defRPr sz="6000"/>
            </a:lvl1pPr>
          </a:lstStyle>
          <a:p>
            <a:r>
              <a:rPr lang="de-DE"/>
              <a:t>Mastertitelformat bearbeiten</a:t>
            </a:r>
            <a:endParaRPr lang="es-ES"/>
          </a:p>
        </p:txBody>
      </p:sp>
      <p:sp>
        <p:nvSpPr>
          <p:cNvPr id="3" name="Untertitel 2">
            <a:extLst>
              <a:ext uri="{FF2B5EF4-FFF2-40B4-BE49-F238E27FC236}">
                <a16:creationId xmlns:a16="http://schemas.microsoft.com/office/drawing/2014/main" id="{AE05143D-27BC-4D1B-B75C-ED6CB93BC93D}"/>
              </a:ext>
            </a:extLst>
          </p:cNvPr>
          <p:cNvSpPr>
            <a:spLocks noGrp="1"/>
          </p:cNvSpPr>
          <p:nvPr>
            <p:ph type="subTitle" idx="1"/>
          </p:nvPr>
        </p:nvSpPr>
        <p:spPr>
          <a:xfrm>
            <a:off x="944563" y="5294313"/>
            <a:ext cx="5670550" cy="243363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s-ES"/>
          </a:p>
        </p:txBody>
      </p:sp>
      <p:sp>
        <p:nvSpPr>
          <p:cNvPr id="4" name="Datumsplatzhalter 3">
            <a:extLst>
              <a:ext uri="{FF2B5EF4-FFF2-40B4-BE49-F238E27FC236}">
                <a16:creationId xmlns:a16="http://schemas.microsoft.com/office/drawing/2014/main" id="{71150785-53D6-679E-FC3D-92E5C8D72E55}"/>
              </a:ext>
            </a:extLst>
          </p:cNvPr>
          <p:cNvSpPr>
            <a:spLocks noGrp="1"/>
          </p:cNvSpPr>
          <p:nvPr>
            <p:ph type="dt" sz="half" idx="10"/>
          </p:nvPr>
        </p:nvSpPr>
        <p:spPr/>
        <p:txBody>
          <a:bodyPr/>
          <a:lstStyle/>
          <a:p>
            <a:pPr lvl="0"/>
            <a:endParaRPr lang="es-VE"/>
          </a:p>
        </p:txBody>
      </p:sp>
      <p:sp>
        <p:nvSpPr>
          <p:cNvPr id="5" name="Fußzeilenplatzhalter 4">
            <a:extLst>
              <a:ext uri="{FF2B5EF4-FFF2-40B4-BE49-F238E27FC236}">
                <a16:creationId xmlns:a16="http://schemas.microsoft.com/office/drawing/2014/main" id="{3DFE25CF-FB47-EF6C-DDD4-FBA225FFA93D}"/>
              </a:ext>
            </a:extLst>
          </p:cNvPr>
          <p:cNvSpPr>
            <a:spLocks noGrp="1"/>
          </p:cNvSpPr>
          <p:nvPr>
            <p:ph type="ftr" sz="quarter" idx="11"/>
          </p:nvPr>
        </p:nvSpPr>
        <p:spPr/>
        <p:txBody>
          <a:bodyPr/>
          <a:lstStyle/>
          <a:p>
            <a:pPr lvl="0"/>
            <a:endParaRPr lang="es-VE"/>
          </a:p>
        </p:txBody>
      </p:sp>
      <p:sp>
        <p:nvSpPr>
          <p:cNvPr id="6" name="Foliennummernplatzhalter 5">
            <a:extLst>
              <a:ext uri="{FF2B5EF4-FFF2-40B4-BE49-F238E27FC236}">
                <a16:creationId xmlns:a16="http://schemas.microsoft.com/office/drawing/2014/main" id="{F0953C22-F757-A7B1-3F49-5807D593F23C}"/>
              </a:ext>
            </a:extLst>
          </p:cNvPr>
          <p:cNvSpPr>
            <a:spLocks noGrp="1"/>
          </p:cNvSpPr>
          <p:nvPr>
            <p:ph type="sldNum" sz="quarter" idx="12"/>
          </p:nvPr>
        </p:nvSpPr>
        <p:spPr/>
        <p:txBody>
          <a:bodyPr/>
          <a:lstStyle/>
          <a:p>
            <a:pPr lvl="0"/>
            <a:fld id="{F40D3A7F-9868-4EDB-BD00-5F63CA8614E0}" type="slidenum">
              <a:t>‹Nr.›</a:t>
            </a:fld>
            <a:endParaRPr lang="es-VE"/>
          </a:p>
        </p:txBody>
      </p:sp>
    </p:spTree>
    <p:extLst>
      <p:ext uri="{BB962C8B-B14F-4D97-AF65-F5344CB8AC3E}">
        <p14:creationId xmlns:p14="http://schemas.microsoft.com/office/powerpoint/2010/main" val="634597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33D23B-AA79-C7E7-29D1-E70F0F617AD8}"/>
              </a:ext>
            </a:extLst>
          </p:cNvPr>
          <p:cNvSpPr>
            <a:spLocks noGrp="1"/>
          </p:cNvSpPr>
          <p:nvPr>
            <p:ph type="title"/>
          </p:nvPr>
        </p:nvSpPr>
        <p:spPr/>
        <p:txBody>
          <a:bodyPr/>
          <a:lstStyle/>
          <a:p>
            <a:r>
              <a:rPr lang="de-DE"/>
              <a:t>Mastertitelformat bearbeiten</a:t>
            </a:r>
            <a:endParaRPr lang="es-ES"/>
          </a:p>
        </p:txBody>
      </p:sp>
      <p:sp>
        <p:nvSpPr>
          <p:cNvPr id="3" name="Inhaltsplatzhalter 2">
            <a:extLst>
              <a:ext uri="{FF2B5EF4-FFF2-40B4-BE49-F238E27FC236}">
                <a16:creationId xmlns:a16="http://schemas.microsoft.com/office/drawing/2014/main" id="{ACA4ED7D-1A86-B534-AD54-79932D1B1526}"/>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Datumsplatzhalter 3">
            <a:extLst>
              <a:ext uri="{FF2B5EF4-FFF2-40B4-BE49-F238E27FC236}">
                <a16:creationId xmlns:a16="http://schemas.microsoft.com/office/drawing/2014/main" id="{D5D9E43A-F09D-B025-6EAD-7F72F518DE83}"/>
              </a:ext>
            </a:extLst>
          </p:cNvPr>
          <p:cNvSpPr>
            <a:spLocks noGrp="1"/>
          </p:cNvSpPr>
          <p:nvPr>
            <p:ph type="dt" sz="half" idx="10"/>
          </p:nvPr>
        </p:nvSpPr>
        <p:spPr/>
        <p:txBody>
          <a:bodyPr/>
          <a:lstStyle/>
          <a:p>
            <a:pPr lvl="0"/>
            <a:endParaRPr lang="es-VE"/>
          </a:p>
        </p:txBody>
      </p:sp>
      <p:sp>
        <p:nvSpPr>
          <p:cNvPr id="5" name="Fußzeilenplatzhalter 4">
            <a:extLst>
              <a:ext uri="{FF2B5EF4-FFF2-40B4-BE49-F238E27FC236}">
                <a16:creationId xmlns:a16="http://schemas.microsoft.com/office/drawing/2014/main" id="{E1CB7681-E122-4EB4-85A1-E2D533A0E1CB}"/>
              </a:ext>
            </a:extLst>
          </p:cNvPr>
          <p:cNvSpPr>
            <a:spLocks noGrp="1"/>
          </p:cNvSpPr>
          <p:nvPr>
            <p:ph type="ftr" sz="quarter" idx="11"/>
          </p:nvPr>
        </p:nvSpPr>
        <p:spPr/>
        <p:txBody>
          <a:bodyPr/>
          <a:lstStyle/>
          <a:p>
            <a:pPr lvl="0"/>
            <a:endParaRPr lang="es-VE"/>
          </a:p>
        </p:txBody>
      </p:sp>
      <p:sp>
        <p:nvSpPr>
          <p:cNvPr id="6" name="Foliennummernplatzhalter 5">
            <a:extLst>
              <a:ext uri="{FF2B5EF4-FFF2-40B4-BE49-F238E27FC236}">
                <a16:creationId xmlns:a16="http://schemas.microsoft.com/office/drawing/2014/main" id="{20FDA5F0-3D68-ECD9-93DD-50B4E3B78BE7}"/>
              </a:ext>
            </a:extLst>
          </p:cNvPr>
          <p:cNvSpPr>
            <a:spLocks noGrp="1"/>
          </p:cNvSpPr>
          <p:nvPr>
            <p:ph type="sldNum" sz="quarter" idx="12"/>
          </p:nvPr>
        </p:nvSpPr>
        <p:spPr/>
        <p:txBody>
          <a:bodyPr/>
          <a:lstStyle/>
          <a:p>
            <a:pPr lvl="0"/>
            <a:fld id="{8FC38E01-AFB5-4713-9498-55987E3D9D62}" type="slidenum">
              <a:t>‹Nr.›</a:t>
            </a:fld>
            <a:endParaRPr lang="es-VE"/>
          </a:p>
        </p:txBody>
      </p:sp>
    </p:spTree>
    <p:extLst>
      <p:ext uri="{BB962C8B-B14F-4D97-AF65-F5344CB8AC3E}">
        <p14:creationId xmlns:p14="http://schemas.microsoft.com/office/powerpoint/2010/main" val="1859601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11239B-3031-0949-F54C-1731FCC85B74}"/>
              </a:ext>
            </a:extLst>
          </p:cNvPr>
          <p:cNvSpPr>
            <a:spLocks noGrp="1"/>
          </p:cNvSpPr>
          <p:nvPr>
            <p:ph type="title"/>
          </p:nvPr>
        </p:nvSpPr>
        <p:spPr>
          <a:xfrm>
            <a:off x="515938" y="2513013"/>
            <a:ext cx="6519862" cy="4194175"/>
          </a:xfrm>
        </p:spPr>
        <p:txBody>
          <a:bodyPr anchor="b"/>
          <a:lstStyle>
            <a:lvl1pPr>
              <a:defRPr sz="6000"/>
            </a:lvl1pPr>
          </a:lstStyle>
          <a:p>
            <a:r>
              <a:rPr lang="de-DE"/>
              <a:t>Mastertitelformat bearbeiten</a:t>
            </a:r>
            <a:endParaRPr lang="es-ES"/>
          </a:p>
        </p:txBody>
      </p:sp>
      <p:sp>
        <p:nvSpPr>
          <p:cNvPr id="3" name="Textplatzhalter 2">
            <a:extLst>
              <a:ext uri="{FF2B5EF4-FFF2-40B4-BE49-F238E27FC236}">
                <a16:creationId xmlns:a16="http://schemas.microsoft.com/office/drawing/2014/main" id="{07107071-617E-7DFE-7516-234D364295C8}"/>
              </a:ext>
            </a:extLst>
          </p:cNvPr>
          <p:cNvSpPr>
            <a:spLocks noGrp="1"/>
          </p:cNvSpPr>
          <p:nvPr>
            <p:ph type="body" idx="1"/>
          </p:nvPr>
        </p:nvSpPr>
        <p:spPr>
          <a:xfrm>
            <a:off x="515938" y="6746875"/>
            <a:ext cx="6519862" cy="22050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CFA2617-69A8-7E93-9436-16034723C9D9}"/>
              </a:ext>
            </a:extLst>
          </p:cNvPr>
          <p:cNvSpPr>
            <a:spLocks noGrp="1"/>
          </p:cNvSpPr>
          <p:nvPr>
            <p:ph type="dt" sz="half" idx="10"/>
          </p:nvPr>
        </p:nvSpPr>
        <p:spPr/>
        <p:txBody>
          <a:bodyPr/>
          <a:lstStyle/>
          <a:p>
            <a:pPr lvl="0"/>
            <a:endParaRPr lang="es-VE"/>
          </a:p>
        </p:txBody>
      </p:sp>
      <p:sp>
        <p:nvSpPr>
          <p:cNvPr id="5" name="Fußzeilenplatzhalter 4">
            <a:extLst>
              <a:ext uri="{FF2B5EF4-FFF2-40B4-BE49-F238E27FC236}">
                <a16:creationId xmlns:a16="http://schemas.microsoft.com/office/drawing/2014/main" id="{F108331F-4485-63B3-5931-B3753B7257F1}"/>
              </a:ext>
            </a:extLst>
          </p:cNvPr>
          <p:cNvSpPr>
            <a:spLocks noGrp="1"/>
          </p:cNvSpPr>
          <p:nvPr>
            <p:ph type="ftr" sz="quarter" idx="11"/>
          </p:nvPr>
        </p:nvSpPr>
        <p:spPr/>
        <p:txBody>
          <a:bodyPr/>
          <a:lstStyle/>
          <a:p>
            <a:pPr lvl="0"/>
            <a:endParaRPr lang="es-VE"/>
          </a:p>
        </p:txBody>
      </p:sp>
      <p:sp>
        <p:nvSpPr>
          <p:cNvPr id="6" name="Foliennummernplatzhalter 5">
            <a:extLst>
              <a:ext uri="{FF2B5EF4-FFF2-40B4-BE49-F238E27FC236}">
                <a16:creationId xmlns:a16="http://schemas.microsoft.com/office/drawing/2014/main" id="{0F5DFCCA-4DC0-0046-428F-7B7EF0B6FFAE}"/>
              </a:ext>
            </a:extLst>
          </p:cNvPr>
          <p:cNvSpPr>
            <a:spLocks noGrp="1"/>
          </p:cNvSpPr>
          <p:nvPr>
            <p:ph type="sldNum" sz="quarter" idx="12"/>
          </p:nvPr>
        </p:nvSpPr>
        <p:spPr/>
        <p:txBody>
          <a:bodyPr/>
          <a:lstStyle/>
          <a:p>
            <a:pPr lvl="0"/>
            <a:fld id="{1BAA998E-A404-4730-BB09-8C38D3964463}" type="slidenum">
              <a:t>‹Nr.›</a:t>
            </a:fld>
            <a:endParaRPr lang="es-VE"/>
          </a:p>
        </p:txBody>
      </p:sp>
    </p:spTree>
    <p:extLst>
      <p:ext uri="{BB962C8B-B14F-4D97-AF65-F5344CB8AC3E}">
        <p14:creationId xmlns:p14="http://schemas.microsoft.com/office/powerpoint/2010/main" val="3052771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A6E121-DA10-AB53-FEBC-26BA7969E951}"/>
              </a:ext>
            </a:extLst>
          </p:cNvPr>
          <p:cNvSpPr>
            <a:spLocks noGrp="1"/>
          </p:cNvSpPr>
          <p:nvPr>
            <p:ph type="title"/>
          </p:nvPr>
        </p:nvSpPr>
        <p:spPr/>
        <p:txBody>
          <a:bodyPr/>
          <a:lstStyle/>
          <a:p>
            <a:r>
              <a:rPr lang="de-DE"/>
              <a:t>Mastertitelformat bearbeiten</a:t>
            </a:r>
            <a:endParaRPr lang="es-ES"/>
          </a:p>
        </p:txBody>
      </p:sp>
      <p:sp>
        <p:nvSpPr>
          <p:cNvPr id="3" name="Inhaltsplatzhalter 2">
            <a:extLst>
              <a:ext uri="{FF2B5EF4-FFF2-40B4-BE49-F238E27FC236}">
                <a16:creationId xmlns:a16="http://schemas.microsoft.com/office/drawing/2014/main" id="{A401C65B-4D33-6F0D-0A68-0F20BCAC9B96}"/>
              </a:ext>
            </a:extLst>
          </p:cNvPr>
          <p:cNvSpPr>
            <a:spLocks noGrp="1"/>
          </p:cNvSpPr>
          <p:nvPr>
            <p:ph sz="half" idx="1"/>
          </p:nvPr>
        </p:nvSpPr>
        <p:spPr>
          <a:xfrm>
            <a:off x="377825" y="2359025"/>
            <a:ext cx="3325813" cy="58451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Inhaltsplatzhalter 3">
            <a:extLst>
              <a:ext uri="{FF2B5EF4-FFF2-40B4-BE49-F238E27FC236}">
                <a16:creationId xmlns:a16="http://schemas.microsoft.com/office/drawing/2014/main" id="{8E1F5FA3-E32B-354E-9305-B05F9F106FF7}"/>
              </a:ext>
            </a:extLst>
          </p:cNvPr>
          <p:cNvSpPr>
            <a:spLocks noGrp="1"/>
          </p:cNvSpPr>
          <p:nvPr>
            <p:ph sz="half" idx="2"/>
          </p:nvPr>
        </p:nvSpPr>
        <p:spPr>
          <a:xfrm>
            <a:off x="3856038" y="2359025"/>
            <a:ext cx="3325812" cy="58451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5" name="Datumsplatzhalter 4">
            <a:extLst>
              <a:ext uri="{FF2B5EF4-FFF2-40B4-BE49-F238E27FC236}">
                <a16:creationId xmlns:a16="http://schemas.microsoft.com/office/drawing/2014/main" id="{652F216E-D5BE-279B-55AF-2FC2C66AB288}"/>
              </a:ext>
            </a:extLst>
          </p:cNvPr>
          <p:cNvSpPr>
            <a:spLocks noGrp="1"/>
          </p:cNvSpPr>
          <p:nvPr>
            <p:ph type="dt" sz="half" idx="10"/>
          </p:nvPr>
        </p:nvSpPr>
        <p:spPr/>
        <p:txBody>
          <a:bodyPr/>
          <a:lstStyle/>
          <a:p>
            <a:pPr lvl="0"/>
            <a:endParaRPr lang="es-VE"/>
          </a:p>
        </p:txBody>
      </p:sp>
      <p:sp>
        <p:nvSpPr>
          <p:cNvPr id="6" name="Fußzeilenplatzhalter 5">
            <a:extLst>
              <a:ext uri="{FF2B5EF4-FFF2-40B4-BE49-F238E27FC236}">
                <a16:creationId xmlns:a16="http://schemas.microsoft.com/office/drawing/2014/main" id="{E64503DB-F01F-0C0A-6ACB-F02586CE0FD5}"/>
              </a:ext>
            </a:extLst>
          </p:cNvPr>
          <p:cNvSpPr>
            <a:spLocks noGrp="1"/>
          </p:cNvSpPr>
          <p:nvPr>
            <p:ph type="ftr" sz="quarter" idx="11"/>
          </p:nvPr>
        </p:nvSpPr>
        <p:spPr/>
        <p:txBody>
          <a:bodyPr/>
          <a:lstStyle/>
          <a:p>
            <a:pPr lvl="0"/>
            <a:endParaRPr lang="es-VE"/>
          </a:p>
        </p:txBody>
      </p:sp>
      <p:sp>
        <p:nvSpPr>
          <p:cNvPr id="7" name="Foliennummernplatzhalter 6">
            <a:extLst>
              <a:ext uri="{FF2B5EF4-FFF2-40B4-BE49-F238E27FC236}">
                <a16:creationId xmlns:a16="http://schemas.microsoft.com/office/drawing/2014/main" id="{226AA215-A81A-B407-D926-D786EDC1337F}"/>
              </a:ext>
            </a:extLst>
          </p:cNvPr>
          <p:cNvSpPr>
            <a:spLocks noGrp="1"/>
          </p:cNvSpPr>
          <p:nvPr>
            <p:ph type="sldNum" sz="quarter" idx="12"/>
          </p:nvPr>
        </p:nvSpPr>
        <p:spPr/>
        <p:txBody>
          <a:bodyPr/>
          <a:lstStyle/>
          <a:p>
            <a:pPr lvl="0"/>
            <a:fld id="{D6126195-FC61-45E9-93F7-E54E87C9B1E3}" type="slidenum">
              <a:t>‹Nr.›</a:t>
            </a:fld>
            <a:endParaRPr lang="es-VE"/>
          </a:p>
        </p:txBody>
      </p:sp>
    </p:spTree>
    <p:extLst>
      <p:ext uri="{BB962C8B-B14F-4D97-AF65-F5344CB8AC3E}">
        <p14:creationId xmlns:p14="http://schemas.microsoft.com/office/powerpoint/2010/main" val="835349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342371-975B-C479-10F7-86ACC6515B58}"/>
              </a:ext>
            </a:extLst>
          </p:cNvPr>
          <p:cNvSpPr>
            <a:spLocks noGrp="1"/>
          </p:cNvSpPr>
          <p:nvPr>
            <p:ph type="title"/>
          </p:nvPr>
        </p:nvSpPr>
        <p:spPr>
          <a:xfrm>
            <a:off x="520700" y="536575"/>
            <a:ext cx="6519863" cy="1947863"/>
          </a:xfrm>
        </p:spPr>
        <p:txBody>
          <a:bodyPr/>
          <a:lstStyle/>
          <a:p>
            <a:r>
              <a:rPr lang="de-DE"/>
              <a:t>Mastertitelformat bearbeiten</a:t>
            </a:r>
            <a:endParaRPr lang="es-ES"/>
          </a:p>
        </p:txBody>
      </p:sp>
      <p:sp>
        <p:nvSpPr>
          <p:cNvPr id="3" name="Textplatzhalter 2">
            <a:extLst>
              <a:ext uri="{FF2B5EF4-FFF2-40B4-BE49-F238E27FC236}">
                <a16:creationId xmlns:a16="http://schemas.microsoft.com/office/drawing/2014/main" id="{236A21A4-724E-560C-B725-A516B41ED563}"/>
              </a:ext>
            </a:extLst>
          </p:cNvPr>
          <p:cNvSpPr>
            <a:spLocks noGrp="1"/>
          </p:cNvSpPr>
          <p:nvPr>
            <p:ph type="body" idx="1"/>
          </p:nvPr>
        </p:nvSpPr>
        <p:spPr>
          <a:xfrm>
            <a:off x="520700" y="2471738"/>
            <a:ext cx="3198813" cy="12112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EB91B4C-903F-EA80-32F5-540B561CAEEE}"/>
              </a:ext>
            </a:extLst>
          </p:cNvPr>
          <p:cNvSpPr>
            <a:spLocks noGrp="1"/>
          </p:cNvSpPr>
          <p:nvPr>
            <p:ph sz="half" idx="2"/>
          </p:nvPr>
        </p:nvSpPr>
        <p:spPr>
          <a:xfrm>
            <a:off x="520700" y="3683000"/>
            <a:ext cx="3198813" cy="54149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5" name="Textplatzhalter 4">
            <a:extLst>
              <a:ext uri="{FF2B5EF4-FFF2-40B4-BE49-F238E27FC236}">
                <a16:creationId xmlns:a16="http://schemas.microsoft.com/office/drawing/2014/main" id="{4343CBCF-C695-A7E5-EA8C-7E17C448679F}"/>
              </a:ext>
            </a:extLst>
          </p:cNvPr>
          <p:cNvSpPr>
            <a:spLocks noGrp="1"/>
          </p:cNvSpPr>
          <p:nvPr>
            <p:ph type="body" sz="quarter" idx="3"/>
          </p:nvPr>
        </p:nvSpPr>
        <p:spPr>
          <a:xfrm>
            <a:off x="3827463" y="2471738"/>
            <a:ext cx="3213100" cy="12112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EA19A587-8BF1-9C88-3EAC-23217E7F8E73}"/>
              </a:ext>
            </a:extLst>
          </p:cNvPr>
          <p:cNvSpPr>
            <a:spLocks noGrp="1"/>
          </p:cNvSpPr>
          <p:nvPr>
            <p:ph sz="quarter" idx="4"/>
          </p:nvPr>
        </p:nvSpPr>
        <p:spPr>
          <a:xfrm>
            <a:off x="3827463" y="3683000"/>
            <a:ext cx="3213100" cy="541496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7" name="Datumsplatzhalter 6">
            <a:extLst>
              <a:ext uri="{FF2B5EF4-FFF2-40B4-BE49-F238E27FC236}">
                <a16:creationId xmlns:a16="http://schemas.microsoft.com/office/drawing/2014/main" id="{4E929243-05FA-C3E0-104E-07340329DA13}"/>
              </a:ext>
            </a:extLst>
          </p:cNvPr>
          <p:cNvSpPr>
            <a:spLocks noGrp="1"/>
          </p:cNvSpPr>
          <p:nvPr>
            <p:ph type="dt" sz="half" idx="10"/>
          </p:nvPr>
        </p:nvSpPr>
        <p:spPr/>
        <p:txBody>
          <a:bodyPr/>
          <a:lstStyle/>
          <a:p>
            <a:pPr lvl="0"/>
            <a:endParaRPr lang="es-VE"/>
          </a:p>
        </p:txBody>
      </p:sp>
      <p:sp>
        <p:nvSpPr>
          <p:cNvPr id="8" name="Fußzeilenplatzhalter 7">
            <a:extLst>
              <a:ext uri="{FF2B5EF4-FFF2-40B4-BE49-F238E27FC236}">
                <a16:creationId xmlns:a16="http://schemas.microsoft.com/office/drawing/2014/main" id="{A9090804-CF06-8642-05D0-F12D03A541A8}"/>
              </a:ext>
            </a:extLst>
          </p:cNvPr>
          <p:cNvSpPr>
            <a:spLocks noGrp="1"/>
          </p:cNvSpPr>
          <p:nvPr>
            <p:ph type="ftr" sz="quarter" idx="11"/>
          </p:nvPr>
        </p:nvSpPr>
        <p:spPr/>
        <p:txBody>
          <a:bodyPr/>
          <a:lstStyle/>
          <a:p>
            <a:pPr lvl="0"/>
            <a:endParaRPr lang="es-VE"/>
          </a:p>
        </p:txBody>
      </p:sp>
      <p:sp>
        <p:nvSpPr>
          <p:cNvPr id="9" name="Foliennummernplatzhalter 8">
            <a:extLst>
              <a:ext uri="{FF2B5EF4-FFF2-40B4-BE49-F238E27FC236}">
                <a16:creationId xmlns:a16="http://schemas.microsoft.com/office/drawing/2014/main" id="{4C8297FF-9192-3FD6-D953-19F064E7FF95}"/>
              </a:ext>
            </a:extLst>
          </p:cNvPr>
          <p:cNvSpPr>
            <a:spLocks noGrp="1"/>
          </p:cNvSpPr>
          <p:nvPr>
            <p:ph type="sldNum" sz="quarter" idx="12"/>
          </p:nvPr>
        </p:nvSpPr>
        <p:spPr/>
        <p:txBody>
          <a:bodyPr/>
          <a:lstStyle/>
          <a:p>
            <a:pPr lvl="0"/>
            <a:fld id="{596FDE10-E4BA-431F-BAB2-1D6769AB47BB}" type="slidenum">
              <a:t>‹Nr.›</a:t>
            </a:fld>
            <a:endParaRPr lang="es-VE"/>
          </a:p>
        </p:txBody>
      </p:sp>
    </p:spTree>
    <p:extLst>
      <p:ext uri="{BB962C8B-B14F-4D97-AF65-F5344CB8AC3E}">
        <p14:creationId xmlns:p14="http://schemas.microsoft.com/office/powerpoint/2010/main" val="3145172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761555-392F-A711-161C-A02087BBA588}"/>
              </a:ext>
            </a:extLst>
          </p:cNvPr>
          <p:cNvSpPr>
            <a:spLocks noGrp="1"/>
          </p:cNvSpPr>
          <p:nvPr>
            <p:ph type="title"/>
          </p:nvPr>
        </p:nvSpPr>
        <p:spPr/>
        <p:txBody>
          <a:bodyPr/>
          <a:lstStyle/>
          <a:p>
            <a:r>
              <a:rPr lang="de-DE"/>
              <a:t>Mastertitelformat bearbeiten</a:t>
            </a:r>
            <a:endParaRPr lang="es-ES"/>
          </a:p>
        </p:txBody>
      </p:sp>
      <p:sp>
        <p:nvSpPr>
          <p:cNvPr id="3" name="Datumsplatzhalter 2">
            <a:extLst>
              <a:ext uri="{FF2B5EF4-FFF2-40B4-BE49-F238E27FC236}">
                <a16:creationId xmlns:a16="http://schemas.microsoft.com/office/drawing/2014/main" id="{CC81CC7B-9F44-D340-8BC0-A08A9F54A93E}"/>
              </a:ext>
            </a:extLst>
          </p:cNvPr>
          <p:cNvSpPr>
            <a:spLocks noGrp="1"/>
          </p:cNvSpPr>
          <p:nvPr>
            <p:ph type="dt" sz="half" idx="10"/>
          </p:nvPr>
        </p:nvSpPr>
        <p:spPr/>
        <p:txBody>
          <a:bodyPr/>
          <a:lstStyle/>
          <a:p>
            <a:pPr lvl="0"/>
            <a:endParaRPr lang="es-VE"/>
          </a:p>
        </p:txBody>
      </p:sp>
      <p:sp>
        <p:nvSpPr>
          <p:cNvPr id="4" name="Fußzeilenplatzhalter 3">
            <a:extLst>
              <a:ext uri="{FF2B5EF4-FFF2-40B4-BE49-F238E27FC236}">
                <a16:creationId xmlns:a16="http://schemas.microsoft.com/office/drawing/2014/main" id="{C81ACA0A-A160-9DCB-DBF0-C08FEFFED2FD}"/>
              </a:ext>
            </a:extLst>
          </p:cNvPr>
          <p:cNvSpPr>
            <a:spLocks noGrp="1"/>
          </p:cNvSpPr>
          <p:nvPr>
            <p:ph type="ftr" sz="quarter" idx="11"/>
          </p:nvPr>
        </p:nvSpPr>
        <p:spPr/>
        <p:txBody>
          <a:bodyPr/>
          <a:lstStyle/>
          <a:p>
            <a:pPr lvl="0"/>
            <a:endParaRPr lang="es-VE"/>
          </a:p>
        </p:txBody>
      </p:sp>
      <p:sp>
        <p:nvSpPr>
          <p:cNvPr id="5" name="Foliennummernplatzhalter 4">
            <a:extLst>
              <a:ext uri="{FF2B5EF4-FFF2-40B4-BE49-F238E27FC236}">
                <a16:creationId xmlns:a16="http://schemas.microsoft.com/office/drawing/2014/main" id="{EAD1F657-09F5-DAD5-D7DA-CFCB9DFB7D8C}"/>
              </a:ext>
            </a:extLst>
          </p:cNvPr>
          <p:cNvSpPr>
            <a:spLocks noGrp="1"/>
          </p:cNvSpPr>
          <p:nvPr>
            <p:ph type="sldNum" sz="quarter" idx="12"/>
          </p:nvPr>
        </p:nvSpPr>
        <p:spPr/>
        <p:txBody>
          <a:bodyPr/>
          <a:lstStyle/>
          <a:p>
            <a:pPr lvl="0"/>
            <a:fld id="{74742EDF-AB29-418C-8886-D653FB3AED02}" type="slidenum">
              <a:t>‹Nr.›</a:t>
            </a:fld>
            <a:endParaRPr lang="es-VE"/>
          </a:p>
        </p:txBody>
      </p:sp>
    </p:spTree>
    <p:extLst>
      <p:ext uri="{BB962C8B-B14F-4D97-AF65-F5344CB8AC3E}">
        <p14:creationId xmlns:p14="http://schemas.microsoft.com/office/powerpoint/2010/main" val="111854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2140065C-19EE-E22D-2E21-3EA5C4AC4014}"/>
              </a:ext>
            </a:extLst>
          </p:cNvPr>
          <p:cNvSpPr>
            <a:spLocks noGrp="1"/>
          </p:cNvSpPr>
          <p:nvPr>
            <p:ph type="dt" sz="half" idx="10"/>
          </p:nvPr>
        </p:nvSpPr>
        <p:spPr/>
        <p:txBody>
          <a:bodyPr/>
          <a:lstStyle/>
          <a:p>
            <a:pPr lvl="0"/>
            <a:endParaRPr lang="es-VE"/>
          </a:p>
        </p:txBody>
      </p:sp>
      <p:sp>
        <p:nvSpPr>
          <p:cNvPr id="3" name="Fußzeilenplatzhalter 2">
            <a:extLst>
              <a:ext uri="{FF2B5EF4-FFF2-40B4-BE49-F238E27FC236}">
                <a16:creationId xmlns:a16="http://schemas.microsoft.com/office/drawing/2014/main" id="{5877C886-8AD8-20C9-B6C0-C6D617B01AFF}"/>
              </a:ext>
            </a:extLst>
          </p:cNvPr>
          <p:cNvSpPr>
            <a:spLocks noGrp="1"/>
          </p:cNvSpPr>
          <p:nvPr>
            <p:ph type="ftr" sz="quarter" idx="11"/>
          </p:nvPr>
        </p:nvSpPr>
        <p:spPr/>
        <p:txBody>
          <a:bodyPr/>
          <a:lstStyle/>
          <a:p>
            <a:pPr lvl="0"/>
            <a:endParaRPr lang="es-VE"/>
          </a:p>
        </p:txBody>
      </p:sp>
      <p:sp>
        <p:nvSpPr>
          <p:cNvPr id="4" name="Foliennummernplatzhalter 3">
            <a:extLst>
              <a:ext uri="{FF2B5EF4-FFF2-40B4-BE49-F238E27FC236}">
                <a16:creationId xmlns:a16="http://schemas.microsoft.com/office/drawing/2014/main" id="{80C7D9E4-4A4A-B904-A8DC-BCF2B3C1ABD2}"/>
              </a:ext>
            </a:extLst>
          </p:cNvPr>
          <p:cNvSpPr>
            <a:spLocks noGrp="1"/>
          </p:cNvSpPr>
          <p:nvPr>
            <p:ph type="sldNum" sz="quarter" idx="12"/>
          </p:nvPr>
        </p:nvSpPr>
        <p:spPr/>
        <p:txBody>
          <a:bodyPr/>
          <a:lstStyle/>
          <a:p>
            <a:pPr lvl="0"/>
            <a:fld id="{796D2974-9AF2-4C50-B880-B243EB9DCEE3}" type="slidenum">
              <a:t>‹Nr.›</a:t>
            </a:fld>
            <a:endParaRPr lang="es-VE"/>
          </a:p>
        </p:txBody>
      </p:sp>
    </p:spTree>
    <p:extLst>
      <p:ext uri="{BB962C8B-B14F-4D97-AF65-F5344CB8AC3E}">
        <p14:creationId xmlns:p14="http://schemas.microsoft.com/office/powerpoint/2010/main" val="56509111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EA79B4-52D2-DAED-D496-22D759A346DF}"/>
              </a:ext>
            </a:extLst>
          </p:cNvPr>
          <p:cNvSpPr>
            <a:spLocks noGrp="1"/>
          </p:cNvSpPr>
          <p:nvPr>
            <p:ph type="title"/>
          </p:nvPr>
        </p:nvSpPr>
        <p:spPr>
          <a:xfrm>
            <a:off x="520700" y="671513"/>
            <a:ext cx="2438400" cy="2352675"/>
          </a:xfrm>
        </p:spPr>
        <p:txBody>
          <a:bodyPr anchor="b"/>
          <a:lstStyle>
            <a:lvl1pPr>
              <a:defRPr sz="3200"/>
            </a:lvl1pPr>
          </a:lstStyle>
          <a:p>
            <a:r>
              <a:rPr lang="de-DE"/>
              <a:t>Mastertitelformat bearbeiten</a:t>
            </a:r>
            <a:endParaRPr lang="es-ES"/>
          </a:p>
        </p:txBody>
      </p:sp>
      <p:sp>
        <p:nvSpPr>
          <p:cNvPr id="3" name="Inhaltsplatzhalter 2">
            <a:extLst>
              <a:ext uri="{FF2B5EF4-FFF2-40B4-BE49-F238E27FC236}">
                <a16:creationId xmlns:a16="http://schemas.microsoft.com/office/drawing/2014/main" id="{01BAB154-08EE-6173-9BB8-246A510E2326}"/>
              </a:ext>
            </a:extLst>
          </p:cNvPr>
          <p:cNvSpPr>
            <a:spLocks noGrp="1"/>
          </p:cNvSpPr>
          <p:nvPr>
            <p:ph idx="1"/>
          </p:nvPr>
        </p:nvSpPr>
        <p:spPr>
          <a:xfrm>
            <a:off x="3213100" y="1450975"/>
            <a:ext cx="3827463" cy="71643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Textplatzhalter 3">
            <a:extLst>
              <a:ext uri="{FF2B5EF4-FFF2-40B4-BE49-F238E27FC236}">
                <a16:creationId xmlns:a16="http://schemas.microsoft.com/office/drawing/2014/main" id="{57F4B191-D41D-3E3C-F8F0-159A3F36BCE9}"/>
              </a:ext>
            </a:extLst>
          </p:cNvPr>
          <p:cNvSpPr>
            <a:spLocks noGrp="1"/>
          </p:cNvSpPr>
          <p:nvPr>
            <p:ph type="body" sz="half" idx="2"/>
          </p:nvPr>
        </p:nvSpPr>
        <p:spPr>
          <a:xfrm>
            <a:off x="520700" y="3024188"/>
            <a:ext cx="2438400" cy="56022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6D249C7-EDD7-DE17-804B-A2299F3AFEBA}"/>
              </a:ext>
            </a:extLst>
          </p:cNvPr>
          <p:cNvSpPr>
            <a:spLocks noGrp="1"/>
          </p:cNvSpPr>
          <p:nvPr>
            <p:ph type="dt" sz="half" idx="10"/>
          </p:nvPr>
        </p:nvSpPr>
        <p:spPr/>
        <p:txBody>
          <a:bodyPr/>
          <a:lstStyle/>
          <a:p>
            <a:pPr lvl="0"/>
            <a:endParaRPr lang="es-VE"/>
          </a:p>
        </p:txBody>
      </p:sp>
      <p:sp>
        <p:nvSpPr>
          <p:cNvPr id="6" name="Fußzeilenplatzhalter 5">
            <a:extLst>
              <a:ext uri="{FF2B5EF4-FFF2-40B4-BE49-F238E27FC236}">
                <a16:creationId xmlns:a16="http://schemas.microsoft.com/office/drawing/2014/main" id="{17F718B8-648B-3D87-F3D0-665B2B312A20}"/>
              </a:ext>
            </a:extLst>
          </p:cNvPr>
          <p:cNvSpPr>
            <a:spLocks noGrp="1"/>
          </p:cNvSpPr>
          <p:nvPr>
            <p:ph type="ftr" sz="quarter" idx="11"/>
          </p:nvPr>
        </p:nvSpPr>
        <p:spPr/>
        <p:txBody>
          <a:bodyPr/>
          <a:lstStyle/>
          <a:p>
            <a:pPr lvl="0"/>
            <a:endParaRPr lang="es-VE"/>
          </a:p>
        </p:txBody>
      </p:sp>
      <p:sp>
        <p:nvSpPr>
          <p:cNvPr id="7" name="Foliennummernplatzhalter 6">
            <a:extLst>
              <a:ext uri="{FF2B5EF4-FFF2-40B4-BE49-F238E27FC236}">
                <a16:creationId xmlns:a16="http://schemas.microsoft.com/office/drawing/2014/main" id="{8DEB70AB-FB8E-B0D9-848D-0BDFCFDF1FBA}"/>
              </a:ext>
            </a:extLst>
          </p:cNvPr>
          <p:cNvSpPr>
            <a:spLocks noGrp="1"/>
          </p:cNvSpPr>
          <p:nvPr>
            <p:ph type="sldNum" sz="quarter" idx="12"/>
          </p:nvPr>
        </p:nvSpPr>
        <p:spPr/>
        <p:txBody>
          <a:bodyPr/>
          <a:lstStyle/>
          <a:p>
            <a:pPr lvl="0"/>
            <a:fld id="{45C92CB1-E739-4640-B689-A7379AFB64BC}" type="slidenum">
              <a:t>‹Nr.›</a:t>
            </a:fld>
            <a:endParaRPr lang="es-VE"/>
          </a:p>
        </p:txBody>
      </p:sp>
    </p:spTree>
    <p:extLst>
      <p:ext uri="{BB962C8B-B14F-4D97-AF65-F5344CB8AC3E}">
        <p14:creationId xmlns:p14="http://schemas.microsoft.com/office/powerpoint/2010/main" val="4169607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A038BE-E7F3-72C6-BB66-C028263201B7}"/>
              </a:ext>
            </a:extLst>
          </p:cNvPr>
          <p:cNvSpPr>
            <a:spLocks noGrp="1"/>
          </p:cNvSpPr>
          <p:nvPr>
            <p:ph type="title"/>
          </p:nvPr>
        </p:nvSpPr>
        <p:spPr>
          <a:xfrm>
            <a:off x="520700" y="671513"/>
            <a:ext cx="2438400" cy="2352675"/>
          </a:xfrm>
        </p:spPr>
        <p:txBody>
          <a:bodyPr anchor="b"/>
          <a:lstStyle>
            <a:lvl1pPr>
              <a:defRPr sz="3200"/>
            </a:lvl1pPr>
          </a:lstStyle>
          <a:p>
            <a:r>
              <a:rPr lang="de-DE"/>
              <a:t>Mastertitelformat bearbeiten</a:t>
            </a:r>
            <a:endParaRPr lang="es-ES"/>
          </a:p>
        </p:txBody>
      </p:sp>
      <p:sp>
        <p:nvSpPr>
          <p:cNvPr id="3" name="Bildplatzhalter 2">
            <a:extLst>
              <a:ext uri="{FF2B5EF4-FFF2-40B4-BE49-F238E27FC236}">
                <a16:creationId xmlns:a16="http://schemas.microsoft.com/office/drawing/2014/main" id="{675DAA7F-C00E-8A16-581D-F1B941FCFA3B}"/>
              </a:ext>
            </a:extLst>
          </p:cNvPr>
          <p:cNvSpPr>
            <a:spLocks noGrp="1"/>
          </p:cNvSpPr>
          <p:nvPr>
            <p:ph type="pic" idx="1"/>
          </p:nvPr>
        </p:nvSpPr>
        <p:spPr>
          <a:xfrm>
            <a:off x="3213100" y="1450975"/>
            <a:ext cx="3827463" cy="71643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platzhalter 3">
            <a:extLst>
              <a:ext uri="{FF2B5EF4-FFF2-40B4-BE49-F238E27FC236}">
                <a16:creationId xmlns:a16="http://schemas.microsoft.com/office/drawing/2014/main" id="{D521B494-0C5E-A51C-240E-5F372442F097}"/>
              </a:ext>
            </a:extLst>
          </p:cNvPr>
          <p:cNvSpPr>
            <a:spLocks noGrp="1"/>
          </p:cNvSpPr>
          <p:nvPr>
            <p:ph type="body" sz="half" idx="2"/>
          </p:nvPr>
        </p:nvSpPr>
        <p:spPr>
          <a:xfrm>
            <a:off x="520700" y="3024188"/>
            <a:ext cx="2438400" cy="56022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B9634F27-A616-43D3-B156-82A06F8AEB12}"/>
              </a:ext>
            </a:extLst>
          </p:cNvPr>
          <p:cNvSpPr>
            <a:spLocks noGrp="1"/>
          </p:cNvSpPr>
          <p:nvPr>
            <p:ph type="dt" sz="half" idx="10"/>
          </p:nvPr>
        </p:nvSpPr>
        <p:spPr/>
        <p:txBody>
          <a:bodyPr/>
          <a:lstStyle/>
          <a:p>
            <a:pPr lvl="0"/>
            <a:endParaRPr lang="es-VE"/>
          </a:p>
        </p:txBody>
      </p:sp>
      <p:sp>
        <p:nvSpPr>
          <p:cNvPr id="6" name="Fußzeilenplatzhalter 5">
            <a:extLst>
              <a:ext uri="{FF2B5EF4-FFF2-40B4-BE49-F238E27FC236}">
                <a16:creationId xmlns:a16="http://schemas.microsoft.com/office/drawing/2014/main" id="{7EA504AA-404A-2FF1-742F-1A00A92128B2}"/>
              </a:ext>
            </a:extLst>
          </p:cNvPr>
          <p:cNvSpPr>
            <a:spLocks noGrp="1"/>
          </p:cNvSpPr>
          <p:nvPr>
            <p:ph type="ftr" sz="quarter" idx="11"/>
          </p:nvPr>
        </p:nvSpPr>
        <p:spPr/>
        <p:txBody>
          <a:bodyPr/>
          <a:lstStyle/>
          <a:p>
            <a:pPr lvl="0"/>
            <a:endParaRPr lang="es-VE"/>
          </a:p>
        </p:txBody>
      </p:sp>
      <p:sp>
        <p:nvSpPr>
          <p:cNvPr id="7" name="Foliennummernplatzhalter 6">
            <a:extLst>
              <a:ext uri="{FF2B5EF4-FFF2-40B4-BE49-F238E27FC236}">
                <a16:creationId xmlns:a16="http://schemas.microsoft.com/office/drawing/2014/main" id="{88794DD0-C35B-D03B-4204-52230ECF3CEF}"/>
              </a:ext>
            </a:extLst>
          </p:cNvPr>
          <p:cNvSpPr>
            <a:spLocks noGrp="1"/>
          </p:cNvSpPr>
          <p:nvPr>
            <p:ph type="sldNum" sz="quarter" idx="12"/>
          </p:nvPr>
        </p:nvSpPr>
        <p:spPr/>
        <p:txBody>
          <a:bodyPr/>
          <a:lstStyle/>
          <a:p>
            <a:pPr lvl="0"/>
            <a:fld id="{EBE9DB29-74EB-475B-88EC-57977925FD53}" type="slidenum">
              <a:t>‹Nr.›</a:t>
            </a:fld>
            <a:endParaRPr lang="es-VE"/>
          </a:p>
        </p:txBody>
      </p:sp>
    </p:spTree>
    <p:extLst>
      <p:ext uri="{BB962C8B-B14F-4D97-AF65-F5344CB8AC3E}">
        <p14:creationId xmlns:p14="http://schemas.microsoft.com/office/powerpoint/2010/main" val="152740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B78A6C-B4C5-7416-D76D-26EB6481B5CA}"/>
              </a:ext>
            </a:extLst>
          </p:cNvPr>
          <p:cNvSpPr>
            <a:spLocks noGrp="1"/>
          </p:cNvSpPr>
          <p:nvPr>
            <p:ph type="title"/>
          </p:nvPr>
        </p:nvSpPr>
        <p:spPr/>
        <p:txBody>
          <a:bodyPr/>
          <a:lstStyle/>
          <a:p>
            <a:r>
              <a:rPr lang="de-DE"/>
              <a:t>Mastertitelformat bearbeiten</a:t>
            </a:r>
            <a:endParaRPr lang="es-ES"/>
          </a:p>
        </p:txBody>
      </p:sp>
      <p:sp>
        <p:nvSpPr>
          <p:cNvPr id="3" name="Vertikaler Textplatzhalter 2">
            <a:extLst>
              <a:ext uri="{FF2B5EF4-FFF2-40B4-BE49-F238E27FC236}">
                <a16:creationId xmlns:a16="http://schemas.microsoft.com/office/drawing/2014/main" id="{DBD62067-D09A-E1A1-3875-7D24C2E6D6A9}"/>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Datumsplatzhalter 3">
            <a:extLst>
              <a:ext uri="{FF2B5EF4-FFF2-40B4-BE49-F238E27FC236}">
                <a16:creationId xmlns:a16="http://schemas.microsoft.com/office/drawing/2014/main" id="{42855701-A204-AA90-B53D-BD4AD481CFD8}"/>
              </a:ext>
            </a:extLst>
          </p:cNvPr>
          <p:cNvSpPr>
            <a:spLocks noGrp="1"/>
          </p:cNvSpPr>
          <p:nvPr>
            <p:ph type="dt" sz="half" idx="10"/>
          </p:nvPr>
        </p:nvSpPr>
        <p:spPr/>
        <p:txBody>
          <a:bodyPr/>
          <a:lstStyle/>
          <a:p>
            <a:pPr lvl="0"/>
            <a:endParaRPr lang="es-VE"/>
          </a:p>
        </p:txBody>
      </p:sp>
      <p:sp>
        <p:nvSpPr>
          <p:cNvPr id="5" name="Fußzeilenplatzhalter 4">
            <a:extLst>
              <a:ext uri="{FF2B5EF4-FFF2-40B4-BE49-F238E27FC236}">
                <a16:creationId xmlns:a16="http://schemas.microsoft.com/office/drawing/2014/main" id="{715D3462-93AE-EA0B-F26B-9256AF6691AE}"/>
              </a:ext>
            </a:extLst>
          </p:cNvPr>
          <p:cNvSpPr>
            <a:spLocks noGrp="1"/>
          </p:cNvSpPr>
          <p:nvPr>
            <p:ph type="ftr" sz="quarter" idx="11"/>
          </p:nvPr>
        </p:nvSpPr>
        <p:spPr/>
        <p:txBody>
          <a:bodyPr/>
          <a:lstStyle/>
          <a:p>
            <a:pPr lvl="0"/>
            <a:endParaRPr lang="es-VE"/>
          </a:p>
        </p:txBody>
      </p:sp>
      <p:sp>
        <p:nvSpPr>
          <p:cNvPr id="6" name="Foliennummernplatzhalter 5">
            <a:extLst>
              <a:ext uri="{FF2B5EF4-FFF2-40B4-BE49-F238E27FC236}">
                <a16:creationId xmlns:a16="http://schemas.microsoft.com/office/drawing/2014/main" id="{77390B5C-B8D9-32EF-5106-50604B82175D}"/>
              </a:ext>
            </a:extLst>
          </p:cNvPr>
          <p:cNvSpPr>
            <a:spLocks noGrp="1"/>
          </p:cNvSpPr>
          <p:nvPr>
            <p:ph type="sldNum" sz="quarter" idx="12"/>
          </p:nvPr>
        </p:nvSpPr>
        <p:spPr/>
        <p:txBody>
          <a:bodyPr/>
          <a:lstStyle/>
          <a:p>
            <a:pPr lvl="0"/>
            <a:fld id="{C95984EB-94EE-4F03-87E2-E979A431845B}" type="slidenum">
              <a:t>‹Nr.›</a:t>
            </a:fld>
            <a:endParaRPr lang="es-VE"/>
          </a:p>
        </p:txBody>
      </p:sp>
    </p:spTree>
    <p:extLst>
      <p:ext uri="{BB962C8B-B14F-4D97-AF65-F5344CB8AC3E}">
        <p14:creationId xmlns:p14="http://schemas.microsoft.com/office/powerpoint/2010/main" val="182682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70AAA53F-74D7-BBD7-29CF-EE117B4B1FD3}"/>
              </a:ext>
            </a:extLst>
          </p:cNvPr>
          <p:cNvSpPr>
            <a:spLocks noGrp="1"/>
          </p:cNvSpPr>
          <p:nvPr>
            <p:ph type="title" orient="vert"/>
          </p:nvPr>
        </p:nvSpPr>
        <p:spPr>
          <a:xfrm>
            <a:off x="5481638" y="401638"/>
            <a:ext cx="1700212" cy="7802562"/>
          </a:xfrm>
        </p:spPr>
        <p:txBody>
          <a:bodyPr vert="eaVert"/>
          <a:lstStyle/>
          <a:p>
            <a:r>
              <a:rPr lang="de-DE"/>
              <a:t>Mastertitelformat bearbeiten</a:t>
            </a:r>
            <a:endParaRPr lang="es-ES"/>
          </a:p>
        </p:txBody>
      </p:sp>
      <p:sp>
        <p:nvSpPr>
          <p:cNvPr id="3" name="Vertikaler Textplatzhalter 2">
            <a:extLst>
              <a:ext uri="{FF2B5EF4-FFF2-40B4-BE49-F238E27FC236}">
                <a16:creationId xmlns:a16="http://schemas.microsoft.com/office/drawing/2014/main" id="{8B645D5C-FD94-7881-94AD-6D4DA65CA6A8}"/>
              </a:ext>
            </a:extLst>
          </p:cNvPr>
          <p:cNvSpPr>
            <a:spLocks noGrp="1"/>
          </p:cNvSpPr>
          <p:nvPr>
            <p:ph type="body" orient="vert" idx="1"/>
          </p:nvPr>
        </p:nvSpPr>
        <p:spPr>
          <a:xfrm>
            <a:off x="377825" y="401638"/>
            <a:ext cx="4951413" cy="7802562"/>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
          </a:p>
        </p:txBody>
      </p:sp>
      <p:sp>
        <p:nvSpPr>
          <p:cNvPr id="4" name="Datumsplatzhalter 3">
            <a:extLst>
              <a:ext uri="{FF2B5EF4-FFF2-40B4-BE49-F238E27FC236}">
                <a16:creationId xmlns:a16="http://schemas.microsoft.com/office/drawing/2014/main" id="{469A3A8E-846B-AAFC-B08E-E5935BF3D53C}"/>
              </a:ext>
            </a:extLst>
          </p:cNvPr>
          <p:cNvSpPr>
            <a:spLocks noGrp="1"/>
          </p:cNvSpPr>
          <p:nvPr>
            <p:ph type="dt" sz="half" idx="10"/>
          </p:nvPr>
        </p:nvSpPr>
        <p:spPr/>
        <p:txBody>
          <a:bodyPr/>
          <a:lstStyle/>
          <a:p>
            <a:pPr lvl="0"/>
            <a:endParaRPr lang="es-VE"/>
          </a:p>
        </p:txBody>
      </p:sp>
      <p:sp>
        <p:nvSpPr>
          <p:cNvPr id="5" name="Fußzeilenplatzhalter 4">
            <a:extLst>
              <a:ext uri="{FF2B5EF4-FFF2-40B4-BE49-F238E27FC236}">
                <a16:creationId xmlns:a16="http://schemas.microsoft.com/office/drawing/2014/main" id="{B8100CF3-F19D-EE30-EBFF-83EAABDF2071}"/>
              </a:ext>
            </a:extLst>
          </p:cNvPr>
          <p:cNvSpPr>
            <a:spLocks noGrp="1"/>
          </p:cNvSpPr>
          <p:nvPr>
            <p:ph type="ftr" sz="quarter" idx="11"/>
          </p:nvPr>
        </p:nvSpPr>
        <p:spPr/>
        <p:txBody>
          <a:bodyPr/>
          <a:lstStyle/>
          <a:p>
            <a:pPr lvl="0"/>
            <a:endParaRPr lang="es-VE"/>
          </a:p>
        </p:txBody>
      </p:sp>
      <p:sp>
        <p:nvSpPr>
          <p:cNvPr id="6" name="Foliennummernplatzhalter 5">
            <a:extLst>
              <a:ext uri="{FF2B5EF4-FFF2-40B4-BE49-F238E27FC236}">
                <a16:creationId xmlns:a16="http://schemas.microsoft.com/office/drawing/2014/main" id="{68DF06F7-196A-FF25-1984-67B057C28A63}"/>
              </a:ext>
            </a:extLst>
          </p:cNvPr>
          <p:cNvSpPr>
            <a:spLocks noGrp="1"/>
          </p:cNvSpPr>
          <p:nvPr>
            <p:ph type="sldNum" sz="quarter" idx="12"/>
          </p:nvPr>
        </p:nvSpPr>
        <p:spPr/>
        <p:txBody>
          <a:bodyPr/>
          <a:lstStyle/>
          <a:p>
            <a:pPr lvl="0"/>
            <a:fld id="{309F5EF6-AFED-4856-BE66-6631F6172593}" type="slidenum">
              <a:t>‹Nr.›</a:t>
            </a:fld>
            <a:endParaRPr lang="es-VE"/>
          </a:p>
        </p:txBody>
      </p:sp>
    </p:spTree>
    <p:extLst>
      <p:ext uri="{BB962C8B-B14F-4D97-AF65-F5344CB8AC3E}">
        <p14:creationId xmlns:p14="http://schemas.microsoft.com/office/powerpoint/2010/main" val="2134103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42FFCD7E-D738-EE32-6E42-5DF44C52C9DF}"/>
              </a:ext>
            </a:extLst>
          </p:cNvPr>
          <p:cNvSpPr txBox="1">
            <a:spLocks noGrp="1"/>
          </p:cNvSpPr>
          <p:nvPr>
            <p:ph type="title"/>
          </p:nvPr>
        </p:nvSpPr>
        <p:spPr>
          <a:xfrm>
            <a:off x="377640" y="401760"/>
            <a:ext cx="6803640" cy="1682639"/>
          </a:xfrm>
          <a:prstGeom prst="rect">
            <a:avLst/>
          </a:prstGeom>
          <a:noFill/>
          <a:ln>
            <a:noFill/>
          </a:ln>
        </p:spPr>
        <p:txBody>
          <a:bodyPr lIns="0" tIns="0" rIns="0" bIns="0" anchor="ctr"/>
          <a:lstStyle/>
          <a:p>
            <a:endParaRPr lang="es-VE"/>
          </a:p>
        </p:txBody>
      </p:sp>
      <p:sp>
        <p:nvSpPr>
          <p:cNvPr id="3" name="Textplatzhalter 2">
            <a:extLst>
              <a:ext uri="{FF2B5EF4-FFF2-40B4-BE49-F238E27FC236}">
                <a16:creationId xmlns:a16="http://schemas.microsoft.com/office/drawing/2014/main" id="{917B84CD-7DFF-3F6E-820D-6ECCC7CD8A43}"/>
              </a:ext>
            </a:extLst>
          </p:cNvPr>
          <p:cNvSpPr txBox="1">
            <a:spLocks noGrp="1"/>
          </p:cNvSpPr>
          <p:nvPr>
            <p:ph type="body" idx="1"/>
          </p:nvPr>
        </p:nvSpPr>
        <p:spPr>
          <a:xfrm>
            <a:off x="377640" y="2358360"/>
            <a:ext cx="6803640" cy="5845680"/>
          </a:xfrm>
          <a:prstGeom prst="rect">
            <a:avLst/>
          </a:prstGeom>
          <a:noFill/>
          <a:ln>
            <a:noFill/>
          </a:ln>
        </p:spPr>
        <p:txBody>
          <a:bodyPr lIns="0" tIns="0" rIns="0" bIns="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VE"/>
          </a:p>
        </p:txBody>
      </p:sp>
      <p:sp>
        <p:nvSpPr>
          <p:cNvPr id="4" name="Datumsplatzhalter 3">
            <a:extLst>
              <a:ext uri="{FF2B5EF4-FFF2-40B4-BE49-F238E27FC236}">
                <a16:creationId xmlns:a16="http://schemas.microsoft.com/office/drawing/2014/main" id="{A4D9621A-CCC7-0BC1-80D8-54BF251C31BD}"/>
              </a:ext>
            </a:extLst>
          </p:cNvPr>
          <p:cNvSpPr txBox="1">
            <a:spLocks noGrp="1"/>
          </p:cNvSpPr>
          <p:nvPr>
            <p:ph type="dt" sz="half" idx="2"/>
          </p:nvPr>
        </p:nvSpPr>
        <p:spPr>
          <a:xfrm>
            <a:off x="377640" y="9182520"/>
            <a:ext cx="1761119" cy="694439"/>
          </a:xfrm>
          <a:prstGeom prst="rect">
            <a:avLst/>
          </a:prstGeom>
          <a:noFill/>
          <a:ln>
            <a:noFill/>
          </a:ln>
        </p:spPr>
        <p:txBody>
          <a:bodyPr lIns="0" tIns="0" rIns="0" bIns="0" anchorCtr="0">
            <a:noAutofit/>
          </a:bodyPr>
          <a:lstStyle>
            <a:lvl1pPr lvl="0" hangingPunct="0">
              <a:buNone/>
              <a:tabLst/>
              <a:defRPr lang="es-VE" sz="1400" kern="1200">
                <a:latin typeface="Liberation Serif" pitchFamily="18"/>
                <a:ea typeface="DejaVu Sans" pitchFamily="2"/>
                <a:cs typeface="DejaVu Sans" pitchFamily="2"/>
              </a:defRPr>
            </a:lvl1pPr>
          </a:lstStyle>
          <a:p>
            <a:pPr lvl="0"/>
            <a:endParaRPr lang="es-VE"/>
          </a:p>
        </p:txBody>
      </p:sp>
      <p:sp>
        <p:nvSpPr>
          <p:cNvPr id="5" name="Fußzeilenplatzhalter 4">
            <a:extLst>
              <a:ext uri="{FF2B5EF4-FFF2-40B4-BE49-F238E27FC236}">
                <a16:creationId xmlns:a16="http://schemas.microsoft.com/office/drawing/2014/main" id="{4DFBFEE0-7B06-1B6C-E507-8926F7897D24}"/>
              </a:ext>
            </a:extLst>
          </p:cNvPr>
          <p:cNvSpPr txBox="1">
            <a:spLocks noGrp="1"/>
          </p:cNvSpPr>
          <p:nvPr>
            <p:ph type="ftr" sz="quarter" idx="3"/>
          </p:nvPr>
        </p:nvSpPr>
        <p:spPr>
          <a:xfrm>
            <a:off x="2585160" y="9182520"/>
            <a:ext cx="2396160" cy="694439"/>
          </a:xfrm>
          <a:prstGeom prst="rect">
            <a:avLst/>
          </a:prstGeom>
          <a:noFill/>
          <a:ln>
            <a:noFill/>
          </a:ln>
        </p:spPr>
        <p:txBody>
          <a:bodyPr lIns="0" tIns="0" rIns="0" bIns="0" anchorCtr="0">
            <a:noAutofit/>
          </a:bodyPr>
          <a:lstStyle>
            <a:lvl1pPr lvl="0" algn="ctr" hangingPunct="0">
              <a:buNone/>
              <a:tabLst/>
              <a:defRPr lang="es-VE" sz="1400" kern="1200">
                <a:latin typeface="Liberation Serif" pitchFamily="18"/>
                <a:ea typeface="DejaVu Sans" pitchFamily="2"/>
                <a:cs typeface="DejaVu Sans" pitchFamily="2"/>
              </a:defRPr>
            </a:lvl1pPr>
          </a:lstStyle>
          <a:p>
            <a:pPr lvl="0"/>
            <a:endParaRPr lang="es-VE"/>
          </a:p>
        </p:txBody>
      </p:sp>
      <p:sp>
        <p:nvSpPr>
          <p:cNvPr id="6" name="Foliennummernplatzhalter 5">
            <a:extLst>
              <a:ext uri="{FF2B5EF4-FFF2-40B4-BE49-F238E27FC236}">
                <a16:creationId xmlns:a16="http://schemas.microsoft.com/office/drawing/2014/main" id="{1C81C134-3C12-9BD3-6E08-2143AE73919F}"/>
              </a:ext>
            </a:extLst>
          </p:cNvPr>
          <p:cNvSpPr txBox="1">
            <a:spLocks noGrp="1"/>
          </p:cNvSpPr>
          <p:nvPr>
            <p:ph type="sldNum" sz="quarter" idx="4"/>
          </p:nvPr>
        </p:nvSpPr>
        <p:spPr>
          <a:xfrm>
            <a:off x="5420160" y="9182520"/>
            <a:ext cx="1761119" cy="694439"/>
          </a:xfrm>
          <a:prstGeom prst="rect">
            <a:avLst/>
          </a:prstGeom>
          <a:noFill/>
          <a:ln>
            <a:noFill/>
          </a:ln>
        </p:spPr>
        <p:txBody>
          <a:bodyPr lIns="0" tIns="0" rIns="0" bIns="0" anchorCtr="0">
            <a:noAutofit/>
          </a:bodyPr>
          <a:lstStyle>
            <a:lvl1pPr lvl="0" algn="r" hangingPunct="0">
              <a:buNone/>
              <a:tabLst/>
              <a:defRPr lang="es-VE" sz="1400" kern="1200">
                <a:latin typeface="Liberation Serif" pitchFamily="18"/>
                <a:ea typeface="DejaVu Sans" pitchFamily="2"/>
                <a:cs typeface="DejaVu Sans" pitchFamily="2"/>
              </a:defRPr>
            </a:lvl1pPr>
          </a:lstStyle>
          <a:p>
            <a:pPr lvl="0"/>
            <a:fld id="{188F610B-5BFD-4263-97B5-7DBB3115D59E}" type="slidenum">
              <a:t>‹Nr.›</a:t>
            </a:fld>
            <a:endParaRPr lang="es-V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hangingPunct="0">
        <a:tabLst/>
        <a:defRPr lang="es-VE" sz="7820" b="0" i="0" u="none" strike="noStrike" kern="1200" cap="none">
          <a:ln>
            <a:noFill/>
          </a:ln>
          <a:highlight>
            <a:scrgbClr r="0" g="0" b="0">
              <a:alpha val="0"/>
            </a:scrgbClr>
          </a:highlight>
          <a:latin typeface="Liberation Sans" pitchFamily="18"/>
        </a:defRPr>
      </a:lvl1pPr>
    </p:titleStyle>
    <p:bodyStyle>
      <a:lvl1pPr marL="0" marR="0" indent="0" hangingPunct="0">
        <a:spcBef>
          <a:spcPts val="2517"/>
        </a:spcBef>
        <a:spcAft>
          <a:spcPts val="0"/>
        </a:spcAft>
        <a:tabLst/>
        <a:defRPr lang="es-VE" sz="5690" b="0" i="0" u="none" strike="noStrike" kern="1200" cap="none">
          <a:ln>
            <a:noFill/>
          </a:ln>
          <a:highlight>
            <a:scrgbClr r="0" g="0" b="0">
              <a:alpha val="0"/>
            </a:scrgbClr>
          </a:highlight>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support.citrix.com/article/CTX110348#1"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s://docs.citrix.com/en-us/netscaler/11/traffic-management/gslb/configure-gslb.html" TargetMode="External"/><Relationship Id="rId4" Type="http://schemas.openxmlformats.org/officeDocument/2006/relationships/hyperlink" Target="https://www.citrix.com/blogs/2015/08/25/global-server-load-balancing-part-1-2/"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grpSp>
        <p:nvGrpSpPr>
          <p:cNvPr id="2" name="Gruppieren 1">
            <a:extLst>
              <a:ext uri="{FF2B5EF4-FFF2-40B4-BE49-F238E27FC236}">
                <a16:creationId xmlns:a16="http://schemas.microsoft.com/office/drawing/2014/main" id="{177C6E94-1FB9-41AE-90A5-530B1CF73C34}"/>
              </a:ext>
            </a:extLst>
          </p:cNvPr>
          <p:cNvGrpSpPr/>
          <p:nvPr/>
        </p:nvGrpSpPr>
        <p:grpSpPr>
          <a:xfrm>
            <a:off x="3660479" y="2203919"/>
            <a:ext cx="512281" cy="523440"/>
            <a:chOff x="3660479" y="2203919"/>
            <a:chExt cx="512281" cy="523440"/>
          </a:xfrm>
        </p:grpSpPr>
        <p:sp>
          <p:nvSpPr>
            <p:cNvPr id="3" name="Freihandform: Form 2">
              <a:extLst>
                <a:ext uri="{FF2B5EF4-FFF2-40B4-BE49-F238E27FC236}">
                  <a16:creationId xmlns:a16="http://schemas.microsoft.com/office/drawing/2014/main" id="{D98B58E7-2ACD-5BCD-C6AD-E0BFF1F28363}"/>
                </a:ext>
              </a:extLst>
            </p:cNvPr>
            <p:cNvSpPr/>
            <p:nvPr/>
          </p:nvSpPr>
          <p:spPr>
            <a:xfrm>
              <a:off x="3988440" y="2509200"/>
              <a:ext cx="184320" cy="203400"/>
            </a:xfrm>
            <a:custGeom>
              <a:avLst/>
              <a:gdLst/>
              <a:ahLst/>
              <a:cxnLst>
                <a:cxn ang="3cd4">
                  <a:pos x="hc" y="t"/>
                </a:cxn>
                <a:cxn ang="cd2">
                  <a:pos x="l" y="vc"/>
                </a:cxn>
                <a:cxn ang="cd4">
                  <a:pos x="hc" y="b"/>
                </a:cxn>
                <a:cxn ang="0">
                  <a:pos x="r" y="vc"/>
                </a:cxn>
              </a:cxnLst>
              <a:rect l="l" t="t" r="r" b="b"/>
              <a:pathLst>
                <a:path w="513" h="566">
                  <a:moveTo>
                    <a:pt x="0" y="566"/>
                  </a:moveTo>
                  <a:cubicBezTo>
                    <a:pt x="223" y="566"/>
                    <a:pt x="513" y="404"/>
                    <a:pt x="513" y="242"/>
                  </a:cubicBezTo>
                  <a:cubicBezTo>
                    <a:pt x="513" y="81"/>
                    <a:pt x="504" y="0"/>
                    <a:pt x="342" y="0"/>
                  </a:cubicBezTo>
                  <a:cubicBezTo>
                    <a:pt x="342" y="173"/>
                    <a:pt x="0" y="334"/>
                    <a:pt x="0" y="566"/>
                  </a:cubicBezTo>
                  <a:close/>
                </a:path>
              </a:pathLst>
            </a:custGeom>
            <a:solidFill>
              <a:srgbClr val="DDDDDD"/>
            </a:solidFill>
            <a:ln w="14400">
              <a:solidFill>
                <a:srgbClr val="DDDDDD"/>
              </a:solidFill>
              <a:prstDash val="solid"/>
              <a:round/>
            </a:ln>
          </p:spPr>
          <p:txBody>
            <a:bodyPr wrap="squar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 name="Freihandform: Form 3">
              <a:extLst>
                <a:ext uri="{FF2B5EF4-FFF2-40B4-BE49-F238E27FC236}">
                  <a16:creationId xmlns:a16="http://schemas.microsoft.com/office/drawing/2014/main" id="{EFA873E7-7920-81B4-0D1F-21717DA5B853}"/>
                </a:ext>
              </a:extLst>
            </p:cNvPr>
            <p:cNvSpPr/>
            <p:nvPr/>
          </p:nvSpPr>
          <p:spPr>
            <a:xfrm>
              <a:off x="3660479" y="2378519"/>
              <a:ext cx="450720" cy="348840"/>
            </a:xfrm>
            <a:custGeom>
              <a:avLst/>
              <a:gdLst/>
              <a:ahLst/>
              <a:cxnLst>
                <a:cxn ang="3cd4">
                  <a:pos x="hc" y="t"/>
                </a:cxn>
                <a:cxn ang="cd2">
                  <a:pos x="l" y="vc"/>
                </a:cxn>
                <a:cxn ang="cd4">
                  <a:pos x="hc" y="b"/>
                </a:cxn>
                <a:cxn ang="0">
                  <a:pos x="r" y="vc"/>
                </a:cxn>
              </a:cxnLst>
              <a:rect l="l" t="t" r="r" b="b"/>
              <a:pathLst>
                <a:path w="1253" h="970">
                  <a:moveTo>
                    <a:pt x="1253" y="0"/>
                  </a:moveTo>
                  <a:cubicBezTo>
                    <a:pt x="1253" y="0"/>
                    <a:pt x="1253" y="647"/>
                    <a:pt x="1253" y="485"/>
                  </a:cubicBezTo>
                  <a:cubicBezTo>
                    <a:pt x="1253" y="768"/>
                    <a:pt x="982" y="970"/>
                    <a:pt x="627" y="970"/>
                  </a:cubicBezTo>
                  <a:cubicBezTo>
                    <a:pt x="272" y="970"/>
                    <a:pt x="0" y="768"/>
                    <a:pt x="0" y="485"/>
                  </a:cubicBezTo>
                  <a:cubicBezTo>
                    <a:pt x="0" y="485"/>
                    <a:pt x="0" y="283"/>
                    <a:pt x="0" y="0"/>
                  </a:cubicBezTo>
                  <a:cubicBezTo>
                    <a:pt x="0" y="283"/>
                    <a:pt x="285" y="485"/>
                    <a:pt x="627" y="485"/>
                  </a:cubicBezTo>
                  <a:cubicBezTo>
                    <a:pt x="969" y="485"/>
                    <a:pt x="1253" y="283"/>
                    <a:pt x="1253" y="0"/>
                  </a:cubicBezTo>
                  <a:close/>
                </a:path>
              </a:pathLst>
            </a:custGeom>
            <a:gradFill>
              <a:gsLst>
                <a:gs pos="0">
                  <a:srgbClr val="0073BC"/>
                </a:gs>
                <a:gs pos="50000">
                  <a:srgbClr val="7FB9DD"/>
                </a:gs>
                <a:gs pos="100000">
                  <a:srgbClr val="0073BC"/>
                </a:gs>
              </a:gsLst>
              <a:lin ang="0"/>
            </a:gra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 name="Freihandform: Form 4">
              <a:extLst>
                <a:ext uri="{FF2B5EF4-FFF2-40B4-BE49-F238E27FC236}">
                  <a16:creationId xmlns:a16="http://schemas.microsoft.com/office/drawing/2014/main" id="{41A7B5FA-AFDC-434D-D163-0D9948E47219}"/>
                </a:ext>
              </a:extLst>
            </p:cNvPr>
            <p:cNvSpPr/>
            <p:nvPr/>
          </p:nvSpPr>
          <p:spPr>
            <a:xfrm>
              <a:off x="3660479" y="2203919"/>
              <a:ext cx="450720" cy="348480"/>
            </a:xfrm>
            <a:custGeom>
              <a:avLst/>
              <a:gdLst/>
              <a:ahLst/>
              <a:cxnLst>
                <a:cxn ang="3cd4">
                  <a:pos x="hc" y="t"/>
                </a:cxn>
                <a:cxn ang="cd2">
                  <a:pos x="l" y="vc"/>
                </a:cxn>
                <a:cxn ang="cd4">
                  <a:pos x="hc" y="b"/>
                </a:cxn>
                <a:cxn ang="0">
                  <a:pos x="r" y="vc"/>
                </a:cxn>
              </a:cxnLst>
              <a:rect l="l" t="t" r="r" b="b"/>
              <a:pathLst>
                <a:path w="1253" h="969">
                  <a:moveTo>
                    <a:pt x="626" y="0"/>
                  </a:moveTo>
                  <a:cubicBezTo>
                    <a:pt x="981" y="0"/>
                    <a:pt x="1253" y="210"/>
                    <a:pt x="1253" y="484"/>
                  </a:cubicBezTo>
                  <a:cubicBezTo>
                    <a:pt x="1253" y="759"/>
                    <a:pt x="981" y="969"/>
                    <a:pt x="626" y="969"/>
                  </a:cubicBezTo>
                  <a:cubicBezTo>
                    <a:pt x="271" y="969"/>
                    <a:pt x="0" y="759"/>
                    <a:pt x="0" y="484"/>
                  </a:cubicBezTo>
                  <a:cubicBezTo>
                    <a:pt x="0" y="210"/>
                    <a:pt x="271" y="0"/>
                    <a:pt x="626" y="0"/>
                  </a:cubicBezTo>
                  <a:close/>
                </a:path>
              </a:pathLst>
            </a:custGeom>
            <a:gradFill>
              <a:gsLst>
                <a:gs pos="0">
                  <a:srgbClr val="0073BC"/>
                </a:gs>
                <a:gs pos="100000">
                  <a:srgbClr val="7FB9DD"/>
                </a:gs>
              </a:gsLst>
              <a:lin ang="5400000"/>
            </a:gra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 name="Freihandform: Form 5">
              <a:extLst>
                <a:ext uri="{FF2B5EF4-FFF2-40B4-BE49-F238E27FC236}">
                  <a16:creationId xmlns:a16="http://schemas.microsoft.com/office/drawing/2014/main" id="{93E54ACC-6A3F-72D9-08AA-D609828D2366}"/>
                </a:ext>
              </a:extLst>
            </p:cNvPr>
            <p:cNvSpPr/>
            <p:nvPr/>
          </p:nvSpPr>
          <p:spPr>
            <a:xfrm>
              <a:off x="3906720" y="2392920"/>
              <a:ext cx="122760" cy="86760"/>
            </a:xfrm>
            <a:custGeom>
              <a:avLst/>
              <a:gdLst/>
              <a:ahLst/>
              <a:cxnLst>
                <a:cxn ang="3cd4">
                  <a:pos x="hc" y="t"/>
                </a:cxn>
                <a:cxn ang="cd2">
                  <a:pos x="l" y="vc"/>
                </a:cxn>
                <a:cxn ang="cd4">
                  <a:pos x="hc" y="b"/>
                </a:cxn>
                <a:cxn ang="0">
                  <a:pos x="r" y="vc"/>
                </a:cxn>
              </a:cxnLst>
              <a:rect l="l" t="t" r="r" b="b"/>
              <a:pathLst>
                <a:path w="342" h="242">
                  <a:moveTo>
                    <a:pt x="171" y="0"/>
                  </a:moveTo>
                  <a:lnTo>
                    <a:pt x="114" y="40"/>
                  </a:lnTo>
                  <a:lnTo>
                    <a:pt x="342" y="202"/>
                  </a:lnTo>
                  <a:lnTo>
                    <a:pt x="285" y="242"/>
                  </a:lnTo>
                  <a:lnTo>
                    <a:pt x="57" y="81"/>
                  </a:lnTo>
                  <a:lnTo>
                    <a:pt x="0" y="121"/>
                  </a:lnTo>
                  <a:lnTo>
                    <a:pt x="0"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 name="Freihandform: Form 6">
              <a:extLst>
                <a:ext uri="{FF2B5EF4-FFF2-40B4-BE49-F238E27FC236}">
                  <a16:creationId xmlns:a16="http://schemas.microsoft.com/office/drawing/2014/main" id="{25D88295-68F5-CD65-55A6-0F04E78D7847}"/>
                </a:ext>
              </a:extLst>
            </p:cNvPr>
            <p:cNvSpPr/>
            <p:nvPr/>
          </p:nvSpPr>
          <p:spPr>
            <a:xfrm>
              <a:off x="3742560" y="2276639"/>
              <a:ext cx="122760" cy="86760"/>
            </a:xfrm>
            <a:custGeom>
              <a:avLst/>
              <a:gdLst/>
              <a:ahLst/>
              <a:cxnLst>
                <a:cxn ang="3cd4">
                  <a:pos x="hc" y="t"/>
                </a:cxn>
                <a:cxn ang="cd2">
                  <a:pos x="l" y="vc"/>
                </a:cxn>
                <a:cxn ang="cd4">
                  <a:pos x="hc" y="b"/>
                </a:cxn>
                <a:cxn ang="0">
                  <a:pos x="r" y="vc"/>
                </a:cxn>
              </a:cxnLst>
              <a:rect l="l" t="t" r="r" b="b"/>
              <a:pathLst>
                <a:path w="342" h="242">
                  <a:moveTo>
                    <a:pt x="285" y="162"/>
                  </a:moveTo>
                  <a:lnTo>
                    <a:pt x="342" y="121"/>
                  </a:lnTo>
                  <a:lnTo>
                    <a:pt x="342" y="242"/>
                  </a:lnTo>
                  <a:lnTo>
                    <a:pt x="171" y="242"/>
                  </a:lnTo>
                  <a:lnTo>
                    <a:pt x="227" y="202"/>
                  </a:lnTo>
                  <a:lnTo>
                    <a:pt x="0" y="40"/>
                  </a:lnTo>
                  <a:lnTo>
                    <a:pt x="57"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 name="Freihandform: Form 7">
              <a:extLst>
                <a:ext uri="{FF2B5EF4-FFF2-40B4-BE49-F238E27FC236}">
                  <a16:creationId xmlns:a16="http://schemas.microsoft.com/office/drawing/2014/main" id="{D1A01173-3A3C-9B56-D0F3-7B02FF379BC0}"/>
                </a:ext>
              </a:extLst>
            </p:cNvPr>
            <p:cNvSpPr/>
            <p:nvPr/>
          </p:nvSpPr>
          <p:spPr>
            <a:xfrm>
              <a:off x="3742560" y="2392920"/>
              <a:ext cx="122760" cy="86760"/>
            </a:xfrm>
            <a:custGeom>
              <a:avLst/>
              <a:gdLst/>
              <a:ahLst/>
              <a:cxnLst>
                <a:cxn ang="3cd4">
                  <a:pos x="hc" y="t"/>
                </a:cxn>
                <a:cxn ang="cd2">
                  <a:pos x="l" y="vc"/>
                </a:cxn>
                <a:cxn ang="cd4">
                  <a:pos x="hc" y="b"/>
                </a:cxn>
                <a:cxn ang="0">
                  <a:pos x="r" y="vc"/>
                </a:cxn>
              </a:cxnLst>
              <a:rect l="l" t="t" r="r" b="b"/>
              <a:pathLst>
                <a:path w="342" h="242">
                  <a:moveTo>
                    <a:pt x="57" y="162"/>
                  </a:moveTo>
                  <a:lnTo>
                    <a:pt x="285" y="0"/>
                  </a:lnTo>
                  <a:lnTo>
                    <a:pt x="342" y="40"/>
                  </a:lnTo>
                  <a:lnTo>
                    <a:pt x="114" y="202"/>
                  </a:lnTo>
                  <a:lnTo>
                    <a:pt x="171" y="242"/>
                  </a:lnTo>
                  <a:lnTo>
                    <a:pt x="0" y="242"/>
                  </a:lnTo>
                  <a:lnTo>
                    <a:pt x="0" y="121"/>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 name="Freihandform: Form 8">
              <a:extLst>
                <a:ext uri="{FF2B5EF4-FFF2-40B4-BE49-F238E27FC236}">
                  <a16:creationId xmlns:a16="http://schemas.microsoft.com/office/drawing/2014/main" id="{B10BA39A-517D-AA42-77F4-ABD3DF2776AD}"/>
                </a:ext>
              </a:extLst>
            </p:cNvPr>
            <p:cNvSpPr/>
            <p:nvPr/>
          </p:nvSpPr>
          <p:spPr>
            <a:xfrm>
              <a:off x="3906720" y="2276639"/>
              <a:ext cx="122760" cy="86760"/>
            </a:xfrm>
            <a:custGeom>
              <a:avLst/>
              <a:gdLst/>
              <a:ahLst/>
              <a:cxnLst>
                <a:cxn ang="3cd4">
                  <a:pos x="hc" y="t"/>
                </a:cxn>
                <a:cxn ang="cd2">
                  <a:pos x="l" y="vc"/>
                </a:cxn>
                <a:cxn ang="cd4">
                  <a:pos x="hc" y="b"/>
                </a:cxn>
                <a:cxn ang="0">
                  <a:pos x="r" y="vc"/>
                </a:cxn>
              </a:cxnLst>
              <a:rect l="l" t="t" r="r" b="b"/>
              <a:pathLst>
                <a:path w="342" h="242">
                  <a:moveTo>
                    <a:pt x="227" y="40"/>
                  </a:moveTo>
                  <a:lnTo>
                    <a:pt x="171" y="0"/>
                  </a:lnTo>
                  <a:lnTo>
                    <a:pt x="342" y="0"/>
                  </a:lnTo>
                  <a:lnTo>
                    <a:pt x="342" y="121"/>
                  </a:lnTo>
                  <a:lnTo>
                    <a:pt x="285" y="81"/>
                  </a:lnTo>
                  <a:lnTo>
                    <a:pt x="57" y="242"/>
                  </a:lnTo>
                  <a:lnTo>
                    <a:pt x="0" y="20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 name="Freihandform: Form 9">
              <a:extLst>
                <a:ext uri="{FF2B5EF4-FFF2-40B4-BE49-F238E27FC236}">
                  <a16:creationId xmlns:a16="http://schemas.microsoft.com/office/drawing/2014/main" id="{8C9B04E0-DEC6-0DCA-9E4B-1D98AFDB71CE}"/>
                </a:ext>
              </a:extLst>
            </p:cNvPr>
            <p:cNvSpPr/>
            <p:nvPr/>
          </p:nvSpPr>
          <p:spPr>
            <a:xfrm>
              <a:off x="3660479" y="2203919"/>
              <a:ext cx="450720" cy="523079"/>
            </a:xfrm>
            <a:custGeom>
              <a:avLst/>
              <a:gdLst/>
              <a:ahLst/>
              <a:cxnLst>
                <a:cxn ang="3cd4">
                  <a:pos x="hc" y="t"/>
                </a:cxn>
                <a:cxn ang="cd2">
                  <a:pos x="l" y="vc"/>
                </a:cxn>
                <a:cxn ang="cd4">
                  <a:pos x="hc" y="b"/>
                </a:cxn>
                <a:cxn ang="0">
                  <a:pos x="r" y="vc"/>
                </a:cxn>
              </a:cxnLst>
              <a:rect l="l" t="t" r="r" b="b"/>
              <a:pathLst>
                <a:path w="1253" h="1454">
                  <a:moveTo>
                    <a:pt x="626" y="0"/>
                  </a:moveTo>
                  <a:cubicBezTo>
                    <a:pt x="981" y="0"/>
                    <a:pt x="1253" y="210"/>
                    <a:pt x="1253" y="485"/>
                  </a:cubicBezTo>
                  <a:lnTo>
                    <a:pt x="1253" y="970"/>
                  </a:lnTo>
                  <a:cubicBezTo>
                    <a:pt x="1253" y="1252"/>
                    <a:pt x="968" y="1454"/>
                    <a:pt x="627" y="1454"/>
                  </a:cubicBezTo>
                  <a:cubicBezTo>
                    <a:pt x="285" y="1454"/>
                    <a:pt x="0" y="1252"/>
                    <a:pt x="0" y="970"/>
                  </a:cubicBezTo>
                  <a:cubicBezTo>
                    <a:pt x="0" y="970"/>
                    <a:pt x="0" y="485"/>
                    <a:pt x="0" y="484"/>
                  </a:cubicBezTo>
                  <a:cubicBezTo>
                    <a:pt x="0" y="210"/>
                    <a:pt x="271" y="0"/>
                    <a:pt x="626" y="0"/>
                  </a:cubicBezTo>
                  <a:close/>
                </a:path>
              </a:pathLst>
            </a:custGeom>
            <a:noFill/>
            <a:ln w="14400">
              <a:solidFill>
                <a:srgbClr val="000000"/>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nvGrpSpPr>
          <p:cNvPr id="11" name="Gruppieren 10">
            <a:extLst>
              <a:ext uri="{FF2B5EF4-FFF2-40B4-BE49-F238E27FC236}">
                <a16:creationId xmlns:a16="http://schemas.microsoft.com/office/drawing/2014/main" id="{0BEA061D-8792-3C8D-3D4C-790780D71706}"/>
              </a:ext>
            </a:extLst>
          </p:cNvPr>
          <p:cNvGrpSpPr/>
          <p:nvPr/>
        </p:nvGrpSpPr>
        <p:grpSpPr>
          <a:xfrm>
            <a:off x="3641039" y="3255839"/>
            <a:ext cx="610201" cy="881641"/>
            <a:chOff x="3641039" y="3255839"/>
            <a:chExt cx="610201" cy="881641"/>
          </a:xfrm>
        </p:grpSpPr>
        <p:sp>
          <p:nvSpPr>
            <p:cNvPr id="12" name="Freihandform: Form 11">
              <a:extLst>
                <a:ext uri="{FF2B5EF4-FFF2-40B4-BE49-F238E27FC236}">
                  <a16:creationId xmlns:a16="http://schemas.microsoft.com/office/drawing/2014/main" id="{35A01899-54DF-C4DF-C216-0423D9E837FD}"/>
                </a:ext>
              </a:extLst>
            </p:cNvPr>
            <p:cNvSpPr/>
            <p:nvPr/>
          </p:nvSpPr>
          <p:spPr>
            <a:xfrm>
              <a:off x="4087800" y="3961440"/>
              <a:ext cx="163440" cy="176040"/>
            </a:xfrm>
            <a:custGeom>
              <a:avLst/>
              <a:gdLst/>
              <a:ahLst/>
              <a:cxnLst>
                <a:cxn ang="3cd4">
                  <a:pos x="hc" y="t"/>
                </a:cxn>
                <a:cxn ang="cd2">
                  <a:pos x="l" y="vc"/>
                </a:cxn>
                <a:cxn ang="cd4">
                  <a:pos x="hc" y="b"/>
                </a:cxn>
                <a:cxn ang="0">
                  <a:pos x="r" y="vc"/>
                </a:cxn>
              </a:cxnLst>
              <a:rect l="l" t="t" r="r" b="b"/>
              <a:pathLst>
                <a:path w="455" h="490">
                  <a:moveTo>
                    <a:pt x="0" y="490"/>
                  </a:moveTo>
                  <a:cubicBezTo>
                    <a:pt x="113" y="490"/>
                    <a:pt x="455" y="359"/>
                    <a:pt x="455" y="229"/>
                  </a:cubicBezTo>
                  <a:cubicBezTo>
                    <a:pt x="455" y="98"/>
                    <a:pt x="290" y="0"/>
                    <a:pt x="207" y="0"/>
                  </a:cubicBezTo>
                  <a:cubicBezTo>
                    <a:pt x="207" y="98"/>
                    <a:pt x="0" y="359"/>
                    <a:pt x="0" y="49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13" name="Gruppieren 12">
              <a:extLst>
                <a:ext uri="{FF2B5EF4-FFF2-40B4-BE49-F238E27FC236}">
                  <a16:creationId xmlns:a16="http://schemas.microsoft.com/office/drawing/2014/main" id="{FBE274FA-6391-FBB0-1941-4281D3B29062}"/>
                </a:ext>
              </a:extLst>
            </p:cNvPr>
            <p:cNvGrpSpPr/>
            <p:nvPr/>
          </p:nvGrpSpPr>
          <p:grpSpPr>
            <a:xfrm>
              <a:off x="3641039" y="3255839"/>
              <a:ext cx="521281" cy="881640"/>
              <a:chOff x="3641039" y="3255839"/>
              <a:chExt cx="521281" cy="881640"/>
            </a:xfrm>
          </p:grpSpPr>
          <p:sp>
            <p:nvSpPr>
              <p:cNvPr id="14" name="Freihandform: Form 13">
                <a:extLst>
                  <a:ext uri="{FF2B5EF4-FFF2-40B4-BE49-F238E27FC236}">
                    <a16:creationId xmlns:a16="http://schemas.microsoft.com/office/drawing/2014/main" id="{D26F5092-BE5E-A09D-DDA8-FA84C413D927}"/>
                  </a:ext>
                </a:extLst>
              </p:cNvPr>
              <p:cNvSpPr/>
              <p:nvPr/>
            </p:nvSpPr>
            <p:spPr>
              <a:xfrm>
                <a:off x="3641039" y="3314519"/>
                <a:ext cx="446400" cy="822960"/>
              </a:xfrm>
              <a:custGeom>
                <a:avLst/>
                <a:gdLst/>
                <a:ahLst/>
                <a:cxnLst>
                  <a:cxn ang="3cd4">
                    <a:pos x="hc" y="t"/>
                  </a:cxn>
                  <a:cxn ang="cd2">
                    <a:pos x="l" y="vc"/>
                  </a:cxn>
                  <a:cxn ang="cd4">
                    <a:pos x="hc" y="b"/>
                  </a:cxn>
                  <a:cxn ang="0">
                    <a:pos x="r" y="vc"/>
                  </a:cxn>
                </a:cxnLst>
                <a:rect l="l" t="t" r="r" b="b"/>
                <a:pathLst>
                  <a:path w="1241" h="2287">
                    <a:moveTo>
                      <a:pt x="0" y="1307"/>
                    </a:moveTo>
                    <a:lnTo>
                      <a:pt x="0" y="0"/>
                    </a:lnTo>
                    <a:lnTo>
                      <a:pt x="1241" y="980"/>
                    </a:lnTo>
                    <a:lnTo>
                      <a:pt x="1241" y="2287"/>
                    </a:lnTo>
                    <a:close/>
                  </a:path>
                </a:pathLst>
              </a:custGeom>
              <a:gradFill>
                <a:gsLst>
                  <a:gs pos="0">
                    <a:srgbClr val="DE8E96"/>
                  </a:gs>
                  <a:gs pos="100000">
                    <a:srgbClr val="F8E8EA"/>
                  </a:gs>
                </a:gsLst>
                <a:lin ang="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5" name="Gerader Verbinder 14">
                <a:extLst>
                  <a:ext uri="{FF2B5EF4-FFF2-40B4-BE49-F238E27FC236}">
                    <a16:creationId xmlns:a16="http://schemas.microsoft.com/office/drawing/2014/main" id="{D579B64E-110F-7C8C-A5EB-71874DEF04B3}"/>
                  </a:ext>
                </a:extLst>
              </p:cNvPr>
              <p:cNvSpPr/>
              <p:nvPr/>
            </p:nvSpPr>
            <p:spPr>
              <a:xfrm>
                <a:off x="3641039" y="3667320"/>
                <a:ext cx="446761"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6" name="Gerader Verbinder 15">
                <a:extLst>
                  <a:ext uri="{FF2B5EF4-FFF2-40B4-BE49-F238E27FC236}">
                    <a16:creationId xmlns:a16="http://schemas.microsoft.com/office/drawing/2014/main" id="{9AAA59C4-CB4C-B369-8B40-41C33ED6F797}"/>
                  </a:ext>
                </a:extLst>
              </p:cNvPr>
              <p:cNvSpPr/>
              <p:nvPr/>
            </p:nvSpPr>
            <p:spPr>
              <a:xfrm>
                <a:off x="3641039" y="3549960"/>
                <a:ext cx="446761" cy="35279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7" name="Gerader Verbinder 16">
                <a:extLst>
                  <a:ext uri="{FF2B5EF4-FFF2-40B4-BE49-F238E27FC236}">
                    <a16:creationId xmlns:a16="http://schemas.microsoft.com/office/drawing/2014/main" id="{62D3BED9-FE08-0652-EAF4-475EDFD3138E}"/>
                  </a:ext>
                </a:extLst>
              </p:cNvPr>
              <p:cNvSpPr/>
              <p:nvPr/>
            </p:nvSpPr>
            <p:spPr>
              <a:xfrm>
                <a:off x="3641039" y="3432239"/>
                <a:ext cx="446761"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8" name="Gerader Verbinder 17">
                <a:extLst>
                  <a:ext uri="{FF2B5EF4-FFF2-40B4-BE49-F238E27FC236}">
                    <a16:creationId xmlns:a16="http://schemas.microsoft.com/office/drawing/2014/main" id="{9EEAB787-2866-1711-1070-F562CA767B06}"/>
                  </a:ext>
                </a:extLst>
              </p:cNvPr>
              <p:cNvSpPr/>
              <p:nvPr/>
            </p:nvSpPr>
            <p:spPr>
              <a:xfrm>
                <a:off x="3790079" y="366732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9" name="Gerader Verbinder 18">
                <a:extLst>
                  <a:ext uri="{FF2B5EF4-FFF2-40B4-BE49-F238E27FC236}">
                    <a16:creationId xmlns:a16="http://schemas.microsoft.com/office/drawing/2014/main" id="{4989B5B2-EC76-C72D-AED7-AB88A75F2C98}"/>
                  </a:ext>
                </a:extLst>
              </p:cNvPr>
              <p:cNvSpPr/>
              <p:nvPr/>
            </p:nvSpPr>
            <p:spPr>
              <a:xfrm>
                <a:off x="3938759" y="35499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0" name="Gerader Verbinder 19">
                <a:extLst>
                  <a:ext uri="{FF2B5EF4-FFF2-40B4-BE49-F238E27FC236}">
                    <a16:creationId xmlns:a16="http://schemas.microsoft.com/office/drawing/2014/main" id="{323F576C-3DA2-0938-C536-75637151E154}"/>
                  </a:ext>
                </a:extLst>
              </p:cNvPr>
              <p:cNvSpPr/>
              <p:nvPr/>
            </p:nvSpPr>
            <p:spPr>
              <a:xfrm>
                <a:off x="4013279" y="396144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1" name="Gerader Verbinder 20">
                <a:extLst>
                  <a:ext uri="{FF2B5EF4-FFF2-40B4-BE49-F238E27FC236}">
                    <a16:creationId xmlns:a16="http://schemas.microsoft.com/office/drawing/2014/main" id="{61F6A22E-9F52-2A5A-B444-09FB1A6F8FD3}"/>
                  </a:ext>
                </a:extLst>
              </p:cNvPr>
              <p:cNvSpPr/>
              <p:nvPr/>
            </p:nvSpPr>
            <p:spPr>
              <a:xfrm>
                <a:off x="3864600" y="384372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2" name="Gerader Verbinder 21">
                <a:extLst>
                  <a:ext uri="{FF2B5EF4-FFF2-40B4-BE49-F238E27FC236}">
                    <a16:creationId xmlns:a16="http://schemas.microsoft.com/office/drawing/2014/main" id="{157993FA-09E9-BABE-0328-2BE5D1E5A677}"/>
                  </a:ext>
                </a:extLst>
              </p:cNvPr>
              <p:cNvSpPr/>
              <p:nvPr/>
            </p:nvSpPr>
            <p:spPr>
              <a:xfrm>
                <a:off x="3715560" y="37263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3" name="Gerader Verbinder 22">
                <a:extLst>
                  <a:ext uri="{FF2B5EF4-FFF2-40B4-BE49-F238E27FC236}">
                    <a16:creationId xmlns:a16="http://schemas.microsoft.com/office/drawing/2014/main" id="{EA6C008B-9F88-C65C-4993-C693BB808491}"/>
                  </a:ext>
                </a:extLst>
              </p:cNvPr>
              <p:cNvSpPr/>
              <p:nvPr/>
            </p:nvSpPr>
            <p:spPr>
              <a:xfrm>
                <a:off x="3790079" y="3432239"/>
                <a:ext cx="0" cy="11772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4" name="Gerader Verbinder 23">
                <a:extLst>
                  <a:ext uri="{FF2B5EF4-FFF2-40B4-BE49-F238E27FC236}">
                    <a16:creationId xmlns:a16="http://schemas.microsoft.com/office/drawing/2014/main" id="{56D66043-F9F6-A80E-BA96-703E3107D336}"/>
                  </a:ext>
                </a:extLst>
              </p:cNvPr>
              <p:cNvSpPr/>
              <p:nvPr/>
            </p:nvSpPr>
            <p:spPr>
              <a:xfrm>
                <a:off x="3864600" y="3608639"/>
                <a:ext cx="0" cy="11772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5" name="Gerader Verbinder 24">
                <a:extLst>
                  <a:ext uri="{FF2B5EF4-FFF2-40B4-BE49-F238E27FC236}">
                    <a16:creationId xmlns:a16="http://schemas.microsoft.com/office/drawing/2014/main" id="{AF703D14-3308-D314-E0B8-2B7E0F5998D8}"/>
                  </a:ext>
                </a:extLst>
              </p:cNvPr>
              <p:cNvSpPr/>
              <p:nvPr/>
            </p:nvSpPr>
            <p:spPr>
              <a:xfrm>
                <a:off x="3938759" y="3785039"/>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6" name="Gerader Verbinder 25">
                <a:extLst>
                  <a:ext uri="{FF2B5EF4-FFF2-40B4-BE49-F238E27FC236}">
                    <a16:creationId xmlns:a16="http://schemas.microsoft.com/office/drawing/2014/main" id="{C202FFAA-A528-BE3F-E2D6-D4EE4B190215}"/>
                  </a:ext>
                </a:extLst>
              </p:cNvPr>
              <p:cNvSpPr/>
              <p:nvPr/>
            </p:nvSpPr>
            <p:spPr>
              <a:xfrm>
                <a:off x="4013279" y="37263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7" name="Gerader Verbinder 26">
                <a:extLst>
                  <a:ext uri="{FF2B5EF4-FFF2-40B4-BE49-F238E27FC236}">
                    <a16:creationId xmlns:a16="http://schemas.microsoft.com/office/drawing/2014/main" id="{F985C2F9-6864-7850-03A4-72D385704585}"/>
                  </a:ext>
                </a:extLst>
              </p:cNvPr>
              <p:cNvSpPr/>
              <p:nvPr/>
            </p:nvSpPr>
            <p:spPr>
              <a:xfrm>
                <a:off x="3715560" y="3490919"/>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8" name="Freihandform: Form 27">
                <a:extLst>
                  <a:ext uri="{FF2B5EF4-FFF2-40B4-BE49-F238E27FC236}">
                    <a16:creationId xmlns:a16="http://schemas.microsoft.com/office/drawing/2014/main" id="{37C5C0B7-8DDE-69DB-2E8A-FA4BF1145352}"/>
                  </a:ext>
                </a:extLst>
              </p:cNvPr>
              <p:cNvSpPr/>
              <p:nvPr/>
            </p:nvSpPr>
            <p:spPr>
              <a:xfrm>
                <a:off x="4087800" y="3608639"/>
                <a:ext cx="74160" cy="528840"/>
              </a:xfrm>
              <a:custGeom>
                <a:avLst/>
                <a:gdLst/>
                <a:ahLst/>
                <a:cxnLst>
                  <a:cxn ang="3cd4">
                    <a:pos x="hc" y="t"/>
                  </a:cxn>
                  <a:cxn ang="cd2">
                    <a:pos x="l" y="vc"/>
                  </a:cxn>
                  <a:cxn ang="cd4">
                    <a:pos x="hc" y="b"/>
                  </a:cxn>
                  <a:cxn ang="0">
                    <a:pos x="r" y="vc"/>
                  </a:cxn>
                </a:cxnLst>
                <a:rect l="l" t="t" r="r" b="b"/>
                <a:pathLst>
                  <a:path w="207" h="1470">
                    <a:moveTo>
                      <a:pt x="0" y="1470"/>
                    </a:moveTo>
                    <a:lnTo>
                      <a:pt x="0" y="163"/>
                    </a:lnTo>
                    <a:lnTo>
                      <a:pt x="207" y="0"/>
                    </a:lnTo>
                    <a:lnTo>
                      <a:pt x="207" y="1307"/>
                    </a:lnTo>
                    <a:close/>
                  </a:path>
                </a:pathLst>
              </a:custGeom>
              <a:gradFill>
                <a:gsLst>
                  <a:gs pos="0">
                    <a:srgbClr val="F8E8EA"/>
                  </a:gs>
                  <a:gs pos="100000">
                    <a:srgbClr val="DE8E96"/>
                  </a:gs>
                </a:gsLst>
                <a:path path="rect">
                  <a:fillToRect l="70000" t="30000" r="30000" b="70000"/>
                </a:path>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9" name="Freihandform: Form 28">
                <a:extLst>
                  <a:ext uri="{FF2B5EF4-FFF2-40B4-BE49-F238E27FC236}">
                    <a16:creationId xmlns:a16="http://schemas.microsoft.com/office/drawing/2014/main" id="{9993A8B2-0A59-39E5-9837-53DC660B959D}"/>
                  </a:ext>
                </a:extLst>
              </p:cNvPr>
              <p:cNvSpPr/>
              <p:nvPr/>
            </p:nvSpPr>
            <p:spPr>
              <a:xfrm>
                <a:off x="3641039" y="3255839"/>
                <a:ext cx="520919" cy="411120"/>
              </a:xfrm>
              <a:custGeom>
                <a:avLst/>
                <a:gdLst/>
                <a:ahLst/>
                <a:cxnLst>
                  <a:cxn ang="3cd4">
                    <a:pos x="hc" y="t"/>
                  </a:cxn>
                  <a:cxn ang="cd2">
                    <a:pos x="l" y="vc"/>
                  </a:cxn>
                  <a:cxn ang="cd4">
                    <a:pos x="hc" y="b"/>
                  </a:cxn>
                  <a:cxn ang="0">
                    <a:pos x="r" y="vc"/>
                  </a:cxn>
                </a:cxnLst>
                <a:rect l="l" t="t" r="r" b="b"/>
                <a:pathLst>
                  <a:path w="1448" h="1143">
                    <a:moveTo>
                      <a:pt x="1241" y="1143"/>
                    </a:moveTo>
                    <a:lnTo>
                      <a:pt x="0" y="163"/>
                    </a:lnTo>
                    <a:lnTo>
                      <a:pt x="207" y="0"/>
                    </a:lnTo>
                    <a:lnTo>
                      <a:pt x="1448" y="980"/>
                    </a:lnTo>
                    <a:close/>
                  </a:path>
                </a:pathLst>
              </a:custGeom>
              <a:gradFill>
                <a:gsLst>
                  <a:gs pos="0">
                    <a:srgbClr val="DE8E96"/>
                  </a:gs>
                  <a:gs pos="100000">
                    <a:srgbClr val="F8E8EA"/>
                  </a:gs>
                </a:gsLst>
                <a:lin ang="540000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0" name="Gerader Verbinder 29">
                <a:extLst>
                  <a:ext uri="{FF2B5EF4-FFF2-40B4-BE49-F238E27FC236}">
                    <a16:creationId xmlns:a16="http://schemas.microsoft.com/office/drawing/2014/main" id="{D1A1B222-4C20-D8DE-E511-286EE87F12CE}"/>
                  </a:ext>
                </a:extLst>
              </p:cNvPr>
              <p:cNvSpPr/>
              <p:nvPr/>
            </p:nvSpPr>
            <p:spPr>
              <a:xfrm flipV="1">
                <a:off x="3938759" y="3490919"/>
                <a:ext cx="74520" cy="5868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1" name="Gerader Verbinder 30">
                <a:extLst>
                  <a:ext uri="{FF2B5EF4-FFF2-40B4-BE49-F238E27FC236}">
                    <a16:creationId xmlns:a16="http://schemas.microsoft.com/office/drawing/2014/main" id="{52B334CF-E7D2-9A5D-E007-DC5C1FD943AE}"/>
                  </a:ext>
                </a:extLst>
              </p:cNvPr>
              <p:cNvSpPr/>
              <p:nvPr/>
            </p:nvSpPr>
            <p:spPr>
              <a:xfrm flipV="1">
                <a:off x="4087800" y="3726360"/>
                <a:ext cx="74520" cy="5867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2" name="Gerader Verbinder 31">
                <a:extLst>
                  <a:ext uri="{FF2B5EF4-FFF2-40B4-BE49-F238E27FC236}">
                    <a16:creationId xmlns:a16="http://schemas.microsoft.com/office/drawing/2014/main" id="{A3CC0850-6DCF-5128-D56A-2D0693591439}"/>
                  </a:ext>
                </a:extLst>
              </p:cNvPr>
              <p:cNvSpPr/>
              <p:nvPr/>
            </p:nvSpPr>
            <p:spPr>
              <a:xfrm flipV="1">
                <a:off x="4087800" y="384372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3" name="Gerader Verbinder 32">
                <a:extLst>
                  <a:ext uri="{FF2B5EF4-FFF2-40B4-BE49-F238E27FC236}">
                    <a16:creationId xmlns:a16="http://schemas.microsoft.com/office/drawing/2014/main" id="{32AE695D-DBCB-89BB-2E24-593FC3DDE45D}"/>
                  </a:ext>
                </a:extLst>
              </p:cNvPr>
              <p:cNvSpPr/>
              <p:nvPr/>
            </p:nvSpPr>
            <p:spPr>
              <a:xfrm flipV="1">
                <a:off x="4087800" y="396144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4" name="Gerader Verbinder 33">
                <a:extLst>
                  <a:ext uri="{FF2B5EF4-FFF2-40B4-BE49-F238E27FC236}">
                    <a16:creationId xmlns:a16="http://schemas.microsoft.com/office/drawing/2014/main" id="{85C2D362-AF14-12DE-CC03-2013F16904C4}"/>
                  </a:ext>
                </a:extLst>
              </p:cNvPr>
              <p:cNvSpPr/>
              <p:nvPr/>
            </p:nvSpPr>
            <p:spPr>
              <a:xfrm flipV="1">
                <a:off x="3790079" y="3373560"/>
                <a:ext cx="74521" cy="5867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5" name="Freihandform: Form 34">
                <a:extLst>
                  <a:ext uri="{FF2B5EF4-FFF2-40B4-BE49-F238E27FC236}">
                    <a16:creationId xmlns:a16="http://schemas.microsoft.com/office/drawing/2014/main" id="{4DEE7F11-A5C1-7EFD-4C4E-A25470C6F245}"/>
                  </a:ext>
                </a:extLst>
              </p:cNvPr>
              <p:cNvSpPr/>
              <p:nvPr/>
            </p:nvSpPr>
            <p:spPr>
              <a:xfrm>
                <a:off x="3641039" y="3255839"/>
                <a:ext cx="520919" cy="881640"/>
              </a:xfrm>
              <a:custGeom>
                <a:avLst/>
                <a:gdLst/>
                <a:ahLst/>
                <a:cxnLst>
                  <a:cxn ang="3cd4">
                    <a:pos x="hc" y="t"/>
                  </a:cxn>
                  <a:cxn ang="cd2">
                    <a:pos x="l" y="vc"/>
                  </a:cxn>
                  <a:cxn ang="cd4">
                    <a:pos x="hc" y="b"/>
                  </a:cxn>
                  <a:cxn ang="0">
                    <a:pos x="r" y="vc"/>
                  </a:cxn>
                </a:cxnLst>
                <a:rect l="l" t="t" r="r" b="b"/>
                <a:pathLst>
                  <a:path w="1448" h="2450">
                    <a:moveTo>
                      <a:pt x="207" y="0"/>
                    </a:moveTo>
                    <a:lnTo>
                      <a:pt x="1448" y="980"/>
                    </a:lnTo>
                    <a:lnTo>
                      <a:pt x="1448" y="2287"/>
                    </a:lnTo>
                    <a:lnTo>
                      <a:pt x="1241" y="2450"/>
                    </a:lnTo>
                    <a:lnTo>
                      <a:pt x="0" y="1470"/>
                    </a:lnTo>
                    <a:lnTo>
                      <a:pt x="0" y="163"/>
                    </a:lnTo>
                    <a:close/>
                  </a:path>
                </a:pathLst>
              </a:custGeom>
              <a:noFill/>
              <a:ln w="14400">
                <a:solidFill>
                  <a:srgbClr val="000000"/>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sp>
        <p:nvSpPr>
          <p:cNvPr id="36" name="Freihandform: Form 35">
            <a:extLst>
              <a:ext uri="{FF2B5EF4-FFF2-40B4-BE49-F238E27FC236}">
                <a16:creationId xmlns:a16="http://schemas.microsoft.com/office/drawing/2014/main" id="{61E86DFD-CF61-4327-0C7B-CFF01233A580}"/>
              </a:ext>
            </a:extLst>
          </p:cNvPr>
          <p:cNvSpPr/>
          <p:nvPr/>
        </p:nvSpPr>
        <p:spPr>
          <a:xfrm>
            <a:off x="2269440" y="973800"/>
            <a:ext cx="1188719" cy="578520"/>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4169E1"/>
              </a:gs>
              <a:gs pos="100000">
                <a:srgbClr val="4169E1"/>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Carrier A</a:t>
            </a:r>
          </a:p>
        </p:txBody>
      </p:sp>
      <p:grpSp>
        <p:nvGrpSpPr>
          <p:cNvPr id="37" name="Gruppieren 36">
            <a:extLst>
              <a:ext uri="{FF2B5EF4-FFF2-40B4-BE49-F238E27FC236}">
                <a16:creationId xmlns:a16="http://schemas.microsoft.com/office/drawing/2014/main" id="{161CFD28-6382-775D-1CB5-67C8F5E9D3D7}"/>
              </a:ext>
            </a:extLst>
          </p:cNvPr>
          <p:cNvGrpSpPr/>
          <p:nvPr/>
        </p:nvGrpSpPr>
        <p:grpSpPr>
          <a:xfrm>
            <a:off x="3679199" y="4836240"/>
            <a:ext cx="548281" cy="461160"/>
            <a:chOff x="3679199" y="4836240"/>
            <a:chExt cx="548281" cy="461160"/>
          </a:xfrm>
        </p:grpSpPr>
        <p:sp>
          <p:nvSpPr>
            <p:cNvPr id="38" name="Freihandform: Form 37">
              <a:extLst>
                <a:ext uri="{FF2B5EF4-FFF2-40B4-BE49-F238E27FC236}">
                  <a16:creationId xmlns:a16="http://schemas.microsoft.com/office/drawing/2014/main" id="{2EAE8826-BAC0-9005-5BA1-E609811F6324}"/>
                </a:ext>
              </a:extLst>
            </p:cNvPr>
            <p:cNvSpPr/>
            <p:nvPr/>
          </p:nvSpPr>
          <p:spPr>
            <a:xfrm>
              <a:off x="3948480" y="5090040"/>
              <a:ext cx="279000" cy="195840"/>
            </a:xfrm>
            <a:custGeom>
              <a:avLst/>
              <a:gdLst/>
              <a:ahLst/>
              <a:cxnLst>
                <a:cxn ang="3cd4">
                  <a:pos x="hc" y="t"/>
                </a:cxn>
                <a:cxn ang="cd2">
                  <a:pos x="l" y="vc"/>
                </a:cxn>
                <a:cxn ang="cd4">
                  <a:pos x="hc" y="b"/>
                </a:cxn>
                <a:cxn ang="0">
                  <a:pos x="r" y="vc"/>
                </a:cxn>
              </a:cxnLst>
              <a:rect l="l" t="t" r="r" b="b"/>
              <a:pathLst>
                <a:path w="776" h="545">
                  <a:moveTo>
                    <a:pt x="0" y="545"/>
                  </a:moveTo>
                  <a:cubicBezTo>
                    <a:pt x="199" y="545"/>
                    <a:pt x="711" y="288"/>
                    <a:pt x="762" y="192"/>
                  </a:cubicBezTo>
                  <a:cubicBezTo>
                    <a:pt x="813" y="96"/>
                    <a:pt x="711" y="0"/>
                    <a:pt x="661" y="0"/>
                  </a:cubicBezTo>
                  <a:cubicBezTo>
                    <a:pt x="661" y="137"/>
                    <a:pt x="0" y="316"/>
                    <a:pt x="0" y="545"/>
                  </a:cubicBezTo>
                  <a:close/>
                </a:path>
              </a:pathLst>
            </a:custGeom>
            <a:solidFill>
              <a:srgbClr val="DDDDDD"/>
            </a:solidFill>
            <a:ln w="14400">
              <a:solidFill>
                <a:srgbClr val="DDDDDD"/>
              </a:solidFill>
              <a:prstDash val="solid"/>
              <a:round/>
            </a:ln>
          </p:spPr>
          <p:txBody>
            <a:bodyPr wrap="squar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39" name="Gruppieren 38">
              <a:extLst>
                <a:ext uri="{FF2B5EF4-FFF2-40B4-BE49-F238E27FC236}">
                  <a16:creationId xmlns:a16="http://schemas.microsoft.com/office/drawing/2014/main" id="{27F88899-45BF-501F-DD35-B12461F3F8CF}"/>
                </a:ext>
              </a:extLst>
            </p:cNvPr>
            <p:cNvGrpSpPr/>
            <p:nvPr/>
          </p:nvGrpSpPr>
          <p:grpSpPr>
            <a:xfrm>
              <a:off x="3679199" y="4836240"/>
              <a:ext cx="511560" cy="461160"/>
              <a:chOff x="3679199" y="4836240"/>
              <a:chExt cx="511560" cy="461160"/>
            </a:xfrm>
          </p:grpSpPr>
          <p:sp>
            <p:nvSpPr>
              <p:cNvPr id="40" name="Freihandform: Form 39">
                <a:extLst>
                  <a:ext uri="{FF2B5EF4-FFF2-40B4-BE49-F238E27FC236}">
                    <a16:creationId xmlns:a16="http://schemas.microsoft.com/office/drawing/2014/main" id="{7FCCD6D8-1D06-7F68-19DE-6878FE7EE3B0}"/>
                  </a:ext>
                </a:extLst>
              </p:cNvPr>
              <p:cNvSpPr/>
              <p:nvPr/>
            </p:nvSpPr>
            <p:spPr>
              <a:xfrm>
                <a:off x="3679199" y="4997880"/>
                <a:ext cx="255600" cy="299520"/>
              </a:xfrm>
              <a:custGeom>
                <a:avLst/>
                <a:gdLst/>
                <a:ahLst/>
                <a:cxnLst>
                  <a:cxn ang="3cd4">
                    <a:pos x="hc" y="t"/>
                  </a:cxn>
                  <a:cxn ang="cd2">
                    <a:pos x="l" y="vc"/>
                  </a:cxn>
                  <a:cxn ang="cd4">
                    <a:pos x="hc" y="b"/>
                  </a:cxn>
                  <a:cxn ang="0">
                    <a:pos x="r" y="vc"/>
                  </a:cxn>
                </a:cxnLst>
                <a:rect l="l" t="t" r="r" b="b"/>
                <a:pathLst>
                  <a:path w="711" h="833">
                    <a:moveTo>
                      <a:pt x="0" y="385"/>
                    </a:moveTo>
                    <a:lnTo>
                      <a:pt x="0" y="0"/>
                    </a:lnTo>
                    <a:lnTo>
                      <a:pt x="711" y="449"/>
                    </a:lnTo>
                    <a:lnTo>
                      <a:pt x="711" y="833"/>
                    </a:lnTo>
                    <a:close/>
                  </a:path>
                </a:pathLst>
              </a:custGeom>
              <a:gradFill>
                <a:gsLst>
                  <a:gs pos="0">
                    <a:srgbClr val="0073BC"/>
                  </a:gs>
                  <a:gs pos="100000">
                    <a:srgbClr val="7FB9DD"/>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1" name="Freihandform: Form 40">
                <a:extLst>
                  <a:ext uri="{FF2B5EF4-FFF2-40B4-BE49-F238E27FC236}">
                    <a16:creationId xmlns:a16="http://schemas.microsoft.com/office/drawing/2014/main" id="{EB06D3E9-F34F-4264-62DB-A4939E96F569}"/>
                  </a:ext>
                </a:extLst>
              </p:cNvPr>
              <p:cNvSpPr/>
              <p:nvPr/>
            </p:nvSpPr>
            <p:spPr>
              <a:xfrm>
                <a:off x="3935159" y="4997880"/>
                <a:ext cx="255600" cy="299520"/>
              </a:xfrm>
              <a:custGeom>
                <a:avLst/>
                <a:gdLst/>
                <a:ahLst/>
                <a:cxnLst>
                  <a:cxn ang="3cd4">
                    <a:pos x="hc" y="t"/>
                  </a:cxn>
                  <a:cxn ang="cd2">
                    <a:pos x="l" y="vc"/>
                  </a:cxn>
                  <a:cxn ang="cd4">
                    <a:pos x="hc" y="b"/>
                  </a:cxn>
                  <a:cxn ang="0">
                    <a:pos x="r" y="vc"/>
                  </a:cxn>
                </a:cxnLst>
                <a:rect l="l" t="t" r="r" b="b"/>
                <a:pathLst>
                  <a:path w="711" h="833">
                    <a:moveTo>
                      <a:pt x="0" y="833"/>
                    </a:moveTo>
                    <a:lnTo>
                      <a:pt x="0" y="449"/>
                    </a:lnTo>
                    <a:lnTo>
                      <a:pt x="711" y="0"/>
                    </a:lnTo>
                    <a:lnTo>
                      <a:pt x="711" y="385"/>
                    </a:lnTo>
                    <a:close/>
                  </a:path>
                </a:pathLst>
              </a:custGeom>
              <a:gradFill>
                <a:gsLst>
                  <a:gs pos="0">
                    <a:srgbClr val="7FB9DD"/>
                  </a:gs>
                  <a:gs pos="100000">
                    <a:srgbClr val="0073BC"/>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2" name="Freihandform: Form 41">
                <a:extLst>
                  <a:ext uri="{FF2B5EF4-FFF2-40B4-BE49-F238E27FC236}">
                    <a16:creationId xmlns:a16="http://schemas.microsoft.com/office/drawing/2014/main" id="{5470D173-2EAC-F16C-4878-95E84F167101}"/>
                  </a:ext>
                </a:extLst>
              </p:cNvPr>
              <p:cNvSpPr/>
              <p:nvPr/>
            </p:nvSpPr>
            <p:spPr>
              <a:xfrm>
                <a:off x="3679199" y="4836240"/>
                <a:ext cx="511559" cy="322560"/>
              </a:xfrm>
              <a:custGeom>
                <a:avLst/>
                <a:gdLst/>
                <a:ahLst/>
                <a:cxnLst>
                  <a:cxn ang="3cd4">
                    <a:pos x="hc" y="t"/>
                  </a:cxn>
                  <a:cxn ang="cd2">
                    <a:pos x="l" y="vc"/>
                  </a:cxn>
                  <a:cxn ang="cd4">
                    <a:pos x="hc" y="b"/>
                  </a:cxn>
                  <a:cxn ang="0">
                    <a:pos x="r" y="vc"/>
                  </a:cxn>
                </a:cxnLst>
                <a:rect l="l" t="t" r="r" b="b"/>
                <a:pathLst>
                  <a:path w="1422" h="897">
                    <a:moveTo>
                      <a:pt x="711" y="897"/>
                    </a:moveTo>
                    <a:lnTo>
                      <a:pt x="0" y="449"/>
                    </a:lnTo>
                    <a:lnTo>
                      <a:pt x="711" y="0"/>
                    </a:lnTo>
                    <a:lnTo>
                      <a:pt x="1422" y="449"/>
                    </a:lnTo>
                    <a:close/>
                  </a:path>
                </a:pathLst>
              </a:custGeom>
              <a:gradFill>
                <a:gsLst>
                  <a:gs pos="0">
                    <a:srgbClr val="0073BC"/>
                  </a:gs>
                  <a:gs pos="100000">
                    <a:srgbClr val="7FB9DD"/>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3" name="Freihandform: Form 42">
                <a:extLst>
                  <a:ext uri="{FF2B5EF4-FFF2-40B4-BE49-F238E27FC236}">
                    <a16:creationId xmlns:a16="http://schemas.microsoft.com/office/drawing/2014/main" id="{A2F9BC37-BF32-39EA-25B6-A6FB2B99B9A9}"/>
                  </a:ext>
                </a:extLst>
              </p:cNvPr>
              <p:cNvSpPr/>
              <p:nvPr/>
            </p:nvSpPr>
            <p:spPr>
              <a:xfrm>
                <a:off x="3679199" y="4836240"/>
                <a:ext cx="511559" cy="461159"/>
              </a:xfrm>
              <a:custGeom>
                <a:avLst/>
                <a:gdLst/>
                <a:ahLst/>
                <a:cxnLst>
                  <a:cxn ang="3cd4">
                    <a:pos x="hc" y="t"/>
                  </a:cxn>
                  <a:cxn ang="cd2">
                    <a:pos x="l" y="vc"/>
                  </a:cxn>
                  <a:cxn ang="cd4">
                    <a:pos x="hc" y="b"/>
                  </a:cxn>
                  <a:cxn ang="0">
                    <a:pos x="r" y="vc"/>
                  </a:cxn>
                </a:cxnLst>
                <a:rect l="l" t="t" r="r" b="b"/>
                <a:pathLst>
                  <a:path w="1422" h="1282">
                    <a:moveTo>
                      <a:pt x="0" y="833"/>
                    </a:moveTo>
                    <a:lnTo>
                      <a:pt x="0" y="449"/>
                    </a:lnTo>
                    <a:lnTo>
                      <a:pt x="711" y="0"/>
                    </a:lnTo>
                    <a:lnTo>
                      <a:pt x="1422" y="449"/>
                    </a:lnTo>
                    <a:lnTo>
                      <a:pt x="1422" y="833"/>
                    </a:lnTo>
                    <a:lnTo>
                      <a:pt x="711" y="1282"/>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4" name="Freihandform: Form 43">
                <a:extLst>
                  <a:ext uri="{FF2B5EF4-FFF2-40B4-BE49-F238E27FC236}">
                    <a16:creationId xmlns:a16="http://schemas.microsoft.com/office/drawing/2014/main" id="{79A39B11-2E38-4744-979B-682FA43A4AE0}"/>
                  </a:ext>
                </a:extLst>
              </p:cNvPr>
              <p:cNvSpPr/>
              <p:nvPr/>
            </p:nvSpPr>
            <p:spPr>
              <a:xfrm>
                <a:off x="3789000" y="4951800"/>
                <a:ext cx="164160" cy="80280"/>
              </a:xfrm>
              <a:custGeom>
                <a:avLst/>
                <a:gdLst/>
                <a:ahLst/>
                <a:cxnLst>
                  <a:cxn ang="3cd4">
                    <a:pos x="hc" y="t"/>
                  </a:cxn>
                  <a:cxn ang="cd2">
                    <a:pos x="l" y="vc"/>
                  </a:cxn>
                  <a:cxn ang="cd4">
                    <a:pos x="hc" y="b"/>
                  </a:cxn>
                  <a:cxn ang="0">
                    <a:pos x="r" y="vc"/>
                  </a:cxn>
                </a:cxnLst>
                <a:rect l="l" t="t" r="r" b="b"/>
                <a:pathLst>
                  <a:path w="457" h="224">
                    <a:moveTo>
                      <a:pt x="152" y="0"/>
                    </a:moveTo>
                    <a:lnTo>
                      <a:pt x="102" y="32"/>
                    </a:lnTo>
                    <a:lnTo>
                      <a:pt x="305" y="160"/>
                    </a:lnTo>
                    <a:lnTo>
                      <a:pt x="457" y="192"/>
                    </a:lnTo>
                    <a:lnTo>
                      <a:pt x="406" y="224"/>
                    </a:lnTo>
                    <a:lnTo>
                      <a:pt x="254" y="192"/>
                    </a:lnTo>
                    <a:lnTo>
                      <a:pt x="51" y="64"/>
                    </a:lnTo>
                    <a:lnTo>
                      <a:pt x="0" y="96"/>
                    </a:lnTo>
                    <a:lnTo>
                      <a:pt x="0"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5" name="Freihandform: Form 44">
                <a:extLst>
                  <a:ext uri="{FF2B5EF4-FFF2-40B4-BE49-F238E27FC236}">
                    <a16:creationId xmlns:a16="http://schemas.microsoft.com/office/drawing/2014/main" id="{ADB10370-1345-354E-50E4-7A87C2A98603}"/>
                  </a:ext>
                </a:extLst>
              </p:cNvPr>
              <p:cNvSpPr/>
              <p:nvPr/>
            </p:nvSpPr>
            <p:spPr>
              <a:xfrm>
                <a:off x="3916800" y="4963320"/>
                <a:ext cx="164160" cy="80280"/>
              </a:xfrm>
              <a:custGeom>
                <a:avLst/>
                <a:gdLst/>
                <a:ahLst/>
                <a:cxnLst>
                  <a:cxn ang="3cd4">
                    <a:pos x="hc" y="t"/>
                  </a:cxn>
                  <a:cxn ang="cd2">
                    <a:pos x="l" y="vc"/>
                  </a:cxn>
                  <a:cxn ang="cd4">
                    <a:pos x="hc" y="b"/>
                  </a:cxn>
                  <a:cxn ang="0">
                    <a:pos x="r" y="vc"/>
                  </a:cxn>
                </a:cxnLst>
                <a:rect l="l" t="t" r="r" b="b"/>
                <a:pathLst>
                  <a:path w="457" h="224">
                    <a:moveTo>
                      <a:pt x="407" y="160"/>
                    </a:moveTo>
                    <a:lnTo>
                      <a:pt x="457" y="128"/>
                    </a:lnTo>
                    <a:lnTo>
                      <a:pt x="457" y="224"/>
                    </a:lnTo>
                    <a:lnTo>
                      <a:pt x="305" y="224"/>
                    </a:lnTo>
                    <a:lnTo>
                      <a:pt x="356" y="192"/>
                    </a:lnTo>
                    <a:lnTo>
                      <a:pt x="153" y="64"/>
                    </a:lnTo>
                    <a:lnTo>
                      <a:pt x="0" y="32"/>
                    </a:lnTo>
                    <a:lnTo>
                      <a:pt x="51" y="0"/>
                    </a:lnTo>
                    <a:lnTo>
                      <a:pt x="204" y="3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6" name="Freihandform: Form 45">
                <a:extLst>
                  <a:ext uri="{FF2B5EF4-FFF2-40B4-BE49-F238E27FC236}">
                    <a16:creationId xmlns:a16="http://schemas.microsoft.com/office/drawing/2014/main" id="{9CF1F721-6871-BF32-A3BD-25A3B2224AB3}"/>
                  </a:ext>
                </a:extLst>
              </p:cNvPr>
              <p:cNvSpPr/>
              <p:nvPr/>
            </p:nvSpPr>
            <p:spPr>
              <a:xfrm>
                <a:off x="3862079" y="4986360"/>
                <a:ext cx="127440" cy="103320"/>
              </a:xfrm>
              <a:custGeom>
                <a:avLst/>
                <a:gdLst/>
                <a:ahLst/>
                <a:cxnLst>
                  <a:cxn ang="3cd4">
                    <a:pos x="hc" y="t"/>
                  </a:cxn>
                  <a:cxn ang="cd2">
                    <a:pos x="l" y="vc"/>
                  </a:cxn>
                  <a:cxn ang="cd4">
                    <a:pos x="hc" y="b"/>
                  </a:cxn>
                  <a:cxn ang="0">
                    <a:pos x="r" y="vc"/>
                  </a:cxn>
                </a:cxnLst>
                <a:rect l="l" t="t" r="r" b="b"/>
                <a:pathLst>
                  <a:path w="355" h="288">
                    <a:moveTo>
                      <a:pt x="51" y="224"/>
                    </a:moveTo>
                    <a:lnTo>
                      <a:pt x="254" y="96"/>
                    </a:lnTo>
                    <a:lnTo>
                      <a:pt x="305" y="0"/>
                    </a:lnTo>
                    <a:lnTo>
                      <a:pt x="355" y="32"/>
                    </a:lnTo>
                    <a:lnTo>
                      <a:pt x="305" y="128"/>
                    </a:lnTo>
                    <a:lnTo>
                      <a:pt x="101" y="256"/>
                    </a:lnTo>
                    <a:lnTo>
                      <a:pt x="152" y="288"/>
                    </a:lnTo>
                    <a:lnTo>
                      <a:pt x="0" y="288"/>
                    </a:lnTo>
                    <a:lnTo>
                      <a:pt x="0" y="19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7" name="Freihandform: Form 46">
                <a:extLst>
                  <a:ext uri="{FF2B5EF4-FFF2-40B4-BE49-F238E27FC236}">
                    <a16:creationId xmlns:a16="http://schemas.microsoft.com/office/drawing/2014/main" id="{EB465206-3BBC-2F66-14F1-17785B40500A}"/>
                  </a:ext>
                </a:extLst>
              </p:cNvPr>
              <p:cNvSpPr/>
              <p:nvPr/>
            </p:nvSpPr>
            <p:spPr>
              <a:xfrm>
                <a:off x="3880440" y="4905360"/>
                <a:ext cx="127440" cy="103320"/>
              </a:xfrm>
              <a:custGeom>
                <a:avLst/>
                <a:gdLst/>
                <a:ahLst/>
                <a:cxnLst>
                  <a:cxn ang="3cd4">
                    <a:pos x="hc" y="t"/>
                  </a:cxn>
                  <a:cxn ang="cd2">
                    <a:pos x="l" y="vc"/>
                  </a:cxn>
                  <a:cxn ang="cd4">
                    <a:pos x="hc" y="b"/>
                  </a:cxn>
                  <a:cxn ang="0">
                    <a:pos x="r" y="vc"/>
                  </a:cxn>
                </a:cxnLst>
                <a:rect l="l" t="t" r="r" b="b"/>
                <a:pathLst>
                  <a:path w="355" h="288">
                    <a:moveTo>
                      <a:pt x="253" y="32"/>
                    </a:moveTo>
                    <a:lnTo>
                      <a:pt x="203" y="0"/>
                    </a:lnTo>
                    <a:lnTo>
                      <a:pt x="355" y="0"/>
                    </a:lnTo>
                    <a:lnTo>
                      <a:pt x="355" y="96"/>
                    </a:lnTo>
                    <a:lnTo>
                      <a:pt x="305" y="64"/>
                    </a:lnTo>
                    <a:lnTo>
                      <a:pt x="101" y="192"/>
                    </a:lnTo>
                    <a:lnTo>
                      <a:pt x="51" y="288"/>
                    </a:lnTo>
                    <a:lnTo>
                      <a:pt x="0" y="256"/>
                    </a:lnTo>
                    <a:lnTo>
                      <a:pt x="51" y="16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cxnSp>
        <p:nvCxnSpPr>
          <p:cNvPr id="48" name="Gerade Verbindung mit Pfeil 47">
            <a:extLst>
              <a:ext uri="{FF2B5EF4-FFF2-40B4-BE49-F238E27FC236}">
                <a16:creationId xmlns:a16="http://schemas.microsoft.com/office/drawing/2014/main" id="{9B2CBA59-F6B8-22F6-7E6E-04DD4369C446}"/>
              </a:ext>
            </a:extLst>
          </p:cNvPr>
          <p:cNvCxnSpPr/>
          <p:nvPr/>
        </p:nvCxnSpPr>
        <p:spPr>
          <a:xfrm>
            <a:off x="3921480" y="5297760"/>
            <a:ext cx="514800" cy="244800"/>
          </a:xfrm>
          <a:prstGeom prst="straightConnector1">
            <a:avLst/>
          </a:prstGeom>
          <a:noFill/>
          <a:ln w="0">
            <a:solidFill>
              <a:srgbClr val="000000"/>
            </a:solidFill>
            <a:prstDash val="solid"/>
          </a:ln>
        </p:spPr>
      </p:cxnSp>
      <p:cxnSp>
        <p:nvCxnSpPr>
          <p:cNvPr id="49" name="Gerade Verbindung mit Pfeil 48">
            <a:extLst>
              <a:ext uri="{FF2B5EF4-FFF2-40B4-BE49-F238E27FC236}">
                <a16:creationId xmlns:a16="http://schemas.microsoft.com/office/drawing/2014/main" id="{618B9B13-F26D-71E4-9ADA-D3E4254739C9}"/>
              </a:ext>
            </a:extLst>
          </p:cNvPr>
          <p:cNvCxnSpPr/>
          <p:nvPr/>
        </p:nvCxnSpPr>
        <p:spPr>
          <a:xfrm flipH="1">
            <a:off x="3429719" y="5297760"/>
            <a:ext cx="491761" cy="249120"/>
          </a:xfrm>
          <a:prstGeom prst="straightConnector1">
            <a:avLst/>
          </a:prstGeom>
          <a:noFill/>
          <a:ln w="0">
            <a:solidFill>
              <a:srgbClr val="000000"/>
            </a:solidFill>
            <a:prstDash val="solid"/>
          </a:ln>
        </p:spPr>
      </p:cxnSp>
      <p:cxnSp>
        <p:nvCxnSpPr>
          <p:cNvPr id="50" name="Gerade Verbindung mit Pfeil 49">
            <a:extLst>
              <a:ext uri="{FF2B5EF4-FFF2-40B4-BE49-F238E27FC236}">
                <a16:creationId xmlns:a16="http://schemas.microsoft.com/office/drawing/2014/main" id="{45C1572E-B9DD-64BC-3AF2-F8EE4638237C}"/>
              </a:ext>
            </a:extLst>
          </p:cNvPr>
          <p:cNvCxnSpPr/>
          <p:nvPr/>
        </p:nvCxnSpPr>
        <p:spPr>
          <a:xfrm flipH="1">
            <a:off x="4163040" y="4606200"/>
            <a:ext cx="874440" cy="456120"/>
          </a:xfrm>
          <a:prstGeom prst="straightConnector1">
            <a:avLst/>
          </a:prstGeom>
          <a:noFill/>
          <a:ln w="0">
            <a:solidFill>
              <a:srgbClr val="000000"/>
            </a:solidFill>
            <a:prstDash val="solid"/>
          </a:ln>
        </p:spPr>
      </p:cxnSp>
      <p:sp>
        <p:nvSpPr>
          <p:cNvPr id="51" name="Freihandform: Form 50">
            <a:extLst>
              <a:ext uri="{FF2B5EF4-FFF2-40B4-BE49-F238E27FC236}">
                <a16:creationId xmlns:a16="http://schemas.microsoft.com/office/drawing/2014/main" id="{8B56D681-E6CE-3552-337A-E0B09F9E6C78}"/>
              </a:ext>
            </a:extLst>
          </p:cNvPr>
          <p:cNvSpPr/>
          <p:nvPr/>
        </p:nvSpPr>
        <p:spPr>
          <a:xfrm>
            <a:off x="4464000" y="1003680"/>
            <a:ext cx="1144440" cy="548640"/>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FF4500"/>
              </a:gs>
              <a:gs pos="100000">
                <a:srgbClr val="FF4500"/>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Carrier B</a:t>
            </a:r>
          </a:p>
        </p:txBody>
      </p:sp>
      <p:cxnSp>
        <p:nvCxnSpPr>
          <p:cNvPr id="52" name="Gerade Verbindung mit Pfeil 51">
            <a:extLst>
              <a:ext uri="{FF2B5EF4-FFF2-40B4-BE49-F238E27FC236}">
                <a16:creationId xmlns:a16="http://schemas.microsoft.com/office/drawing/2014/main" id="{1B643BCB-8B79-AC06-76CF-853196517202}"/>
              </a:ext>
            </a:extLst>
          </p:cNvPr>
          <p:cNvCxnSpPr/>
          <p:nvPr/>
        </p:nvCxnSpPr>
        <p:spPr>
          <a:xfrm flipH="1">
            <a:off x="3916800" y="1552319"/>
            <a:ext cx="1062360" cy="651600"/>
          </a:xfrm>
          <a:prstGeom prst="straightConnector1">
            <a:avLst/>
          </a:prstGeom>
          <a:noFill/>
          <a:ln w="29160">
            <a:solidFill>
              <a:srgbClr val="FF4500"/>
            </a:solidFill>
            <a:prstDash val="solid"/>
          </a:ln>
        </p:spPr>
      </p:cxnSp>
      <p:cxnSp>
        <p:nvCxnSpPr>
          <p:cNvPr id="53" name="Gerade Verbindung mit Pfeil 52">
            <a:extLst>
              <a:ext uri="{FF2B5EF4-FFF2-40B4-BE49-F238E27FC236}">
                <a16:creationId xmlns:a16="http://schemas.microsoft.com/office/drawing/2014/main" id="{2CF99DC2-C23A-798E-CA6D-82C47963835D}"/>
              </a:ext>
            </a:extLst>
          </p:cNvPr>
          <p:cNvCxnSpPr/>
          <p:nvPr/>
        </p:nvCxnSpPr>
        <p:spPr>
          <a:xfrm>
            <a:off x="2982600" y="1532519"/>
            <a:ext cx="934200" cy="671400"/>
          </a:xfrm>
          <a:prstGeom prst="straightConnector1">
            <a:avLst/>
          </a:prstGeom>
          <a:noFill/>
          <a:ln w="29160">
            <a:solidFill>
              <a:srgbClr val="4169E1"/>
            </a:solidFill>
            <a:prstDash val="solid"/>
          </a:ln>
        </p:spPr>
      </p:cxnSp>
      <p:sp>
        <p:nvSpPr>
          <p:cNvPr id="54" name="Freihandform: Form 53">
            <a:extLst>
              <a:ext uri="{FF2B5EF4-FFF2-40B4-BE49-F238E27FC236}">
                <a16:creationId xmlns:a16="http://schemas.microsoft.com/office/drawing/2014/main" id="{22DC8452-9911-A23F-6354-2D3640B039F3}"/>
              </a:ext>
            </a:extLst>
          </p:cNvPr>
          <p:cNvSpPr/>
          <p:nvPr/>
        </p:nvSpPr>
        <p:spPr>
          <a:xfrm>
            <a:off x="4965480" y="4127400"/>
            <a:ext cx="1418760" cy="689399"/>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32CD32"/>
              </a:gs>
              <a:gs pos="100000">
                <a:srgbClr val="32CD32"/>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10.1.1.0/27</a:t>
            </a:r>
          </a:p>
        </p:txBody>
      </p:sp>
      <p:cxnSp>
        <p:nvCxnSpPr>
          <p:cNvPr id="55" name="Gerade Verbindung mit Pfeil 54">
            <a:extLst>
              <a:ext uri="{FF2B5EF4-FFF2-40B4-BE49-F238E27FC236}">
                <a16:creationId xmlns:a16="http://schemas.microsoft.com/office/drawing/2014/main" id="{99711228-997E-AE53-32FD-99E5F55A6218}"/>
              </a:ext>
            </a:extLst>
          </p:cNvPr>
          <p:cNvCxnSpPr/>
          <p:nvPr/>
        </p:nvCxnSpPr>
        <p:spPr>
          <a:xfrm flipH="1" flipV="1">
            <a:off x="3946320" y="4137840"/>
            <a:ext cx="1019160" cy="288360"/>
          </a:xfrm>
          <a:prstGeom prst="straightConnector1">
            <a:avLst/>
          </a:prstGeom>
          <a:noFill/>
          <a:ln w="0">
            <a:solidFill>
              <a:srgbClr val="000000"/>
            </a:solidFill>
            <a:prstDash val="solid"/>
          </a:ln>
        </p:spPr>
      </p:cxnSp>
      <p:sp>
        <p:nvSpPr>
          <p:cNvPr id="56" name="Textfeld 55">
            <a:extLst>
              <a:ext uri="{FF2B5EF4-FFF2-40B4-BE49-F238E27FC236}">
                <a16:creationId xmlns:a16="http://schemas.microsoft.com/office/drawing/2014/main" id="{B85D53FC-398C-32BC-7E23-3B892ECA07EC}"/>
              </a:ext>
            </a:extLst>
          </p:cNvPr>
          <p:cNvSpPr txBox="1"/>
          <p:nvPr/>
        </p:nvSpPr>
        <p:spPr>
          <a:xfrm>
            <a:off x="548640" y="3567240"/>
            <a:ext cx="2834640" cy="1289160"/>
          </a:xfrm>
          <a:prstGeom prst="rect">
            <a:avLst/>
          </a:prstGeom>
          <a:noFill/>
          <a:ln>
            <a:noFill/>
          </a:ln>
        </p:spPr>
        <p:txBody>
          <a:bodyPr wrap="none" lIns="90000" tIns="45000" rIns="90000" bIns="45000" anchorCtr="0" compatLnSpc="0">
            <a:spAutoFit/>
          </a:bodyPr>
          <a:lstStyle/>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NAT (in):</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50.1.1.A → 10.1.1.99</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60.1.1.B → 10.1.1.99</a:t>
            </a:r>
          </a:p>
          <a:p>
            <a:pPr marL="0" marR="0" lvl="0" indent="0" algn="l" hangingPunct="0">
              <a:lnSpc>
                <a:spcPct val="100000"/>
              </a:lnSpc>
              <a:spcBef>
                <a:spcPts val="0"/>
              </a:spcBef>
              <a:spcAft>
                <a:spcPts val="0"/>
              </a:spcAft>
              <a:buNone/>
              <a:tabLst/>
            </a:pPr>
            <a:endParaRPr lang="es-VE" sz="1400" b="0" i="0" u="none" strike="noStrike" kern="1200" cap="none">
              <a:ln>
                <a:noFill/>
              </a:ln>
              <a:latin typeface="Liberation Sans" pitchFamily="18"/>
              <a:ea typeface="Noto Sans CJK SC Regular" pitchFamily="2"/>
              <a:cs typeface="Lohit Devanagari" pitchFamily="2"/>
            </a:endParaRPr>
          </a:p>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NAT (out):</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10.1.1.0/27→IP: ¿A ó B?</a:t>
            </a:r>
          </a:p>
        </p:txBody>
      </p:sp>
      <p:sp>
        <p:nvSpPr>
          <p:cNvPr id="57" name="Textfeld 56">
            <a:extLst>
              <a:ext uri="{FF2B5EF4-FFF2-40B4-BE49-F238E27FC236}">
                <a16:creationId xmlns:a16="http://schemas.microsoft.com/office/drawing/2014/main" id="{AC458740-F22D-A271-4029-2DCF3FB953DE}"/>
              </a:ext>
            </a:extLst>
          </p:cNvPr>
          <p:cNvSpPr txBox="1"/>
          <p:nvPr/>
        </p:nvSpPr>
        <p:spPr>
          <a:xfrm>
            <a:off x="3447360" y="4559040"/>
            <a:ext cx="1019519" cy="30204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10.1.1.99</a:t>
            </a:r>
          </a:p>
        </p:txBody>
      </p:sp>
      <p:sp>
        <p:nvSpPr>
          <p:cNvPr id="58" name="Textfeld 57">
            <a:extLst>
              <a:ext uri="{FF2B5EF4-FFF2-40B4-BE49-F238E27FC236}">
                <a16:creationId xmlns:a16="http://schemas.microsoft.com/office/drawing/2014/main" id="{CF434046-80A4-D9BB-0126-B2F2BBB49845}"/>
              </a:ext>
            </a:extLst>
          </p:cNvPr>
          <p:cNvSpPr txBox="1"/>
          <p:nvPr/>
        </p:nvSpPr>
        <p:spPr>
          <a:xfrm>
            <a:off x="2962079" y="4020120"/>
            <a:ext cx="118871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10.1.1.1</a:t>
            </a:r>
          </a:p>
        </p:txBody>
      </p:sp>
      <p:sp>
        <p:nvSpPr>
          <p:cNvPr id="59" name="Textfeld 58">
            <a:extLst>
              <a:ext uri="{FF2B5EF4-FFF2-40B4-BE49-F238E27FC236}">
                <a16:creationId xmlns:a16="http://schemas.microsoft.com/office/drawing/2014/main" id="{81429D65-2CEF-9EAB-D458-A6E7C5814B97}"/>
              </a:ext>
            </a:extLst>
          </p:cNvPr>
          <p:cNvSpPr txBox="1"/>
          <p:nvPr/>
        </p:nvSpPr>
        <p:spPr>
          <a:xfrm>
            <a:off x="578880" y="2848320"/>
            <a:ext cx="2743199" cy="889559"/>
          </a:xfrm>
          <a:prstGeom prst="rect">
            <a:avLst/>
          </a:prstGeom>
          <a:noFill/>
          <a:ln>
            <a:noFill/>
          </a:ln>
        </p:spPr>
        <p:txBody>
          <a:bodyPr wrap="none" lIns="90000" tIns="45000" rIns="90000" bIns="45000" anchorCtr="0" compatLnSpc="0">
            <a:spAutoFit/>
          </a:bodyPr>
          <a:lstStyle/>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DNS: .ejemplo.com</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www0 → 50.1.1.A</a:t>
            </a:r>
            <a:br>
              <a:rPr lang="es-VE" sz="1400" b="0" i="0" u="none" strike="noStrike" kern="1200" cap="none">
                <a:ln>
                  <a:noFill/>
                </a:ln>
                <a:latin typeface="Liberation Sans" pitchFamily="18"/>
                <a:ea typeface="Noto Sans CJK SC Regular" pitchFamily="2"/>
                <a:cs typeface="Lohit Devanagari" pitchFamily="2"/>
              </a:rPr>
            </a:br>
            <a:r>
              <a:rPr lang="es-VE" sz="1400" b="0" i="0" u="none" strike="noStrike" kern="1200" cap="none">
                <a:ln>
                  <a:noFill/>
                </a:ln>
                <a:latin typeface="Liberation Sans" pitchFamily="18"/>
                <a:ea typeface="Noto Sans CJK SC Regular" pitchFamily="2"/>
                <a:cs typeface="Lohit Devanagari" pitchFamily="2"/>
              </a:rPr>
              <a:t>www0 → 60.1.1.B</a:t>
            </a:r>
          </a:p>
          <a:p>
            <a:pPr marL="0" marR="0" lvl="0" indent="0" algn="l" hangingPunct="0">
              <a:lnSpc>
                <a:spcPct val="100000"/>
              </a:lnSpc>
              <a:spcBef>
                <a:spcPts val="0"/>
              </a:spcBef>
              <a:spcAft>
                <a:spcPts val="0"/>
              </a:spcAft>
              <a:buNone/>
              <a:tabLst/>
            </a:pPr>
            <a:endParaRPr lang="es-VE" sz="1400" b="0" i="0" u="none" strike="noStrike" kern="1200" cap="none">
              <a:ln>
                <a:noFill/>
              </a:ln>
              <a:latin typeface="Liberation Sans" pitchFamily="18"/>
              <a:ea typeface="Noto Sans CJK SC Regular" pitchFamily="2"/>
              <a:cs typeface="Lohit Devanagari" pitchFamily="2"/>
            </a:endParaRPr>
          </a:p>
        </p:txBody>
      </p:sp>
      <p:sp>
        <p:nvSpPr>
          <p:cNvPr id="60" name="Textfeld 59">
            <a:extLst>
              <a:ext uri="{FF2B5EF4-FFF2-40B4-BE49-F238E27FC236}">
                <a16:creationId xmlns:a16="http://schemas.microsoft.com/office/drawing/2014/main" id="{486B4584-0122-4384-ACE0-0BC444636A61}"/>
              </a:ext>
            </a:extLst>
          </p:cNvPr>
          <p:cNvSpPr txBox="1"/>
          <p:nvPr/>
        </p:nvSpPr>
        <p:spPr>
          <a:xfrm>
            <a:off x="4297680" y="2103120"/>
            <a:ext cx="128015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FF4500"/>
                </a:solidFill>
                <a:latin typeface="Liberation Sans" pitchFamily="18"/>
                <a:ea typeface="Noto Sans CJK SC Regular" pitchFamily="2"/>
                <a:cs typeface="Lohit Devanagari" pitchFamily="2"/>
              </a:rPr>
              <a:t>60.1.1.B</a:t>
            </a:r>
          </a:p>
        </p:txBody>
      </p:sp>
      <p:sp>
        <p:nvSpPr>
          <p:cNvPr id="61" name="Textfeld 60">
            <a:extLst>
              <a:ext uri="{FF2B5EF4-FFF2-40B4-BE49-F238E27FC236}">
                <a16:creationId xmlns:a16="http://schemas.microsoft.com/office/drawing/2014/main" id="{FC5F3377-B191-818B-393D-2F7DB4E9CDE3}"/>
              </a:ext>
            </a:extLst>
          </p:cNvPr>
          <p:cNvSpPr txBox="1"/>
          <p:nvPr/>
        </p:nvSpPr>
        <p:spPr>
          <a:xfrm>
            <a:off x="2286000" y="2108880"/>
            <a:ext cx="128015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4169E1"/>
                </a:solidFill>
                <a:latin typeface="Liberation Sans" pitchFamily="18"/>
                <a:ea typeface="Noto Sans CJK SC Regular" pitchFamily="2"/>
                <a:cs typeface="Lohit Devanagari" pitchFamily="2"/>
              </a:rPr>
              <a:t>50.1.1.A</a:t>
            </a:r>
          </a:p>
        </p:txBody>
      </p:sp>
      <p:sp>
        <p:nvSpPr>
          <p:cNvPr id="62" name="Textfeld 61">
            <a:extLst>
              <a:ext uri="{FF2B5EF4-FFF2-40B4-BE49-F238E27FC236}">
                <a16:creationId xmlns:a16="http://schemas.microsoft.com/office/drawing/2014/main" id="{A6B4E90A-75F7-7807-7874-E128077B167B}"/>
              </a:ext>
            </a:extLst>
          </p:cNvPr>
          <p:cNvSpPr txBox="1"/>
          <p:nvPr/>
        </p:nvSpPr>
        <p:spPr>
          <a:xfrm>
            <a:off x="2103120" y="27720"/>
            <a:ext cx="3657600" cy="1109880"/>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Arquitectura Común</a:t>
            </a:r>
          </a:p>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(Redes por Carrier)</a:t>
            </a:r>
          </a:p>
        </p:txBody>
      </p:sp>
      <p:sp>
        <p:nvSpPr>
          <p:cNvPr id="63" name="Textfeld 62">
            <a:extLst>
              <a:ext uri="{FF2B5EF4-FFF2-40B4-BE49-F238E27FC236}">
                <a16:creationId xmlns:a16="http://schemas.microsoft.com/office/drawing/2014/main" id="{CE7328D1-3B97-F59B-123D-453DF2325D25}"/>
              </a:ext>
            </a:extLst>
          </p:cNvPr>
          <p:cNvSpPr txBox="1"/>
          <p:nvPr/>
        </p:nvSpPr>
        <p:spPr>
          <a:xfrm>
            <a:off x="548640" y="6922440"/>
            <a:ext cx="6400799" cy="2855160"/>
          </a:xfrm>
          <a:prstGeom prst="rect">
            <a:avLst/>
          </a:prstGeom>
          <a:noFill/>
          <a:ln>
            <a:noFill/>
          </a:ln>
        </p:spPr>
        <p:txBody>
          <a:bodyPr wrap="none" lIns="90000" tIns="45000" rIns="90000" bIns="45000" anchorCtr="0" compatLnSpc="0">
            <a:spAutoFit/>
          </a:bodyPr>
          <a:lstStyle/>
          <a:p>
            <a:pPr marL="0" marR="0" lvl="0"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La direcciones IP públicas de los servidores Web no son únicas, sino que dependen del # de Carriers en la localidad.</a:t>
            </a:r>
          </a:p>
          <a:p>
            <a:pPr marL="0" marR="0" lvl="0"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Los ciclos de enrutamiento o enrutamiento asimétrico aparecen en la red porque se han implementado las siguientes configuraciones:</a:t>
            </a:r>
          </a:p>
          <a:p>
            <a:pPr marL="0" marR="0" lvl="1"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Esquemas de “ramales imaginarios” por redes públicas para el mismo objeto.</a:t>
            </a:r>
          </a:p>
          <a:p>
            <a:pPr marL="0" marR="0" lvl="1"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Múltiples traducciones (NAT) transparente hacia una misma red o servidor privado, y por lo tanto, múltiples posibles rutas de retorno (e.g. UDP).</a:t>
            </a:r>
          </a:p>
          <a:p>
            <a:pPr marL="0" marR="0" lvl="1"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Imposibilidad de configurar puertas de enlaces (fijas) para servidores con doble NAT, porque el tráfico debe ser transparente (IP pública origen sin NAT).</a:t>
            </a:r>
          </a:p>
          <a:p>
            <a:pPr marL="0" marR="0" lvl="0"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Existe alta complejidad en la administración (múltiples reglas de seguridad y traducción (NAT) para el mismo servidor), esto aumenta los posibles puntos de falla y riesgo de seguridad.</a:t>
            </a:r>
          </a:p>
          <a:p>
            <a:pPr marL="0" marR="0" lvl="0" indent="0" algn="just" hangingPunct="0">
              <a:lnSpc>
                <a:spcPct val="100000"/>
              </a:lnSpc>
              <a:spcBef>
                <a:spcPts val="0"/>
              </a:spcBef>
              <a:spcAft>
                <a:spcPts val="0"/>
              </a:spcAft>
              <a:buSzPct val="45000"/>
              <a:buFont typeface="StarSymbol"/>
              <a:buChar char="●"/>
              <a:tabLst/>
            </a:pPr>
            <a:r>
              <a:rPr lang="es-VE" sz="1300" b="1" i="0" u="none" strike="noStrike" kern="1200" cap="none">
                <a:ln>
                  <a:noFill/>
                </a:ln>
                <a:latin typeface="Liberation Sans" pitchFamily="18"/>
                <a:ea typeface="Noto Sans CJK SC Regular" pitchFamily="2"/>
                <a:cs typeface="Lohit Devanagari" pitchFamily="2"/>
              </a:rPr>
              <a:t>Esta arquitectura no es una solución estándar porque no es la mejor práctica para publicación de servidores en Internet a través de múltiples Carriers en una misma localidad geográfica.</a:t>
            </a:r>
          </a:p>
        </p:txBody>
      </p:sp>
      <p:cxnSp>
        <p:nvCxnSpPr>
          <p:cNvPr id="64" name="Verbinder: gekrümmt 63">
            <a:extLst>
              <a:ext uri="{FF2B5EF4-FFF2-40B4-BE49-F238E27FC236}">
                <a16:creationId xmlns:a16="http://schemas.microsoft.com/office/drawing/2014/main" id="{A666545A-93F5-5F04-8755-49A3F9969279}"/>
              </a:ext>
            </a:extLst>
          </p:cNvPr>
          <p:cNvCxnSpPr/>
          <p:nvPr/>
        </p:nvCxnSpPr>
        <p:spPr>
          <a:xfrm rot="5400000">
            <a:off x="3478500" y="3149100"/>
            <a:ext cx="1378080" cy="11160"/>
          </a:xfrm>
          <a:prstGeom prst="curvedConnector3">
            <a:avLst>
              <a:gd name="adj1" fmla="val 50000"/>
            </a:avLst>
          </a:prstGeom>
          <a:noFill/>
          <a:ln w="29160">
            <a:solidFill>
              <a:srgbClr val="FF4500"/>
            </a:solidFill>
            <a:prstDash val="solid"/>
          </a:ln>
        </p:spPr>
      </p:cxnSp>
      <p:cxnSp>
        <p:nvCxnSpPr>
          <p:cNvPr id="65" name="Verbinder: gekrümmt 64">
            <a:extLst>
              <a:ext uri="{FF2B5EF4-FFF2-40B4-BE49-F238E27FC236}">
                <a16:creationId xmlns:a16="http://schemas.microsoft.com/office/drawing/2014/main" id="{742BC03D-4C31-B8A2-8FFA-B613EAF0747D}"/>
              </a:ext>
            </a:extLst>
          </p:cNvPr>
          <p:cNvCxnSpPr/>
          <p:nvPr/>
        </p:nvCxnSpPr>
        <p:spPr>
          <a:xfrm flipH="1">
            <a:off x="3641039" y="2465640"/>
            <a:ext cx="19440" cy="1231200"/>
          </a:xfrm>
          <a:prstGeom prst="curvedConnector3">
            <a:avLst/>
          </a:prstGeom>
          <a:noFill/>
          <a:ln w="29160">
            <a:solidFill>
              <a:srgbClr val="4169E1"/>
            </a:solidFill>
            <a:prstDash val="solid"/>
          </a:ln>
        </p:spPr>
      </p:cxnSp>
      <p:sp>
        <p:nvSpPr>
          <p:cNvPr id="66" name="Freihandform: Form 65">
            <a:extLst>
              <a:ext uri="{FF2B5EF4-FFF2-40B4-BE49-F238E27FC236}">
                <a16:creationId xmlns:a16="http://schemas.microsoft.com/office/drawing/2014/main" id="{B205F421-8A02-1EFE-DE5D-5B61E1F90A3A}"/>
              </a:ext>
            </a:extLst>
          </p:cNvPr>
          <p:cNvSpPr/>
          <p:nvPr/>
        </p:nvSpPr>
        <p:spPr>
          <a:xfrm>
            <a:off x="2926079" y="5453279"/>
            <a:ext cx="1920239" cy="1097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DCDCDC"/>
          </a:solidFill>
          <a:ln w="0">
            <a:solidFill>
              <a:srgbClr val="000000"/>
            </a:solidFill>
            <a:prstDash val="solid"/>
          </a:ln>
        </p:spPr>
        <p:txBody>
          <a:bodyPr wrap="non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67" name="Gruppieren 66">
            <a:extLst>
              <a:ext uri="{FF2B5EF4-FFF2-40B4-BE49-F238E27FC236}">
                <a16:creationId xmlns:a16="http://schemas.microsoft.com/office/drawing/2014/main" id="{0B6A0950-0B2B-6A2F-6D45-CAADEC8F9390}"/>
              </a:ext>
            </a:extLst>
          </p:cNvPr>
          <p:cNvGrpSpPr/>
          <p:nvPr/>
        </p:nvGrpSpPr>
        <p:grpSpPr>
          <a:xfrm>
            <a:off x="3113639" y="5546880"/>
            <a:ext cx="601921" cy="726840"/>
            <a:chOff x="3113639" y="5546880"/>
            <a:chExt cx="601921" cy="726840"/>
          </a:xfrm>
        </p:grpSpPr>
        <p:sp>
          <p:nvSpPr>
            <p:cNvPr id="68" name="Freihandform: Form 67">
              <a:extLst>
                <a:ext uri="{FF2B5EF4-FFF2-40B4-BE49-F238E27FC236}">
                  <a16:creationId xmlns:a16="http://schemas.microsoft.com/office/drawing/2014/main" id="{4B3A91AD-844E-1EF4-08A4-DD030DC70CC5}"/>
                </a:ext>
              </a:extLst>
            </p:cNvPr>
            <p:cNvSpPr/>
            <p:nvPr/>
          </p:nvSpPr>
          <p:spPr>
            <a:xfrm>
              <a:off x="3334680" y="6052680"/>
              <a:ext cx="380880" cy="221040"/>
            </a:xfrm>
            <a:custGeom>
              <a:avLst/>
              <a:gdLst/>
              <a:ahLst/>
              <a:cxnLst>
                <a:cxn ang="3cd4">
                  <a:pos x="hc" y="t"/>
                </a:cxn>
                <a:cxn ang="cd2">
                  <a:pos x="l" y="vc"/>
                </a:cxn>
                <a:cxn ang="cd4">
                  <a:pos x="hc" y="b"/>
                </a:cxn>
                <a:cxn ang="0">
                  <a:pos x="r" y="vc"/>
                </a:cxn>
              </a:cxnLst>
              <a:rect l="l" t="t" r="r" b="b"/>
              <a:pathLst>
                <a:path w="1059" h="615">
                  <a:moveTo>
                    <a:pt x="0" y="615"/>
                  </a:moveTo>
                  <a:cubicBezTo>
                    <a:pt x="300" y="615"/>
                    <a:pt x="770" y="421"/>
                    <a:pt x="972" y="293"/>
                  </a:cubicBezTo>
                  <a:cubicBezTo>
                    <a:pt x="1175" y="165"/>
                    <a:pt x="972" y="0"/>
                    <a:pt x="870" y="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69" name="Gruppieren 68">
              <a:extLst>
                <a:ext uri="{FF2B5EF4-FFF2-40B4-BE49-F238E27FC236}">
                  <a16:creationId xmlns:a16="http://schemas.microsoft.com/office/drawing/2014/main" id="{CFA63413-BE79-73B5-DAB6-2FFE0D14B288}"/>
                </a:ext>
              </a:extLst>
            </p:cNvPr>
            <p:cNvGrpSpPr/>
            <p:nvPr/>
          </p:nvGrpSpPr>
          <p:grpSpPr>
            <a:xfrm>
              <a:off x="3113639" y="5546880"/>
              <a:ext cx="533881" cy="726840"/>
              <a:chOff x="3113639" y="5546880"/>
              <a:chExt cx="533881" cy="726840"/>
            </a:xfrm>
          </p:grpSpPr>
          <p:sp>
            <p:nvSpPr>
              <p:cNvPr id="70" name="Freihandform: Form 69">
                <a:extLst>
                  <a:ext uri="{FF2B5EF4-FFF2-40B4-BE49-F238E27FC236}">
                    <a16:creationId xmlns:a16="http://schemas.microsoft.com/office/drawing/2014/main" id="{532A4E6B-1A7B-D848-7D7D-504B9E680F99}"/>
                  </a:ext>
                </a:extLst>
              </p:cNvPr>
              <p:cNvSpPr/>
              <p:nvPr/>
            </p:nvSpPr>
            <p:spPr>
              <a:xfrm>
                <a:off x="3113639" y="5726160"/>
                <a:ext cx="220680" cy="547560"/>
              </a:xfrm>
              <a:custGeom>
                <a:avLst/>
                <a:gdLst/>
                <a:ahLst/>
                <a:cxnLst>
                  <a:cxn ang="3cd4">
                    <a:pos x="hc" y="t"/>
                  </a:cxn>
                  <a:cxn ang="cd2">
                    <a:pos x="l" y="vc"/>
                  </a:cxn>
                  <a:cxn ang="cd4">
                    <a:pos x="hc" y="b"/>
                  </a:cxn>
                  <a:cxn ang="0">
                    <a:pos x="r" y="vc"/>
                  </a:cxn>
                </a:cxnLst>
                <a:rect l="l" t="t" r="r" b="b"/>
                <a:pathLst>
                  <a:path w="614" h="1522">
                    <a:moveTo>
                      <a:pt x="0" y="1171"/>
                    </a:moveTo>
                    <a:lnTo>
                      <a:pt x="0" y="0"/>
                    </a:lnTo>
                    <a:lnTo>
                      <a:pt x="614" y="351"/>
                    </a:lnTo>
                    <a:lnTo>
                      <a:pt x="614" y="1522"/>
                    </a:lnTo>
                    <a:close/>
                  </a:path>
                </a:pathLst>
              </a:custGeom>
              <a:gradFill>
                <a:gsLst>
                  <a:gs pos="0">
                    <a:srgbClr val="B3B3B3"/>
                  </a:gs>
                  <a:gs pos="100000">
                    <a:srgbClr val="E5E5E5"/>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1" name="Freihandform: Form 70">
                <a:extLst>
                  <a:ext uri="{FF2B5EF4-FFF2-40B4-BE49-F238E27FC236}">
                    <a16:creationId xmlns:a16="http://schemas.microsoft.com/office/drawing/2014/main" id="{3E248E02-2D96-A75B-2970-6C27C563C17B}"/>
                  </a:ext>
                </a:extLst>
              </p:cNvPr>
              <p:cNvSpPr/>
              <p:nvPr/>
            </p:nvSpPr>
            <p:spPr>
              <a:xfrm>
                <a:off x="3334680" y="5673240"/>
                <a:ext cx="312840" cy="600480"/>
              </a:xfrm>
              <a:custGeom>
                <a:avLst/>
                <a:gdLst/>
                <a:ahLst/>
                <a:cxnLst>
                  <a:cxn ang="3cd4">
                    <a:pos x="hc" y="t"/>
                  </a:cxn>
                  <a:cxn ang="cd2">
                    <a:pos x="l" y="vc"/>
                  </a:cxn>
                  <a:cxn ang="cd4">
                    <a:pos x="hc" y="b"/>
                  </a:cxn>
                  <a:cxn ang="0">
                    <a:pos x="r" y="vc"/>
                  </a:cxn>
                </a:cxnLst>
                <a:rect l="l" t="t" r="r" b="b"/>
                <a:pathLst>
                  <a:path w="870" h="1669">
                    <a:moveTo>
                      <a:pt x="0" y="1669"/>
                    </a:moveTo>
                    <a:lnTo>
                      <a:pt x="0" y="498"/>
                    </a:lnTo>
                    <a:lnTo>
                      <a:pt x="870" y="0"/>
                    </a:lnTo>
                    <a:lnTo>
                      <a:pt x="870" y="1171"/>
                    </a:lnTo>
                    <a:close/>
                  </a:path>
                </a:pathLst>
              </a:custGeom>
              <a:gradFill>
                <a:gsLst>
                  <a:gs pos="0">
                    <a:srgbClr val="E5E5E5"/>
                  </a:gs>
                  <a:gs pos="100000">
                    <a:srgbClr val="B3B3B3"/>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2" name="Freihandform: Form 71">
                <a:extLst>
                  <a:ext uri="{FF2B5EF4-FFF2-40B4-BE49-F238E27FC236}">
                    <a16:creationId xmlns:a16="http://schemas.microsoft.com/office/drawing/2014/main" id="{971DA25B-0F20-EF61-6305-5BEC4228BD5B}"/>
                  </a:ext>
                </a:extLst>
              </p:cNvPr>
              <p:cNvSpPr/>
              <p:nvPr/>
            </p:nvSpPr>
            <p:spPr>
              <a:xfrm>
                <a:off x="3113639" y="5546880"/>
                <a:ext cx="533880" cy="305280"/>
              </a:xfrm>
              <a:custGeom>
                <a:avLst/>
                <a:gdLst/>
                <a:ahLst/>
                <a:cxnLst>
                  <a:cxn ang="3cd4">
                    <a:pos x="hc" y="t"/>
                  </a:cxn>
                  <a:cxn ang="cd2">
                    <a:pos x="l" y="vc"/>
                  </a:cxn>
                  <a:cxn ang="cd4">
                    <a:pos x="hc" y="b"/>
                  </a:cxn>
                  <a:cxn ang="0">
                    <a:pos x="r" y="vc"/>
                  </a:cxn>
                </a:cxnLst>
                <a:rect l="l" t="t" r="r" b="b"/>
                <a:pathLst>
                  <a:path w="1484" h="849">
                    <a:moveTo>
                      <a:pt x="614" y="849"/>
                    </a:moveTo>
                    <a:lnTo>
                      <a:pt x="0" y="498"/>
                    </a:lnTo>
                    <a:lnTo>
                      <a:pt x="870" y="0"/>
                    </a:lnTo>
                    <a:lnTo>
                      <a:pt x="1484" y="351"/>
                    </a:lnTo>
                    <a:close/>
                  </a:path>
                </a:pathLst>
              </a:custGeom>
              <a:gradFill>
                <a:gsLst>
                  <a:gs pos="0">
                    <a:srgbClr val="B3B3B3"/>
                  </a:gs>
                  <a:gs pos="100000">
                    <a:srgbClr val="E5E5E5"/>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3" name="Freihandform: Form 72">
                <a:extLst>
                  <a:ext uri="{FF2B5EF4-FFF2-40B4-BE49-F238E27FC236}">
                    <a16:creationId xmlns:a16="http://schemas.microsoft.com/office/drawing/2014/main" id="{A5B549BE-3F6F-AF6B-ACC2-CF4D8CF07323}"/>
                  </a:ext>
                </a:extLst>
              </p:cNvPr>
              <p:cNvSpPr/>
              <p:nvPr/>
            </p:nvSpPr>
            <p:spPr>
              <a:xfrm>
                <a:off x="3113639" y="5546880"/>
                <a:ext cx="533880" cy="726839"/>
              </a:xfrm>
              <a:custGeom>
                <a:avLst/>
                <a:gdLst/>
                <a:ahLst/>
                <a:cxnLst>
                  <a:cxn ang="3cd4">
                    <a:pos x="hc" y="t"/>
                  </a:cxn>
                  <a:cxn ang="cd2">
                    <a:pos x="l" y="vc"/>
                  </a:cxn>
                  <a:cxn ang="cd4">
                    <a:pos x="hc" y="b"/>
                  </a:cxn>
                  <a:cxn ang="0">
                    <a:pos x="r" y="vc"/>
                  </a:cxn>
                </a:cxnLst>
                <a:rect l="l" t="t" r="r" b="b"/>
                <a:pathLst>
                  <a:path w="1484" h="2020">
                    <a:moveTo>
                      <a:pt x="0" y="1669"/>
                    </a:moveTo>
                    <a:lnTo>
                      <a:pt x="0" y="498"/>
                    </a:lnTo>
                    <a:lnTo>
                      <a:pt x="870" y="0"/>
                    </a:lnTo>
                    <a:lnTo>
                      <a:pt x="1484" y="351"/>
                    </a:lnTo>
                    <a:lnTo>
                      <a:pt x="1484" y="1522"/>
                    </a:lnTo>
                    <a:lnTo>
                      <a:pt x="614" y="2020"/>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4" name="Gerader Verbinder 73">
                <a:extLst>
                  <a:ext uri="{FF2B5EF4-FFF2-40B4-BE49-F238E27FC236}">
                    <a16:creationId xmlns:a16="http://schemas.microsoft.com/office/drawing/2014/main" id="{D2932A33-27B4-A3D1-EEAC-4ED1E66E0E72}"/>
                  </a:ext>
                </a:extLst>
              </p:cNvPr>
              <p:cNvSpPr/>
              <p:nvPr/>
            </p:nvSpPr>
            <p:spPr>
              <a:xfrm flipH="1" flipV="1">
                <a:off x="3150360" y="6084360"/>
                <a:ext cx="147240" cy="8424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5" name="Gerader Verbinder 74">
                <a:extLst>
                  <a:ext uri="{FF2B5EF4-FFF2-40B4-BE49-F238E27FC236}">
                    <a16:creationId xmlns:a16="http://schemas.microsoft.com/office/drawing/2014/main" id="{CD723C17-14C0-0616-796F-058651829D66}"/>
                  </a:ext>
                </a:extLst>
              </p:cNvPr>
              <p:cNvSpPr/>
              <p:nvPr/>
            </p:nvSpPr>
            <p:spPr>
              <a:xfrm flipH="1" flipV="1">
                <a:off x="3150360" y="6126480"/>
                <a:ext cx="147240" cy="8424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6" name="Gerader Verbinder 75">
                <a:extLst>
                  <a:ext uri="{FF2B5EF4-FFF2-40B4-BE49-F238E27FC236}">
                    <a16:creationId xmlns:a16="http://schemas.microsoft.com/office/drawing/2014/main" id="{C8DFD49F-A907-15EC-482E-6D871F4677C8}"/>
                  </a:ext>
                </a:extLst>
              </p:cNvPr>
              <p:cNvSpPr/>
              <p:nvPr/>
            </p:nvSpPr>
            <p:spPr>
              <a:xfrm flipH="1" flipV="1">
                <a:off x="3150360" y="6105599"/>
                <a:ext cx="147240" cy="84241"/>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7" name="Freihandform: Form 76">
                <a:extLst>
                  <a:ext uri="{FF2B5EF4-FFF2-40B4-BE49-F238E27FC236}">
                    <a16:creationId xmlns:a16="http://schemas.microsoft.com/office/drawing/2014/main" id="{262083AE-0637-37AD-1C65-208A3B8BB4D8}"/>
                  </a:ext>
                </a:extLst>
              </p:cNvPr>
              <p:cNvSpPr/>
              <p:nvPr/>
            </p:nvSpPr>
            <p:spPr>
              <a:xfrm>
                <a:off x="3131999" y="5789160"/>
                <a:ext cx="183960" cy="126000"/>
              </a:xfrm>
              <a:custGeom>
                <a:avLst/>
                <a:gdLst/>
                <a:ahLst/>
                <a:cxnLst>
                  <a:cxn ang="3cd4">
                    <a:pos x="hc" y="t"/>
                  </a:cxn>
                  <a:cxn ang="cd2">
                    <a:pos x="l" y="vc"/>
                  </a:cxn>
                  <a:cxn ang="cd4">
                    <a:pos x="hc" y="b"/>
                  </a:cxn>
                  <a:cxn ang="0">
                    <a:pos x="r" y="vc"/>
                  </a:cxn>
                </a:cxnLst>
                <a:rect l="l" t="t" r="r" b="b"/>
                <a:pathLst>
                  <a:path w="512" h="351" fill="none">
                    <a:moveTo>
                      <a:pt x="512" y="351"/>
                    </a:moveTo>
                    <a:lnTo>
                      <a:pt x="0" y="59"/>
                    </a:lnTo>
                    <a:lnTo>
                      <a:pt x="0" y="0"/>
                    </a:lnTo>
                  </a:path>
                </a:pathLst>
              </a:custGeom>
              <a:no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8" name="Freihandform: Form 77">
                <a:extLst>
                  <a:ext uri="{FF2B5EF4-FFF2-40B4-BE49-F238E27FC236}">
                    <a16:creationId xmlns:a16="http://schemas.microsoft.com/office/drawing/2014/main" id="{020FBF41-0232-F92D-2B59-FCE7F4603B10}"/>
                  </a:ext>
                </a:extLst>
              </p:cNvPr>
              <p:cNvSpPr/>
              <p:nvPr/>
            </p:nvSpPr>
            <p:spPr>
              <a:xfrm>
                <a:off x="3135240" y="5788799"/>
                <a:ext cx="180720" cy="126720"/>
              </a:xfrm>
              <a:custGeom>
                <a:avLst/>
                <a:gdLst/>
                <a:ahLst/>
                <a:cxnLst>
                  <a:cxn ang="3cd4">
                    <a:pos x="hc" y="t"/>
                  </a:cxn>
                  <a:cxn ang="cd2">
                    <a:pos x="l" y="vc"/>
                  </a:cxn>
                  <a:cxn ang="cd4">
                    <a:pos x="hc" y="b"/>
                  </a:cxn>
                  <a:cxn ang="0">
                    <a:pos x="r" y="vc"/>
                  </a:cxn>
                </a:cxnLst>
                <a:rect l="l" t="t" r="r" b="b"/>
                <a:pathLst>
                  <a:path w="503" h="353" fill="none">
                    <a:moveTo>
                      <a:pt x="503" y="353"/>
                    </a:moveTo>
                    <a:lnTo>
                      <a:pt x="503" y="294"/>
                    </a:lnTo>
                    <a:lnTo>
                      <a:pt x="0" y="0"/>
                    </a:lnTo>
                  </a:path>
                </a:pathLst>
              </a:cu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9" name="Freihandform: Form 78">
                <a:extLst>
                  <a:ext uri="{FF2B5EF4-FFF2-40B4-BE49-F238E27FC236}">
                    <a16:creationId xmlns:a16="http://schemas.microsoft.com/office/drawing/2014/main" id="{67FFA68A-5170-5A8D-06B7-9798436011E0}"/>
                  </a:ext>
                </a:extLst>
              </p:cNvPr>
              <p:cNvSpPr/>
              <p:nvPr/>
            </p:nvSpPr>
            <p:spPr>
              <a:xfrm>
                <a:off x="3200400" y="5999760"/>
                <a:ext cx="21240" cy="36720"/>
              </a:xfrm>
              <a:custGeom>
                <a:avLst/>
                <a:gdLst/>
                <a:ahLst/>
                <a:cxnLst>
                  <a:cxn ang="3cd4">
                    <a:pos x="hc" y="t"/>
                  </a:cxn>
                  <a:cxn ang="cd2">
                    <a:pos x="l" y="vc"/>
                  </a:cxn>
                  <a:cxn ang="cd4">
                    <a:pos x="hc" y="b"/>
                  </a:cxn>
                  <a:cxn ang="0">
                    <a:pos x="r" y="vc"/>
                  </a:cxn>
                </a:cxnLst>
                <a:rect l="l" t="t" r="r" b="b"/>
                <a:pathLst>
                  <a:path w="60" h="103">
                    <a:moveTo>
                      <a:pt x="0" y="69"/>
                    </a:moveTo>
                    <a:lnTo>
                      <a:pt x="0" y="0"/>
                    </a:lnTo>
                    <a:lnTo>
                      <a:pt x="60" y="34"/>
                    </a:lnTo>
                    <a:lnTo>
                      <a:pt x="60" y="103"/>
                    </a:lnTo>
                    <a:close/>
                  </a:path>
                </a:pathLst>
              </a:custGeom>
              <a:solidFill>
                <a:srgbClr val="39B54A"/>
              </a:solid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0" name="Gerader Verbinder 79">
                <a:extLst>
                  <a:ext uri="{FF2B5EF4-FFF2-40B4-BE49-F238E27FC236}">
                    <a16:creationId xmlns:a16="http://schemas.microsoft.com/office/drawing/2014/main" id="{7234A35B-8B9B-3C45-D34E-CB4F39E9D77C}"/>
                  </a:ext>
                </a:extLst>
              </p:cNvPr>
              <p:cNvSpPr/>
              <p:nvPr/>
            </p:nvSpPr>
            <p:spPr>
              <a:xfrm flipH="1" flipV="1">
                <a:off x="3150360" y="6063120"/>
                <a:ext cx="147240" cy="8424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grpSp>
        <p:nvGrpSpPr>
          <p:cNvPr id="81" name="Gruppieren 80">
            <a:extLst>
              <a:ext uri="{FF2B5EF4-FFF2-40B4-BE49-F238E27FC236}">
                <a16:creationId xmlns:a16="http://schemas.microsoft.com/office/drawing/2014/main" id="{72D09717-C97E-A784-BC94-15D822680AFC}"/>
              </a:ext>
            </a:extLst>
          </p:cNvPr>
          <p:cNvGrpSpPr/>
          <p:nvPr/>
        </p:nvGrpSpPr>
        <p:grpSpPr>
          <a:xfrm>
            <a:off x="4120919" y="5542560"/>
            <a:ext cx="600481" cy="731160"/>
            <a:chOff x="4120919" y="5542560"/>
            <a:chExt cx="600481" cy="731160"/>
          </a:xfrm>
        </p:grpSpPr>
        <p:sp>
          <p:nvSpPr>
            <p:cNvPr id="82" name="Freihandform: Form 81">
              <a:extLst>
                <a:ext uri="{FF2B5EF4-FFF2-40B4-BE49-F238E27FC236}">
                  <a16:creationId xmlns:a16="http://schemas.microsoft.com/office/drawing/2014/main" id="{0DBC1F46-0119-3CF2-9F68-D2965380E7B0}"/>
                </a:ext>
              </a:extLst>
            </p:cNvPr>
            <p:cNvSpPr/>
            <p:nvPr/>
          </p:nvSpPr>
          <p:spPr>
            <a:xfrm>
              <a:off x="4341600" y="6051600"/>
              <a:ext cx="379800" cy="222120"/>
            </a:xfrm>
            <a:custGeom>
              <a:avLst/>
              <a:gdLst/>
              <a:ahLst/>
              <a:cxnLst>
                <a:cxn ang="3cd4">
                  <a:pos x="hc" y="t"/>
                </a:cxn>
                <a:cxn ang="cd2">
                  <a:pos x="l" y="vc"/>
                </a:cxn>
                <a:cxn ang="cd4">
                  <a:pos x="hc" y="b"/>
                </a:cxn>
                <a:cxn ang="0">
                  <a:pos x="r" y="vc"/>
                </a:cxn>
              </a:cxnLst>
              <a:rect l="l" t="t" r="r" b="b"/>
              <a:pathLst>
                <a:path w="1056" h="618">
                  <a:moveTo>
                    <a:pt x="0" y="618"/>
                  </a:moveTo>
                  <a:cubicBezTo>
                    <a:pt x="299" y="618"/>
                    <a:pt x="768" y="423"/>
                    <a:pt x="970" y="294"/>
                  </a:cubicBezTo>
                  <a:cubicBezTo>
                    <a:pt x="1172" y="166"/>
                    <a:pt x="970" y="0"/>
                    <a:pt x="868" y="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83" name="Gruppieren 82">
              <a:extLst>
                <a:ext uri="{FF2B5EF4-FFF2-40B4-BE49-F238E27FC236}">
                  <a16:creationId xmlns:a16="http://schemas.microsoft.com/office/drawing/2014/main" id="{2D5A00F6-7DFA-4378-0B15-C2BB2BFADD6E}"/>
                </a:ext>
              </a:extLst>
            </p:cNvPr>
            <p:cNvGrpSpPr/>
            <p:nvPr/>
          </p:nvGrpSpPr>
          <p:grpSpPr>
            <a:xfrm>
              <a:off x="4120919" y="5542560"/>
              <a:ext cx="532801" cy="731160"/>
              <a:chOff x="4120919" y="5542560"/>
              <a:chExt cx="532801" cy="731160"/>
            </a:xfrm>
          </p:grpSpPr>
          <p:sp>
            <p:nvSpPr>
              <p:cNvPr id="84" name="Freihandform: Form 83">
                <a:extLst>
                  <a:ext uri="{FF2B5EF4-FFF2-40B4-BE49-F238E27FC236}">
                    <a16:creationId xmlns:a16="http://schemas.microsoft.com/office/drawing/2014/main" id="{89B04B3E-48CF-FD04-9E1F-71698AE8F5D8}"/>
                  </a:ext>
                </a:extLst>
              </p:cNvPr>
              <p:cNvSpPr/>
              <p:nvPr/>
            </p:nvSpPr>
            <p:spPr>
              <a:xfrm>
                <a:off x="4120919" y="5722920"/>
                <a:ext cx="220320" cy="550800"/>
              </a:xfrm>
              <a:custGeom>
                <a:avLst/>
                <a:gdLst/>
                <a:ahLst/>
                <a:cxnLst>
                  <a:cxn ang="3cd4">
                    <a:pos x="hc" y="t"/>
                  </a:cxn>
                  <a:cxn ang="cd2">
                    <a:pos x="l" y="vc"/>
                  </a:cxn>
                  <a:cxn ang="cd4">
                    <a:pos x="hc" y="b"/>
                  </a:cxn>
                  <a:cxn ang="0">
                    <a:pos x="r" y="vc"/>
                  </a:cxn>
                </a:cxnLst>
                <a:rect l="l" t="t" r="r" b="b"/>
                <a:pathLst>
                  <a:path w="613" h="1531">
                    <a:moveTo>
                      <a:pt x="0" y="1178"/>
                    </a:moveTo>
                    <a:lnTo>
                      <a:pt x="0" y="0"/>
                    </a:lnTo>
                    <a:lnTo>
                      <a:pt x="613" y="353"/>
                    </a:lnTo>
                    <a:lnTo>
                      <a:pt x="613" y="1531"/>
                    </a:lnTo>
                    <a:close/>
                  </a:path>
                </a:pathLst>
              </a:custGeom>
              <a:gradFill>
                <a:gsLst>
                  <a:gs pos="0">
                    <a:srgbClr val="B3B3B3"/>
                  </a:gs>
                  <a:gs pos="100000">
                    <a:srgbClr val="E5E5E5"/>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5" name="Freihandform: Form 84">
                <a:extLst>
                  <a:ext uri="{FF2B5EF4-FFF2-40B4-BE49-F238E27FC236}">
                    <a16:creationId xmlns:a16="http://schemas.microsoft.com/office/drawing/2014/main" id="{B6DE7498-52BF-CAC9-E5E2-CB385E0C5158}"/>
                  </a:ext>
                </a:extLst>
              </p:cNvPr>
              <p:cNvSpPr/>
              <p:nvPr/>
            </p:nvSpPr>
            <p:spPr>
              <a:xfrm>
                <a:off x="4341600" y="5669640"/>
                <a:ext cx="312120" cy="604080"/>
              </a:xfrm>
              <a:custGeom>
                <a:avLst/>
                <a:gdLst/>
                <a:ahLst/>
                <a:cxnLst>
                  <a:cxn ang="3cd4">
                    <a:pos x="hc" y="t"/>
                  </a:cxn>
                  <a:cxn ang="cd2">
                    <a:pos x="l" y="vc"/>
                  </a:cxn>
                  <a:cxn ang="cd4">
                    <a:pos x="hc" y="b"/>
                  </a:cxn>
                  <a:cxn ang="0">
                    <a:pos x="r" y="vc"/>
                  </a:cxn>
                </a:cxnLst>
                <a:rect l="l" t="t" r="r" b="b"/>
                <a:pathLst>
                  <a:path w="868" h="1679">
                    <a:moveTo>
                      <a:pt x="0" y="1679"/>
                    </a:moveTo>
                    <a:lnTo>
                      <a:pt x="0" y="501"/>
                    </a:lnTo>
                    <a:lnTo>
                      <a:pt x="868" y="0"/>
                    </a:lnTo>
                    <a:lnTo>
                      <a:pt x="868" y="1178"/>
                    </a:lnTo>
                    <a:close/>
                  </a:path>
                </a:pathLst>
              </a:custGeom>
              <a:gradFill>
                <a:gsLst>
                  <a:gs pos="0">
                    <a:srgbClr val="E5E5E5"/>
                  </a:gs>
                  <a:gs pos="100000">
                    <a:srgbClr val="B3B3B3"/>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6" name="Freihandform: Form 85">
                <a:extLst>
                  <a:ext uri="{FF2B5EF4-FFF2-40B4-BE49-F238E27FC236}">
                    <a16:creationId xmlns:a16="http://schemas.microsoft.com/office/drawing/2014/main" id="{6E32E7F5-AF34-45C5-B355-EC68E19FB36E}"/>
                  </a:ext>
                </a:extLst>
              </p:cNvPr>
              <p:cNvSpPr/>
              <p:nvPr/>
            </p:nvSpPr>
            <p:spPr>
              <a:xfrm>
                <a:off x="4120919" y="5542560"/>
                <a:ext cx="532800" cy="307080"/>
              </a:xfrm>
              <a:custGeom>
                <a:avLst/>
                <a:gdLst/>
                <a:ahLst/>
                <a:cxnLst>
                  <a:cxn ang="3cd4">
                    <a:pos x="hc" y="t"/>
                  </a:cxn>
                  <a:cxn ang="cd2">
                    <a:pos x="l" y="vc"/>
                  </a:cxn>
                  <a:cxn ang="cd4">
                    <a:pos x="hc" y="b"/>
                  </a:cxn>
                  <a:cxn ang="0">
                    <a:pos x="r" y="vc"/>
                  </a:cxn>
                </a:cxnLst>
                <a:rect l="l" t="t" r="r" b="b"/>
                <a:pathLst>
                  <a:path w="1481" h="854">
                    <a:moveTo>
                      <a:pt x="613" y="854"/>
                    </a:moveTo>
                    <a:lnTo>
                      <a:pt x="0" y="501"/>
                    </a:lnTo>
                    <a:lnTo>
                      <a:pt x="868" y="0"/>
                    </a:lnTo>
                    <a:lnTo>
                      <a:pt x="1481" y="353"/>
                    </a:lnTo>
                    <a:close/>
                  </a:path>
                </a:pathLst>
              </a:custGeom>
              <a:gradFill>
                <a:gsLst>
                  <a:gs pos="0">
                    <a:srgbClr val="B3B3B3"/>
                  </a:gs>
                  <a:gs pos="100000">
                    <a:srgbClr val="E5E5E5"/>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7" name="Freihandform: Form 86">
                <a:extLst>
                  <a:ext uri="{FF2B5EF4-FFF2-40B4-BE49-F238E27FC236}">
                    <a16:creationId xmlns:a16="http://schemas.microsoft.com/office/drawing/2014/main" id="{0CB36C27-A1C7-F234-4323-B833C33B0FCA}"/>
                  </a:ext>
                </a:extLst>
              </p:cNvPr>
              <p:cNvSpPr/>
              <p:nvPr/>
            </p:nvSpPr>
            <p:spPr>
              <a:xfrm>
                <a:off x="4120919" y="5542560"/>
                <a:ext cx="532800" cy="731159"/>
              </a:xfrm>
              <a:custGeom>
                <a:avLst/>
                <a:gdLst/>
                <a:ahLst/>
                <a:cxnLst>
                  <a:cxn ang="3cd4">
                    <a:pos x="hc" y="t"/>
                  </a:cxn>
                  <a:cxn ang="cd2">
                    <a:pos x="l" y="vc"/>
                  </a:cxn>
                  <a:cxn ang="cd4">
                    <a:pos x="hc" y="b"/>
                  </a:cxn>
                  <a:cxn ang="0">
                    <a:pos x="r" y="vc"/>
                  </a:cxn>
                </a:cxnLst>
                <a:rect l="l" t="t" r="r" b="b"/>
                <a:pathLst>
                  <a:path w="1481" h="2032">
                    <a:moveTo>
                      <a:pt x="0" y="1679"/>
                    </a:moveTo>
                    <a:lnTo>
                      <a:pt x="0" y="501"/>
                    </a:lnTo>
                    <a:lnTo>
                      <a:pt x="868" y="0"/>
                    </a:lnTo>
                    <a:lnTo>
                      <a:pt x="1481" y="353"/>
                    </a:lnTo>
                    <a:lnTo>
                      <a:pt x="1481" y="1531"/>
                    </a:lnTo>
                    <a:lnTo>
                      <a:pt x="613" y="2032"/>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8" name="Gerader Verbinder 87">
                <a:extLst>
                  <a:ext uri="{FF2B5EF4-FFF2-40B4-BE49-F238E27FC236}">
                    <a16:creationId xmlns:a16="http://schemas.microsoft.com/office/drawing/2014/main" id="{15DF106E-434D-1AF7-9BA8-913E1D682CCB}"/>
                  </a:ext>
                </a:extLst>
              </p:cNvPr>
              <p:cNvSpPr/>
              <p:nvPr/>
            </p:nvSpPr>
            <p:spPr>
              <a:xfrm flipH="1" flipV="1">
                <a:off x="4157640" y="608328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9" name="Gerader Verbinder 88">
                <a:extLst>
                  <a:ext uri="{FF2B5EF4-FFF2-40B4-BE49-F238E27FC236}">
                    <a16:creationId xmlns:a16="http://schemas.microsoft.com/office/drawing/2014/main" id="{603F9F49-C15B-4DAD-72C7-AF14705A8278}"/>
                  </a:ext>
                </a:extLst>
              </p:cNvPr>
              <p:cNvSpPr/>
              <p:nvPr/>
            </p:nvSpPr>
            <p:spPr>
              <a:xfrm flipH="1" flipV="1">
                <a:off x="4157640" y="612576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0" name="Gerader Verbinder 89">
                <a:extLst>
                  <a:ext uri="{FF2B5EF4-FFF2-40B4-BE49-F238E27FC236}">
                    <a16:creationId xmlns:a16="http://schemas.microsoft.com/office/drawing/2014/main" id="{D8512BEE-E94F-9489-CA0B-1283FAAFBE82}"/>
                  </a:ext>
                </a:extLst>
              </p:cNvPr>
              <p:cNvSpPr/>
              <p:nvPr/>
            </p:nvSpPr>
            <p:spPr>
              <a:xfrm flipH="1" flipV="1">
                <a:off x="4157640" y="610452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1" name="Freihandform: Form 90">
                <a:extLst>
                  <a:ext uri="{FF2B5EF4-FFF2-40B4-BE49-F238E27FC236}">
                    <a16:creationId xmlns:a16="http://schemas.microsoft.com/office/drawing/2014/main" id="{88795AEC-4F83-D716-D8C9-B8036359BB9B}"/>
                  </a:ext>
                </a:extLst>
              </p:cNvPr>
              <p:cNvSpPr/>
              <p:nvPr/>
            </p:nvSpPr>
            <p:spPr>
              <a:xfrm>
                <a:off x="4139279" y="5786280"/>
                <a:ext cx="183240" cy="126720"/>
              </a:xfrm>
              <a:custGeom>
                <a:avLst/>
                <a:gdLst/>
                <a:ahLst/>
                <a:cxnLst>
                  <a:cxn ang="3cd4">
                    <a:pos x="hc" y="t"/>
                  </a:cxn>
                  <a:cxn ang="cd2">
                    <a:pos x="l" y="vc"/>
                  </a:cxn>
                  <a:cxn ang="cd4">
                    <a:pos x="hc" y="b"/>
                  </a:cxn>
                  <a:cxn ang="0">
                    <a:pos x="r" y="vc"/>
                  </a:cxn>
                </a:cxnLst>
                <a:rect l="l" t="t" r="r" b="b"/>
                <a:pathLst>
                  <a:path w="510" h="353" fill="none">
                    <a:moveTo>
                      <a:pt x="510" y="353"/>
                    </a:moveTo>
                    <a:lnTo>
                      <a:pt x="0" y="59"/>
                    </a:lnTo>
                    <a:lnTo>
                      <a:pt x="0" y="0"/>
                    </a:lnTo>
                  </a:path>
                </a:pathLst>
              </a:custGeom>
              <a:no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2" name="Freihandform: Form 91">
                <a:extLst>
                  <a:ext uri="{FF2B5EF4-FFF2-40B4-BE49-F238E27FC236}">
                    <a16:creationId xmlns:a16="http://schemas.microsoft.com/office/drawing/2014/main" id="{68D7579A-F8CF-BBD3-72FF-BE708AB85B32}"/>
                  </a:ext>
                </a:extLst>
              </p:cNvPr>
              <p:cNvSpPr/>
              <p:nvPr/>
            </p:nvSpPr>
            <p:spPr>
              <a:xfrm>
                <a:off x="4142520" y="5785920"/>
                <a:ext cx="180360" cy="127440"/>
              </a:xfrm>
              <a:custGeom>
                <a:avLst/>
                <a:gdLst/>
                <a:ahLst/>
                <a:cxnLst>
                  <a:cxn ang="3cd4">
                    <a:pos x="hc" y="t"/>
                  </a:cxn>
                  <a:cxn ang="cd2">
                    <a:pos x="l" y="vc"/>
                  </a:cxn>
                  <a:cxn ang="cd4">
                    <a:pos x="hc" y="b"/>
                  </a:cxn>
                  <a:cxn ang="0">
                    <a:pos x="r" y="vc"/>
                  </a:cxn>
                </a:cxnLst>
                <a:rect l="l" t="t" r="r" b="b"/>
                <a:pathLst>
                  <a:path w="502" h="355" fill="none">
                    <a:moveTo>
                      <a:pt x="502" y="355"/>
                    </a:moveTo>
                    <a:lnTo>
                      <a:pt x="502" y="296"/>
                    </a:lnTo>
                    <a:lnTo>
                      <a:pt x="0" y="0"/>
                    </a:lnTo>
                  </a:path>
                </a:pathLst>
              </a:cu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3" name="Freihandform: Form 92">
                <a:extLst>
                  <a:ext uri="{FF2B5EF4-FFF2-40B4-BE49-F238E27FC236}">
                    <a16:creationId xmlns:a16="http://schemas.microsoft.com/office/drawing/2014/main" id="{82D16888-EFB9-5F9F-A3B4-0189DF6BF843}"/>
                  </a:ext>
                </a:extLst>
              </p:cNvPr>
              <p:cNvSpPr/>
              <p:nvPr/>
            </p:nvSpPr>
            <p:spPr>
              <a:xfrm>
                <a:off x="4207320" y="5997960"/>
                <a:ext cx="21240" cy="37080"/>
              </a:xfrm>
              <a:custGeom>
                <a:avLst/>
                <a:gdLst/>
                <a:ahLst/>
                <a:cxnLst>
                  <a:cxn ang="3cd4">
                    <a:pos x="hc" y="t"/>
                  </a:cxn>
                  <a:cxn ang="cd2">
                    <a:pos x="l" y="vc"/>
                  </a:cxn>
                  <a:cxn ang="cd4">
                    <a:pos x="hc" y="b"/>
                  </a:cxn>
                  <a:cxn ang="0">
                    <a:pos x="r" y="vc"/>
                  </a:cxn>
                </a:cxnLst>
                <a:rect l="l" t="t" r="r" b="b"/>
                <a:pathLst>
                  <a:path w="60" h="104">
                    <a:moveTo>
                      <a:pt x="0" y="69"/>
                    </a:moveTo>
                    <a:lnTo>
                      <a:pt x="0" y="0"/>
                    </a:lnTo>
                    <a:lnTo>
                      <a:pt x="60" y="34"/>
                    </a:lnTo>
                    <a:lnTo>
                      <a:pt x="60" y="104"/>
                    </a:lnTo>
                    <a:close/>
                  </a:path>
                </a:pathLst>
              </a:custGeom>
              <a:solidFill>
                <a:srgbClr val="39B54A"/>
              </a:solid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4" name="Gerader Verbinder 93">
                <a:extLst>
                  <a:ext uri="{FF2B5EF4-FFF2-40B4-BE49-F238E27FC236}">
                    <a16:creationId xmlns:a16="http://schemas.microsoft.com/office/drawing/2014/main" id="{AA380823-BE75-83A3-65DF-D630B5EFBBB2}"/>
                  </a:ext>
                </a:extLst>
              </p:cNvPr>
              <p:cNvSpPr/>
              <p:nvPr/>
            </p:nvSpPr>
            <p:spPr>
              <a:xfrm flipH="1" flipV="1">
                <a:off x="4157640" y="606204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cxnSp>
        <p:nvCxnSpPr>
          <p:cNvPr id="95" name="Gerade Verbindung mit Pfeil 94">
            <a:extLst>
              <a:ext uri="{FF2B5EF4-FFF2-40B4-BE49-F238E27FC236}">
                <a16:creationId xmlns:a16="http://schemas.microsoft.com/office/drawing/2014/main" id="{268B63DA-5D5A-0836-04A1-2A583ABA9C66}"/>
              </a:ext>
            </a:extLst>
          </p:cNvPr>
          <p:cNvCxnSpPr/>
          <p:nvPr/>
        </p:nvCxnSpPr>
        <p:spPr>
          <a:xfrm>
            <a:off x="3921480" y="5297760"/>
            <a:ext cx="514800" cy="244800"/>
          </a:xfrm>
          <a:prstGeom prst="straightConnector1">
            <a:avLst/>
          </a:prstGeom>
          <a:noFill/>
          <a:ln w="0">
            <a:solidFill>
              <a:srgbClr val="000000"/>
            </a:solidFill>
            <a:prstDash val="solid"/>
          </a:ln>
        </p:spPr>
      </p:cxnSp>
      <p:cxnSp>
        <p:nvCxnSpPr>
          <p:cNvPr id="96" name="Gerade Verbindung mit Pfeil 95">
            <a:extLst>
              <a:ext uri="{FF2B5EF4-FFF2-40B4-BE49-F238E27FC236}">
                <a16:creationId xmlns:a16="http://schemas.microsoft.com/office/drawing/2014/main" id="{C85D4309-B4E9-FB0D-5F5B-744DE892ABBB}"/>
              </a:ext>
            </a:extLst>
          </p:cNvPr>
          <p:cNvCxnSpPr/>
          <p:nvPr/>
        </p:nvCxnSpPr>
        <p:spPr>
          <a:xfrm flipH="1">
            <a:off x="3429719" y="5297760"/>
            <a:ext cx="491761" cy="249120"/>
          </a:xfrm>
          <a:prstGeom prst="straightConnector1">
            <a:avLst/>
          </a:prstGeom>
          <a:noFill/>
          <a:ln w="0">
            <a:solidFill>
              <a:srgbClr val="000000"/>
            </a:solidFill>
            <a:prstDash val="solid"/>
          </a:ln>
        </p:spPr>
      </p:cxnSp>
      <p:sp>
        <p:nvSpPr>
          <p:cNvPr id="97" name="Textfeld 96">
            <a:extLst>
              <a:ext uri="{FF2B5EF4-FFF2-40B4-BE49-F238E27FC236}">
                <a16:creationId xmlns:a16="http://schemas.microsoft.com/office/drawing/2014/main" id="{956AEFDB-4968-CF6D-04D6-9258DE0771DE}"/>
              </a:ext>
            </a:extLst>
          </p:cNvPr>
          <p:cNvSpPr txBox="1"/>
          <p:nvPr/>
        </p:nvSpPr>
        <p:spPr>
          <a:xfrm>
            <a:off x="3291839" y="6282000"/>
            <a:ext cx="118871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latin typeface="Liberation Sans" pitchFamily="18"/>
                <a:ea typeface="Noto Sans CJK SC Regular" pitchFamily="2"/>
                <a:cs typeface="Lohit Devanagari" pitchFamily="2"/>
              </a:rPr>
              <a:t>10.1.1.*</a:t>
            </a:r>
          </a:p>
        </p:txBody>
      </p:sp>
      <p:sp>
        <p:nvSpPr>
          <p:cNvPr id="98" name="Textfeld 97">
            <a:extLst>
              <a:ext uri="{FF2B5EF4-FFF2-40B4-BE49-F238E27FC236}">
                <a16:creationId xmlns:a16="http://schemas.microsoft.com/office/drawing/2014/main" id="{8E6F5DF7-19E4-892E-BBC3-74FF32CF234D}"/>
              </a:ext>
            </a:extLst>
          </p:cNvPr>
          <p:cNvSpPr txBox="1"/>
          <p:nvPr/>
        </p:nvSpPr>
        <p:spPr>
          <a:xfrm>
            <a:off x="4865760" y="5453279"/>
            <a:ext cx="914400" cy="48996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Cluster</a:t>
            </a:r>
          </a:p>
          <a:p>
            <a:pPr marL="0" marR="0" lvl="0" indent="0" algn="ctr"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www0</a:t>
            </a:r>
          </a:p>
        </p:txBody>
      </p:sp>
      <p:sp>
        <p:nvSpPr>
          <p:cNvPr id="99" name="Textfeld 98">
            <a:extLst>
              <a:ext uri="{FF2B5EF4-FFF2-40B4-BE49-F238E27FC236}">
                <a16:creationId xmlns:a16="http://schemas.microsoft.com/office/drawing/2014/main" id="{FA38E707-5254-90CD-8FA7-2D2199C49B31}"/>
              </a:ext>
            </a:extLst>
          </p:cNvPr>
          <p:cNvSpPr txBox="1"/>
          <p:nvPr/>
        </p:nvSpPr>
        <p:spPr>
          <a:xfrm>
            <a:off x="3612960" y="5585760"/>
            <a:ext cx="580680" cy="60228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s-VE" sz="3600" b="0" i="0" u="none" strike="noStrike" kern="1200" cap="none">
                <a:ln>
                  <a:noFill/>
                </a:ln>
                <a:latin typeface="Liberation Sans" pitchFamily="18"/>
                <a:ea typeface="Noto Sans CJK SC Regular" pitchFamily="2"/>
                <a:cs typeface="Lohit Devanagari" pitchFamily="2"/>
              </a:rPr>
              <a:t>...</a:t>
            </a:r>
          </a:p>
        </p:txBody>
      </p:sp>
      <p:sp>
        <p:nvSpPr>
          <p:cNvPr id="100" name="Textfeld 99">
            <a:extLst>
              <a:ext uri="{FF2B5EF4-FFF2-40B4-BE49-F238E27FC236}">
                <a16:creationId xmlns:a16="http://schemas.microsoft.com/office/drawing/2014/main" id="{EF3BAB25-AD34-B7A4-1694-76B6B72F83D0}"/>
              </a:ext>
            </a:extLst>
          </p:cNvPr>
          <p:cNvSpPr txBox="1"/>
          <p:nvPr/>
        </p:nvSpPr>
        <p:spPr>
          <a:xfrm>
            <a:off x="2560319" y="4883040"/>
            <a:ext cx="1097280" cy="401400"/>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Balanceador</a:t>
            </a:r>
          </a:p>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(NLB)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91470109-04E5-17B7-FE17-53D68BEF3CF0}"/>
              </a:ext>
            </a:extLst>
          </p:cNvPr>
          <p:cNvSpPr/>
          <p:nvPr/>
        </p:nvSpPr>
        <p:spPr>
          <a:xfrm>
            <a:off x="2528280" y="6234480"/>
            <a:ext cx="3017520" cy="126360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DCDCDC"/>
          </a:solidFill>
          <a:ln w="0">
            <a:solidFill>
              <a:srgbClr val="000000"/>
            </a:solidFill>
            <a:prstDash val="solid"/>
          </a:ln>
        </p:spPr>
        <p:txBody>
          <a:bodyPr wrap="non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3" name="Gruppieren 2">
            <a:extLst>
              <a:ext uri="{FF2B5EF4-FFF2-40B4-BE49-F238E27FC236}">
                <a16:creationId xmlns:a16="http://schemas.microsoft.com/office/drawing/2014/main" id="{452D5286-5AE9-5D6D-22B8-AAE252D36AB8}"/>
              </a:ext>
            </a:extLst>
          </p:cNvPr>
          <p:cNvGrpSpPr/>
          <p:nvPr/>
        </p:nvGrpSpPr>
        <p:grpSpPr>
          <a:xfrm>
            <a:off x="3182759" y="6334560"/>
            <a:ext cx="601921" cy="726840"/>
            <a:chOff x="3182759" y="6334560"/>
            <a:chExt cx="601921" cy="726840"/>
          </a:xfrm>
        </p:grpSpPr>
        <p:sp>
          <p:nvSpPr>
            <p:cNvPr id="4" name="Freihandform: Form 3">
              <a:extLst>
                <a:ext uri="{FF2B5EF4-FFF2-40B4-BE49-F238E27FC236}">
                  <a16:creationId xmlns:a16="http://schemas.microsoft.com/office/drawing/2014/main" id="{AB52F3F6-4926-1A0E-2C95-D4819674B1B0}"/>
                </a:ext>
              </a:extLst>
            </p:cNvPr>
            <p:cNvSpPr/>
            <p:nvPr/>
          </p:nvSpPr>
          <p:spPr>
            <a:xfrm>
              <a:off x="3403800" y="6840360"/>
              <a:ext cx="380880" cy="221040"/>
            </a:xfrm>
            <a:custGeom>
              <a:avLst/>
              <a:gdLst/>
              <a:ahLst/>
              <a:cxnLst>
                <a:cxn ang="3cd4">
                  <a:pos x="hc" y="t"/>
                </a:cxn>
                <a:cxn ang="cd2">
                  <a:pos x="l" y="vc"/>
                </a:cxn>
                <a:cxn ang="cd4">
                  <a:pos x="hc" y="b"/>
                </a:cxn>
                <a:cxn ang="0">
                  <a:pos x="r" y="vc"/>
                </a:cxn>
              </a:cxnLst>
              <a:rect l="l" t="t" r="r" b="b"/>
              <a:pathLst>
                <a:path w="1059" h="615">
                  <a:moveTo>
                    <a:pt x="0" y="615"/>
                  </a:moveTo>
                  <a:cubicBezTo>
                    <a:pt x="300" y="615"/>
                    <a:pt x="770" y="421"/>
                    <a:pt x="972" y="293"/>
                  </a:cubicBezTo>
                  <a:cubicBezTo>
                    <a:pt x="1175" y="165"/>
                    <a:pt x="972" y="0"/>
                    <a:pt x="870" y="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5" name="Gruppieren 4">
              <a:extLst>
                <a:ext uri="{FF2B5EF4-FFF2-40B4-BE49-F238E27FC236}">
                  <a16:creationId xmlns:a16="http://schemas.microsoft.com/office/drawing/2014/main" id="{5BDE8AFB-E6B2-9E6E-A08B-7E6A8B51FFF8}"/>
                </a:ext>
              </a:extLst>
            </p:cNvPr>
            <p:cNvGrpSpPr/>
            <p:nvPr/>
          </p:nvGrpSpPr>
          <p:grpSpPr>
            <a:xfrm>
              <a:off x="3182759" y="6334560"/>
              <a:ext cx="533881" cy="726840"/>
              <a:chOff x="3182759" y="6334560"/>
              <a:chExt cx="533881" cy="726840"/>
            </a:xfrm>
          </p:grpSpPr>
          <p:sp>
            <p:nvSpPr>
              <p:cNvPr id="6" name="Freihandform: Form 5">
                <a:extLst>
                  <a:ext uri="{FF2B5EF4-FFF2-40B4-BE49-F238E27FC236}">
                    <a16:creationId xmlns:a16="http://schemas.microsoft.com/office/drawing/2014/main" id="{85410F3A-FD63-C0A5-FB1B-AEC90CB68388}"/>
                  </a:ext>
                </a:extLst>
              </p:cNvPr>
              <p:cNvSpPr/>
              <p:nvPr/>
            </p:nvSpPr>
            <p:spPr>
              <a:xfrm>
                <a:off x="3182759" y="6513840"/>
                <a:ext cx="220680" cy="547560"/>
              </a:xfrm>
              <a:custGeom>
                <a:avLst/>
                <a:gdLst/>
                <a:ahLst/>
                <a:cxnLst>
                  <a:cxn ang="3cd4">
                    <a:pos x="hc" y="t"/>
                  </a:cxn>
                  <a:cxn ang="cd2">
                    <a:pos x="l" y="vc"/>
                  </a:cxn>
                  <a:cxn ang="cd4">
                    <a:pos x="hc" y="b"/>
                  </a:cxn>
                  <a:cxn ang="0">
                    <a:pos x="r" y="vc"/>
                  </a:cxn>
                </a:cxnLst>
                <a:rect l="l" t="t" r="r" b="b"/>
                <a:pathLst>
                  <a:path w="614" h="1522">
                    <a:moveTo>
                      <a:pt x="0" y="1171"/>
                    </a:moveTo>
                    <a:lnTo>
                      <a:pt x="0" y="0"/>
                    </a:lnTo>
                    <a:lnTo>
                      <a:pt x="614" y="351"/>
                    </a:lnTo>
                    <a:lnTo>
                      <a:pt x="614" y="1522"/>
                    </a:lnTo>
                    <a:close/>
                  </a:path>
                </a:pathLst>
              </a:custGeom>
              <a:gradFill>
                <a:gsLst>
                  <a:gs pos="0">
                    <a:srgbClr val="B3B3B3"/>
                  </a:gs>
                  <a:gs pos="100000">
                    <a:srgbClr val="E5E5E5"/>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 name="Freihandform: Form 6">
                <a:extLst>
                  <a:ext uri="{FF2B5EF4-FFF2-40B4-BE49-F238E27FC236}">
                    <a16:creationId xmlns:a16="http://schemas.microsoft.com/office/drawing/2014/main" id="{7CBCC365-577E-1226-42C3-157EF83B41DD}"/>
                  </a:ext>
                </a:extLst>
              </p:cNvPr>
              <p:cNvSpPr/>
              <p:nvPr/>
            </p:nvSpPr>
            <p:spPr>
              <a:xfrm>
                <a:off x="3403800" y="6460920"/>
                <a:ext cx="312840" cy="600480"/>
              </a:xfrm>
              <a:custGeom>
                <a:avLst/>
                <a:gdLst/>
                <a:ahLst/>
                <a:cxnLst>
                  <a:cxn ang="3cd4">
                    <a:pos x="hc" y="t"/>
                  </a:cxn>
                  <a:cxn ang="cd2">
                    <a:pos x="l" y="vc"/>
                  </a:cxn>
                  <a:cxn ang="cd4">
                    <a:pos x="hc" y="b"/>
                  </a:cxn>
                  <a:cxn ang="0">
                    <a:pos x="r" y="vc"/>
                  </a:cxn>
                </a:cxnLst>
                <a:rect l="l" t="t" r="r" b="b"/>
                <a:pathLst>
                  <a:path w="870" h="1669">
                    <a:moveTo>
                      <a:pt x="0" y="1669"/>
                    </a:moveTo>
                    <a:lnTo>
                      <a:pt x="0" y="498"/>
                    </a:lnTo>
                    <a:lnTo>
                      <a:pt x="870" y="0"/>
                    </a:lnTo>
                    <a:lnTo>
                      <a:pt x="870" y="1171"/>
                    </a:lnTo>
                    <a:close/>
                  </a:path>
                </a:pathLst>
              </a:custGeom>
              <a:gradFill>
                <a:gsLst>
                  <a:gs pos="0">
                    <a:srgbClr val="E5E5E5"/>
                  </a:gs>
                  <a:gs pos="100000">
                    <a:srgbClr val="B3B3B3"/>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 name="Freihandform: Form 7">
                <a:extLst>
                  <a:ext uri="{FF2B5EF4-FFF2-40B4-BE49-F238E27FC236}">
                    <a16:creationId xmlns:a16="http://schemas.microsoft.com/office/drawing/2014/main" id="{9FFB4795-41C6-4C29-A198-D1F59FC2FEC9}"/>
                  </a:ext>
                </a:extLst>
              </p:cNvPr>
              <p:cNvSpPr/>
              <p:nvPr/>
            </p:nvSpPr>
            <p:spPr>
              <a:xfrm>
                <a:off x="3182759" y="6334560"/>
                <a:ext cx="533880" cy="305280"/>
              </a:xfrm>
              <a:custGeom>
                <a:avLst/>
                <a:gdLst/>
                <a:ahLst/>
                <a:cxnLst>
                  <a:cxn ang="3cd4">
                    <a:pos x="hc" y="t"/>
                  </a:cxn>
                  <a:cxn ang="cd2">
                    <a:pos x="l" y="vc"/>
                  </a:cxn>
                  <a:cxn ang="cd4">
                    <a:pos x="hc" y="b"/>
                  </a:cxn>
                  <a:cxn ang="0">
                    <a:pos x="r" y="vc"/>
                  </a:cxn>
                </a:cxnLst>
                <a:rect l="l" t="t" r="r" b="b"/>
                <a:pathLst>
                  <a:path w="1484" h="849">
                    <a:moveTo>
                      <a:pt x="614" y="849"/>
                    </a:moveTo>
                    <a:lnTo>
                      <a:pt x="0" y="498"/>
                    </a:lnTo>
                    <a:lnTo>
                      <a:pt x="870" y="0"/>
                    </a:lnTo>
                    <a:lnTo>
                      <a:pt x="1484" y="351"/>
                    </a:lnTo>
                    <a:close/>
                  </a:path>
                </a:pathLst>
              </a:custGeom>
              <a:gradFill>
                <a:gsLst>
                  <a:gs pos="0">
                    <a:srgbClr val="B3B3B3"/>
                  </a:gs>
                  <a:gs pos="100000">
                    <a:srgbClr val="E5E5E5"/>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 name="Freihandform: Form 8">
                <a:extLst>
                  <a:ext uri="{FF2B5EF4-FFF2-40B4-BE49-F238E27FC236}">
                    <a16:creationId xmlns:a16="http://schemas.microsoft.com/office/drawing/2014/main" id="{0BF63BE9-6602-70EF-A2BC-4A0DDC6ED94C}"/>
                  </a:ext>
                </a:extLst>
              </p:cNvPr>
              <p:cNvSpPr/>
              <p:nvPr/>
            </p:nvSpPr>
            <p:spPr>
              <a:xfrm>
                <a:off x="3182759" y="6334560"/>
                <a:ext cx="533880" cy="726839"/>
              </a:xfrm>
              <a:custGeom>
                <a:avLst/>
                <a:gdLst/>
                <a:ahLst/>
                <a:cxnLst>
                  <a:cxn ang="3cd4">
                    <a:pos x="hc" y="t"/>
                  </a:cxn>
                  <a:cxn ang="cd2">
                    <a:pos x="l" y="vc"/>
                  </a:cxn>
                  <a:cxn ang="cd4">
                    <a:pos x="hc" y="b"/>
                  </a:cxn>
                  <a:cxn ang="0">
                    <a:pos x="r" y="vc"/>
                  </a:cxn>
                </a:cxnLst>
                <a:rect l="l" t="t" r="r" b="b"/>
                <a:pathLst>
                  <a:path w="1484" h="2020">
                    <a:moveTo>
                      <a:pt x="0" y="1669"/>
                    </a:moveTo>
                    <a:lnTo>
                      <a:pt x="0" y="498"/>
                    </a:lnTo>
                    <a:lnTo>
                      <a:pt x="870" y="0"/>
                    </a:lnTo>
                    <a:lnTo>
                      <a:pt x="1484" y="351"/>
                    </a:lnTo>
                    <a:lnTo>
                      <a:pt x="1484" y="1522"/>
                    </a:lnTo>
                    <a:lnTo>
                      <a:pt x="614" y="2020"/>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 name="Gerader Verbinder 9">
                <a:extLst>
                  <a:ext uri="{FF2B5EF4-FFF2-40B4-BE49-F238E27FC236}">
                    <a16:creationId xmlns:a16="http://schemas.microsoft.com/office/drawing/2014/main" id="{FC94F749-C90A-D379-FD6B-12051E736FFC}"/>
                  </a:ext>
                </a:extLst>
              </p:cNvPr>
              <p:cNvSpPr/>
              <p:nvPr/>
            </p:nvSpPr>
            <p:spPr>
              <a:xfrm flipH="1" flipV="1">
                <a:off x="3219480" y="6872039"/>
                <a:ext cx="147240" cy="84241"/>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 name="Gerader Verbinder 10">
                <a:extLst>
                  <a:ext uri="{FF2B5EF4-FFF2-40B4-BE49-F238E27FC236}">
                    <a16:creationId xmlns:a16="http://schemas.microsoft.com/office/drawing/2014/main" id="{C8572FC5-E3F2-9A74-91BE-A3EA40482DA1}"/>
                  </a:ext>
                </a:extLst>
              </p:cNvPr>
              <p:cNvSpPr/>
              <p:nvPr/>
            </p:nvSpPr>
            <p:spPr>
              <a:xfrm flipH="1" flipV="1">
                <a:off x="3219480" y="6914160"/>
                <a:ext cx="147240" cy="84239"/>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 name="Gerader Verbinder 11">
                <a:extLst>
                  <a:ext uri="{FF2B5EF4-FFF2-40B4-BE49-F238E27FC236}">
                    <a16:creationId xmlns:a16="http://schemas.microsoft.com/office/drawing/2014/main" id="{223161C9-251E-5287-75D2-36ECC98CE796}"/>
                  </a:ext>
                </a:extLst>
              </p:cNvPr>
              <p:cNvSpPr/>
              <p:nvPr/>
            </p:nvSpPr>
            <p:spPr>
              <a:xfrm flipH="1" flipV="1">
                <a:off x="3219480" y="6893280"/>
                <a:ext cx="147240" cy="84239"/>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3" name="Freihandform: Form 12">
                <a:extLst>
                  <a:ext uri="{FF2B5EF4-FFF2-40B4-BE49-F238E27FC236}">
                    <a16:creationId xmlns:a16="http://schemas.microsoft.com/office/drawing/2014/main" id="{52A12421-9322-A4FB-8D3A-6635FAB0DB29}"/>
                  </a:ext>
                </a:extLst>
              </p:cNvPr>
              <p:cNvSpPr/>
              <p:nvPr/>
            </p:nvSpPr>
            <p:spPr>
              <a:xfrm>
                <a:off x="3201120" y="6576839"/>
                <a:ext cx="183960" cy="126000"/>
              </a:xfrm>
              <a:custGeom>
                <a:avLst/>
                <a:gdLst/>
                <a:ahLst/>
                <a:cxnLst>
                  <a:cxn ang="3cd4">
                    <a:pos x="hc" y="t"/>
                  </a:cxn>
                  <a:cxn ang="cd2">
                    <a:pos x="l" y="vc"/>
                  </a:cxn>
                  <a:cxn ang="cd4">
                    <a:pos x="hc" y="b"/>
                  </a:cxn>
                  <a:cxn ang="0">
                    <a:pos x="r" y="vc"/>
                  </a:cxn>
                </a:cxnLst>
                <a:rect l="l" t="t" r="r" b="b"/>
                <a:pathLst>
                  <a:path w="512" h="351" fill="none">
                    <a:moveTo>
                      <a:pt x="512" y="351"/>
                    </a:moveTo>
                    <a:lnTo>
                      <a:pt x="0" y="59"/>
                    </a:lnTo>
                    <a:lnTo>
                      <a:pt x="0" y="0"/>
                    </a:lnTo>
                  </a:path>
                </a:pathLst>
              </a:custGeom>
              <a:no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4" name="Freihandform: Form 13">
                <a:extLst>
                  <a:ext uri="{FF2B5EF4-FFF2-40B4-BE49-F238E27FC236}">
                    <a16:creationId xmlns:a16="http://schemas.microsoft.com/office/drawing/2014/main" id="{B0B00883-DC3D-424C-B3C8-9DC397095CC2}"/>
                  </a:ext>
                </a:extLst>
              </p:cNvPr>
              <p:cNvSpPr/>
              <p:nvPr/>
            </p:nvSpPr>
            <p:spPr>
              <a:xfrm>
                <a:off x="3204360" y="6576479"/>
                <a:ext cx="180720" cy="126720"/>
              </a:xfrm>
              <a:custGeom>
                <a:avLst/>
                <a:gdLst/>
                <a:ahLst/>
                <a:cxnLst>
                  <a:cxn ang="3cd4">
                    <a:pos x="hc" y="t"/>
                  </a:cxn>
                  <a:cxn ang="cd2">
                    <a:pos x="l" y="vc"/>
                  </a:cxn>
                  <a:cxn ang="cd4">
                    <a:pos x="hc" y="b"/>
                  </a:cxn>
                  <a:cxn ang="0">
                    <a:pos x="r" y="vc"/>
                  </a:cxn>
                </a:cxnLst>
                <a:rect l="l" t="t" r="r" b="b"/>
                <a:pathLst>
                  <a:path w="503" h="353" fill="none">
                    <a:moveTo>
                      <a:pt x="503" y="353"/>
                    </a:moveTo>
                    <a:lnTo>
                      <a:pt x="503" y="294"/>
                    </a:lnTo>
                    <a:lnTo>
                      <a:pt x="0" y="0"/>
                    </a:lnTo>
                  </a:path>
                </a:pathLst>
              </a:cu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5" name="Freihandform: Form 14">
                <a:extLst>
                  <a:ext uri="{FF2B5EF4-FFF2-40B4-BE49-F238E27FC236}">
                    <a16:creationId xmlns:a16="http://schemas.microsoft.com/office/drawing/2014/main" id="{2D0B07B3-A170-DE62-CDFF-4690E103D93C}"/>
                  </a:ext>
                </a:extLst>
              </p:cNvPr>
              <p:cNvSpPr/>
              <p:nvPr/>
            </p:nvSpPr>
            <p:spPr>
              <a:xfrm>
                <a:off x="3269520" y="6787440"/>
                <a:ext cx="21240" cy="36720"/>
              </a:xfrm>
              <a:custGeom>
                <a:avLst/>
                <a:gdLst/>
                <a:ahLst/>
                <a:cxnLst>
                  <a:cxn ang="3cd4">
                    <a:pos x="hc" y="t"/>
                  </a:cxn>
                  <a:cxn ang="cd2">
                    <a:pos x="l" y="vc"/>
                  </a:cxn>
                  <a:cxn ang="cd4">
                    <a:pos x="hc" y="b"/>
                  </a:cxn>
                  <a:cxn ang="0">
                    <a:pos x="r" y="vc"/>
                  </a:cxn>
                </a:cxnLst>
                <a:rect l="l" t="t" r="r" b="b"/>
                <a:pathLst>
                  <a:path w="60" h="103">
                    <a:moveTo>
                      <a:pt x="0" y="69"/>
                    </a:moveTo>
                    <a:lnTo>
                      <a:pt x="0" y="0"/>
                    </a:lnTo>
                    <a:lnTo>
                      <a:pt x="60" y="34"/>
                    </a:lnTo>
                    <a:lnTo>
                      <a:pt x="60" y="103"/>
                    </a:lnTo>
                    <a:close/>
                  </a:path>
                </a:pathLst>
              </a:custGeom>
              <a:solidFill>
                <a:srgbClr val="39B54A"/>
              </a:solid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6" name="Gerader Verbinder 15">
                <a:extLst>
                  <a:ext uri="{FF2B5EF4-FFF2-40B4-BE49-F238E27FC236}">
                    <a16:creationId xmlns:a16="http://schemas.microsoft.com/office/drawing/2014/main" id="{C702C0D3-2D9A-0037-DB71-4D55BF97278C}"/>
                  </a:ext>
                </a:extLst>
              </p:cNvPr>
              <p:cNvSpPr/>
              <p:nvPr/>
            </p:nvSpPr>
            <p:spPr>
              <a:xfrm flipH="1" flipV="1">
                <a:off x="3219480" y="6850800"/>
                <a:ext cx="147240" cy="8424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grpSp>
        <p:nvGrpSpPr>
          <p:cNvPr id="17" name="Gruppieren 16">
            <a:extLst>
              <a:ext uri="{FF2B5EF4-FFF2-40B4-BE49-F238E27FC236}">
                <a16:creationId xmlns:a16="http://schemas.microsoft.com/office/drawing/2014/main" id="{EA6C64CD-B146-F1DC-D493-058F2A698DCD}"/>
              </a:ext>
            </a:extLst>
          </p:cNvPr>
          <p:cNvGrpSpPr/>
          <p:nvPr/>
        </p:nvGrpSpPr>
        <p:grpSpPr>
          <a:xfrm>
            <a:off x="4373279" y="6332400"/>
            <a:ext cx="600481" cy="731160"/>
            <a:chOff x="4373279" y="6332400"/>
            <a:chExt cx="600481" cy="731160"/>
          </a:xfrm>
        </p:grpSpPr>
        <p:sp>
          <p:nvSpPr>
            <p:cNvPr id="18" name="Freihandform: Form 17">
              <a:extLst>
                <a:ext uri="{FF2B5EF4-FFF2-40B4-BE49-F238E27FC236}">
                  <a16:creationId xmlns:a16="http://schemas.microsoft.com/office/drawing/2014/main" id="{D13A1A3C-8059-767D-7780-8684D745FB9E}"/>
                </a:ext>
              </a:extLst>
            </p:cNvPr>
            <p:cNvSpPr/>
            <p:nvPr/>
          </p:nvSpPr>
          <p:spPr>
            <a:xfrm>
              <a:off x="4593960" y="6841440"/>
              <a:ext cx="379800" cy="222120"/>
            </a:xfrm>
            <a:custGeom>
              <a:avLst/>
              <a:gdLst/>
              <a:ahLst/>
              <a:cxnLst>
                <a:cxn ang="3cd4">
                  <a:pos x="hc" y="t"/>
                </a:cxn>
                <a:cxn ang="cd2">
                  <a:pos x="l" y="vc"/>
                </a:cxn>
                <a:cxn ang="cd4">
                  <a:pos x="hc" y="b"/>
                </a:cxn>
                <a:cxn ang="0">
                  <a:pos x="r" y="vc"/>
                </a:cxn>
              </a:cxnLst>
              <a:rect l="l" t="t" r="r" b="b"/>
              <a:pathLst>
                <a:path w="1056" h="618">
                  <a:moveTo>
                    <a:pt x="0" y="618"/>
                  </a:moveTo>
                  <a:cubicBezTo>
                    <a:pt x="299" y="618"/>
                    <a:pt x="768" y="423"/>
                    <a:pt x="970" y="294"/>
                  </a:cubicBezTo>
                  <a:cubicBezTo>
                    <a:pt x="1172" y="166"/>
                    <a:pt x="970" y="0"/>
                    <a:pt x="868" y="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19" name="Gruppieren 18">
              <a:extLst>
                <a:ext uri="{FF2B5EF4-FFF2-40B4-BE49-F238E27FC236}">
                  <a16:creationId xmlns:a16="http://schemas.microsoft.com/office/drawing/2014/main" id="{9FBBE8D3-4006-4A51-E69B-E65FEF89BB35}"/>
                </a:ext>
              </a:extLst>
            </p:cNvPr>
            <p:cNvGrpSpPr/>
            <p:nvPr/>
          </p:nvGrpSpPr>
          <p:grpSpPr>
            <a:xfrm>
              <a:off x="4373279" y="6332400"/>
              <a:ext cx="532801" cy="731160"/>
              <a:chOff x="4373279" y="6332400"/>
              <a:chExt cx="532801" cy="731160"/>
            </a:xfrm>
          </p:grpSpPr>
          <p:sp>
            <p:nvSpPr>
              <p:cNvPr id="20" name="Freihandform: Form 19">
                <a:extLst>
                  <a:ext uri="{FF2B5EF4-FFF2-40B4-BE49-F238E27FC236}">
                    <a16:creationId xmlns:a16="http://schemas.microsoft.com/office/drawing/2014/main" id="{A4FABF4B-1D95-8DF0-7C10-6B3B0F887FE7}"/>
                  </a:ext>
                </a:extLst>
              </p:cNvPr>
              <p:cNvSpPr/>
              <p:nvPr/>
            </p:nvSpPr>
            <p:spPr>
              <a:xfrm>
                <a:off x="4373279" y="6512760"/>
                <a:ext cx="220320" cy="550800"/>
              </a:xfrm>
              <a:custGeom>
                <a:avLst/>
                <a:gdLst/>
                <a:ahLst/>
                <a:cxnLst>
                  <a:cxn ang="3cd4">
                    <a:pos x="hc" y="t"/>
                  </a:cxn>
                  <a:cxn ang="cd2">
                    <a:pos x="l" y="vc"/>
                  </a:cxn>
                  <a:cxn ang="cd4">
                    <a:pos x="hc" y="b"/>
                  </a:cxn>
                  <a:cxn ang="0">
                    <a:pos x="r" y="vc"/>
                  </a:cxn>
                </a:cxnLst>
                <a:rect l="l" t="t" r="r" b="b"/>
                <a:pathLst>
                  <a:path w="613" h="1531">
                    <a:moveTo>
                      <a:pt x="0" y="1178"/>
                    </a:moveTo>
                    <a:lnTo>
                      <a:pt x="0" y="0"/>
                    </a:lnTo>
                    <a:lnTo>
                      <a:pt x="613" y="353"/>
                    </a:lnTo>
                    <a:lnTo>
                      <a:pt x="613" y="1531"/>
                    </a:lnTo>
                    <a:close/>
                  </a:path>
                </a:pathLst>
              </a:custGeom>
              <a:gradFill>
                <a:gsLst>
                  <a:gs pos="0">
                    <a:srgbClr val="B3B3B3"/>
                  </a:gs>
                  <a:gs pos="100000">
                    <a:srgbClr val="E5E5E5"/>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1" name="Freihandform: Form 20">
                <a:extLst>
                  <a:ext uri="{FF2B5EF4-FFF2-40B4-BE49-F238E27FC236}">
                    <a16:creationId xmlns:a16="http://schemas.microsoft.com/office/drawing/2014/main" id="{26A358D2-7541-8675-10AD-B68D15A21386}"/>
                  </a:ext>
                </a:extLst>
              </p:cNvPr>
              <p:cNvSpPr/>
              <p:nvPr/>
            </p:nvSpPr>
            <p:spPr>
              <a:xfrm>
                <a:off x="4593960" y="6459479"/>
                <a:ext cx="312120" cy="604080"/>
              </a:xfrm>
              <a:custGeom>
                <a:avLst/>
                <a:gdLst/>
                <a:ahLst/>
                <a:cxnLst>
                  <a:cxn ang="3cd4">
                    <a:pos x="hc" y="t"/>
                  </a:cxn>
                  <a:cxn ang="cd2">
                    <a:pos x="l" y="vc"/>
                  </a:cxn>
                  <a:cxn ang="cd4">
                    <a:pos x="hc" y="b"/>
                  </a:cxn>
                  <a:cxn ang="0">
                    <a:pos x="r" y="vc"/>
                  </a:cxn>
                </a:cxnLst>
                <a:rect l="l" t="t" r="r" b="b"/>
                <a:pathLst>
                  <a:path w="868" h="1679">
                    <a:moveTo>
                      <a:pt x="0" y="1679"/>
                    </a:moveTo>
                    <a:lnTo>
                      <a:pt x="0" y="501"/>
                    </a:lnTo>
                    <a:lnTo>
                      <a:pt x="868" y="0"/>
                    </a:lnTo>
                    <a:lnTo>
                      <a:pt x="868" y="1178"/>
                    </a:lnTo>
                    <a:close/>
                  </a:path>
                </a:pathLst>
              </a:custGeom>
              <a:gradFill>
                <a:gsLst>
                  <a:gs pos="0">
                    <a:srgbClr val="E5E5E5"/>
                  </a:gs>
                  <a:gs pos="100000">
                    <a:srgbClr val="B3B3B3"/>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2" name="Freihandform: Form 21">
                <a:extLst>
                  <a:ext uri="{FF2B5EF4-FFF2-40B4-BE49-F238E27FC236}">
                    <a16:creationId xmlns:a16="http://schemas.microsoft.com/office/drawing/2014/main" id="{9431A34E-0967-E9D5-3782-22B48E8351C9}"/>
                  </a:ext>
                </a:extLst>
              </p:cNvPr>
              <p:cNvSpPr/>
              <p:nvPr/>
            </p:nvSpPr>
            <p:spPr>
              <a:xfrm>
                <a:off x="4373279" y="6332400"/>
                <a:ext cx="532800" cy="307080"/>
              </a:xfrm>
              <a:custGeom>
                <a:avLst/>
                <a:gdLst/>
                <a:ahLst/>
                <a:cxnLst>
                  <a:cxn ang="3cd4">
                    <a:pos x="hc" y="t"/>
                  </a:cxn>
                  <a:cxn ang="cd2">
                    <a:pos x="l" y="vc"/>
                  </a:cxn>
                  <a:cxn ang="cd4">
                    <a:pos x="hc" y="b"/>
                  </a:cxn>
                  <a:cxn ang="0">
                    <a:pos x="r" y="vc"/>
                  </a:cxn>
                </a:cxnLst>
                <a:rect l="l" t="t" r="r" b="b"/>
                <a:pathLst>
                  <a:path w="1481" h="854">
                    <a:moveTo>
                      <a:pt x="613" y="854"/>
                    </a:moveTo>
                    <a:lnTo>
                      <a:pt x="0" y="501"/>
                    </a:lnTo>
                    <a:lnTo>
                      <a:pt x="868" y="0"/>
                    </a:lnTo>
                    <a:lnTo>
                      <a:pt x="1481" y="353"/>
                    </a:lnTo>
                    <a:close/>
                  </a:path>
                </a:pathLst>
              </a:custGeom>
              <a:gradFill>
                <a:gsLst>
                  <a:gs pos="0">
                    <a:srgbClr val="B3B3B3"/>
                  </a:gs>
                  <a:gs pos="100000">
                    <a:srgbClr val="E5E5E5"/>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3" name="Freihandform: Form 22">
                <a:extLst>
                  <a:ext uri="{FF2B5EF4-FFF2-40B4-BE49-F238E27FC236}">
                    <a16:creationId xmlns:a16="http://schemas.microsoft.com/office/drawing/2014/main" id="{E068D5A8-08AE-458B-A9B0-B7072B4B516C}"/>
                  </a:ext>
                </a:extLst>
              </p:cNvPr>
              <p:cNvSpPr/>
              <p:nvPr/>
            </p:nvSpPr>
            <p:spPr>
              <a:xfrm>
                <a:off x="4373279" y="6332400"/>
                <a:ext cx="532800" cy="731159"/>
              </a:xfrm>
              <a:custGeom>
                <a:avLst/>
                <a:gdLst/>
                <a:ahLst/>
                <a:cxnLst>
                  <a:cxn ang="3cd4">
                    <a:pos x="hc" y="t"/>
                  </a:cxn>
                  <a:cxn ang="cd2">
                    <a:pos x="l" y="vc"/>
                  </a:cxn>
                  <a:cxn ang="cd4">
                    <a:pos x="hc" y="b"/>
                  </a:cxn>
                  <a:cxn ang="0">
                    <a:pos x="r" y="vc"/>
                  </a:cxn>
                </a:cxnLst>
                <a:rect l="l" t="t" r="r" b="b"/>
                <a:pathLst>
                  <a:path w="1481" h="2032">
                    <a:moveTo>
                      <a:pt x="0" y="1679"/>
                    </a:moveTo>
                    <a:lnTo>
                      <a:pt x="0" y="501"/>
                    </a:lnTo>
                    <a:lnTo>
                      <a:pt x="868" y="0"/>
                    </a:lnTo>
                    <a:lnTo>
                      <a:pt x="1481" y="353"/>
                    </a:lnTo>
                    <a:lnTo>
                      <a:pt x="1481" y="1531"/>
                    </a:lnTo>
                    <a:lnTo>
                      <a:pt x="613" y="2032"/>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4" name="Gerader Verbinder 23">
                <a:extLst>
                  <a:ext uri="{FF2B5EF4-FFF2-40B4-BE49-F238E27FC236}">
                    <a16:creationId xmlns:a16="http://schemas.microsoft.com/office/drawing/2014/main" id="{70E59C26-A394-01EA-4894-467203012588}"/>
                  </a:ext>
                </a:extLst>
              </p:cNvPr>
              <p:cNvSpPr/>
              <p:nvPr/>
            </p:nvSpPr>
            <p:spPr>
              <a:xfrm flipH="1" flipV="1">
                <a:off x="4410000" y="687312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5" name="Gerader Verbinder 24">
                <a:extLst>
                  <a:ext uri="{FF2B5EF4-FFF2-40B4-BE49-F238E27FC236}">
                    <a16:creationId xmlns:a16="http://schemas.microsoft.com/office/drawing/2014/main" id="{63837B44-1438-540D-C0B6-9D471327FA66}"/>
                  </a:ext>
                </a:extLst>
              </p:cNvPr>
              <p:cNvSpPr/>
              <p:nvPr/>
            </p:nvSpPr>
            <p:spPr>
              <a:xfrm flipH="1" flipV="1">
                <a:off x="4410000" y="6915600"/>
                <a:ext cx="147240" cy="84959"/>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6" name="Gerader Verbinder 25">
                <a:extLst>
                  <a:ext uri="{FF2B5EF4-FFF2-40B4-BE49-F238E27FC236}">
                    <a16:creationId xmlns:a16="http://schemas.microsoft.com/office/drawing/2014/main" id="{7E07EA2F-DCAA-C50E-3A2E-B3AB22F6EAF4}"/>
                  </a:ext>
                </a:extLst>
              </p:cNvPr>
              <p:cNvSpPr/>
              <p:nvPr/>
            </p:nvSpPr>
            <p:spPr>
              <a:xfrm flipH="1" flipV="1">
                <a:off x="4410000" y="689436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7" name="Freihandform: Form 26">
                <a:extLst>
                  <a:ext uri="{FF2B5EF4-FFF2-40B4-BE49-F238E27FC236}">
                    <a16:creationId xmlns:a16="http://schemas.microsoft.com/office/drawing/2014/main" id="{AD7FCB21-49FF-6149-D3F6-04C05A7FFA27}"/>
                  </a:ext>
                </a:extLst>
              </p:cNvPr>
              <p:cNvSpPr/>
              <p:nvPr/>
            </p:nvSpPr>
            <p:spPr>
              <a:xfrm>
                <a:off x="4391640" y="6576120"/>
                <a:ext cx="183240" cy="126720"/>
              </a:xfrm>
              <a:custGeom>
                <a:avLst/>
                <a:gdLst/>
                <a:ahLst/>
                <a:cxnLst>
                  <a:cxn ang="3cd4">
                    <a:pos x="hc" y="t"/>
                  </a:cxn>
                  <a:cxn ang="cd2">
                    <a:pos x="l" y="vc"/>
                  </a:cxn>
                  <a:cxn ang="cd4">
                    <a:pos x="hc" y="b"/>
                  </a:cxn>
                  <a:cxn ang="0">
                    <a:pos x="r" y="vc"/>
                  </a:cxn>
                </a:cxnLst>
                <a:rect l="l" t="t" r="r" b="b"/>
                <a:pathLst>
                  <a:path w="510" h="353" fill="none">
                    <a:moveTo>
                      <a:pt x="510" y="353"/>
                    </a:moveTo>
                    <a:lnTo>
                      <a:pt x="0" y="59"/>
                    </a:lnTo>
                    <a:lnTo>
                      <a:pt x="0" y="0"/>
                    </a:lnTo>
                  </a:path>
                </a:pathLst>
              </a:custGeom>
              <a:no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8" name="Freihandform: Form 27">
                <a:extLst>
                  <a:ext uri="{FF2B5EF4-FFF2-40B4-BE49-F238E27FC236}">
                    <a16:creationId xmlns:a16="http://schemas.microsoft.com/office/drawing/2014/main" id="{4B326622-25EC-E364-320C-3CB3D66DA4F7}"/>
                  </a:ext>
                </a:extLst>
              </p:cNvPr>
              <p:cNvSpPr/>
              <p:nvPr/>
            </p:nvSpPr>
            <p:spPr>
              <a:xfrm>
                <a:off x="4394879" y="6575759"/>
                <a:ext cx="180360" cy="127440"/>
              </a:xfrm>
              <a:custGeom>
                <a:avLst/>
                <a:gdLst/>
                <a:ahLst/>
                <a:cxnLst>
                  <a:cxn ang="3cd4">
                    <a:pos x="hc" y="t"/>
                  </a:cxn>
                  <a:cxn ang="cd2">
                    <a:pos x="l" y="vc"/>
                  </a:cxn>
                  <a:cxn ang="cd4">
                    <a:pos x="hc" y="b"/>
                  </a:cxn>
                  <a:cxn ang="0">
                    <a:pos x="r" y="vc"/>
                  </a:cxn>
                </a:cxnLst>
                <a:rect l="l" t="t" r="r" b="b"/>
                <a:pathLst>
                  <a:path w="502" h="355" fill="none">
                    <a:moveTo>
                      <a:pt x="502" y="355"/>
                    </a:moveTo>
                    <a:lnTo>
                      <a:pt x="502" y="296"/>
                    </a:lnTo>
                    <a:lnTo>
                      <a:pt x="0" y="0"/>
                    </a:lnTo>
                  </a:path>
                </a:pathLst>
              </a:cu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9" name="Freihandform: Form 28">
                <a:extLst>
                  <a:ext uri="{FF2B5EF4-FFF2-40B4-BE49-F238E27FC236}">
                    <a16:creationId xmlns:a16="http://schemas.microsoft.com/office/drawing/2014/main" id="{1A2B9D12-71F2-3E6B-6B41-803190CBBE9F}"/>
                  </a:ext>
                </a:extLst>
              </p:cNvPr>
              <p:cNvSpPr/>
              <p:nvPr/>
            </p:nvSpPr>
            <p:spPr>
              <a:xfrm>
                <a:off x="4459680" y="6787800"/>
                <a:ext cx="21240" cy="37080"/>
              </a:xfrm>
              <a:custGeom>
                <a:avLst/>
                <a:gdLst/>
                <a:ahLst/>
                <a:cxnLst>
                  <a:cxn ang="3cd4">
                    <a:pos x="hc" y="t"/>
                  </a:cxn>
                  <a:cxn ang="cd2">
                    <a:pos x="l" y="vc"/>
                  </a:cxn>
                  <a:cxn ang="cd4">
                    <a:pos x="hc" y="b"/>
                  </a:cxn>
                  <a:cxn ang="0">
                    <a:pos x="r" y="vc"/>
                  </a:cxn>
                </a:cxnLst>
                <a:rect l="l" t="t" r="r" b="b"/>
                <a:pathLst>
                  <a:path w="60" h="104">
                    <a:moveTo>
                      <a:pt x="0" y="69"/>
                    </a:moveTo>
                    <a:lnTo>
                      <a:pt x="0" y="0"/>
                    </a:lnTo>
                    <a:lnTo>
                      <a:pt x="60" y="34"/>
                    </a:lnTo>
                    <a:lnTo>
                      <a:pt x="60" y="104"/>
                    </a:lnTo>
                    <a:close/>
                  </a:path>
                </a:pathLst>
              </a:custGeom>
              <a:solidFill>
                <a:srgbClr val="39B54A"/>
              </a:solid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0" name="Gerader Verbinder 29">
                <a:extLst>
                  <a:ext uri="{FF2B5EF4-FFF2-40B4-BE49-F238E27FC236}">
                    <a16:creationId xmlns:a16="http://schemas.microsoft.com/office/drawing/2014/main" id="{995A78AF-D9D2-8F6A-036A-222AF77A6E32}"/>
                  </a:ext>
                </a:extLst>
              </p:cNvPr>
              <p:cNvSpPr/>
              <p:nvPr/>
            </p:nvSpPr>
            <p:spPr>
              <a:xfrm flipH="1" flipV="1">
                <a:off x="4410000" y="6851880"/>
                <a:ext cx="147240" cy="84959"/>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grpSp>
        <p:nvGrpSpPr>
          <p:cNvPr id="31" name="Gruppieren 30">
            <a:extLst>
              <a:ext uri="{FF2B5EF4-FFF2-40B4-BE49-F238E27FC236}">
                <a16:creationId xmlns:a16="http://schemas.microsoft.com/office/drawing/2014/main" id="{80113053-74DD-BF42-2D60-358174A9F1D3}"/>
              </a:ext>
            </a:extLst>
          </p:cNvPr>
          <p:cNvGrpSpPr/>
          <p:nvPr/>
        </p:nvGrpSpPr>
        <p:grpSpPr>
          <a:xfrm>
            <a:off x="3641039" y="3255839"/>
            <a:ext cx="610201" cy="881641"/>
            <a:chOff x="3641039" y="3255839"/>
            <a:chExt cx="610201" cy="881641"/>
          </a:xfrm>
        </p:grpSpPr>
        <p:sp>
          <p:nvSpPr>
            <p:cNvPr id="32" name="Freihandform: Form 31">
              <a:extLst>
                <a:ext uri="{FF2B5EF4-FFF2-40B4-BE49-F238E27FC236}">
                  <a16:creationId xmlns:a16="http://schemas.microsoft.com/office/drawing/2014/main" id="{D3E38A4F-0249-1795-F967-CE0BCDA602F3}"/>
                </a:ext>
              </a:extLst>
            </p:cNvPr>
            <p:cNvSpPr/>
            <p:nvPr/>
          </p:nvSpPr>
          <p:spPr>
            <a:xfrm>
              <a:off x="4087800" y="3961440"/>
              <a:ext cx="163440" cy="176040"/>
            </a:xfrm>
            <a:custGeom>
              <a:avLst/>
              <a:gdLst/>
              <a:ahLst/>
              <a:cxnLst>
                <a:cxn ang="3cd4">
                  <a:pos x="hc" y="t"/>
                </a:cxn>
                <a:cxn ang="cd2">
                  <a:pos x="l" y="vc"/>
                </a:cxn>
                <a:cxn ang="cd4">
                  <a:pos x="hc" y="b"/>
                </a:cxn>
                <a:cxn ang="0">
                  <a:pos x="r" y="vc"/>
                </a:cxn>
              </a:cxnLst>
              <a:rect l="l" t="t" r="r" b="b"/>
              <a:pathLst>
                <a:path w="455" h="490">
                  <a:moveTo>
                    <a:pt x="0" y="490"/>
                  </a:moveTo>
                  <a:cubicBezTo>
                    <a:pt x="113" y="490"/>
                    <a:pt x="455" y="359"/>
                    <a:pt x="455" y="229"/>
                  </a:cubicBezTo>
                  <a:cubicBezTo>
                    <a:pt x="455" y="98"/>
                    <a:pt x="290" y="0"/>
                    <a:pt x="207" y="0"/>
                  </a:cubicBezTo>
                  <a:cubicBezTo>
                    <a:pt x="207" y="98"/>
                    <a:pt x="0" y="359"/>
                    <a:pt x="0" y="49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33" name="Gruppieren 32">
              <a:extLst>
                <a:ext uri="{FF2B5EF4-FFF2-40B4-BE49-F238E27FC236}">
                  <a16:creationId xmlns:a16="http://schemas.microsoft.com/office/drawing/2014/main" id="{DE5F8BFE-68D3-2E5B-FF32-93698B388C2A}"/>
                </a:ext>
              </a:extLst>
            </p:cNvPr>
            <p:cNvGrpSpPr/>
            <p:nvPr/>
          </p:nvGrpSpPr>
          <p:grpSpPr>
            <a:xfrm>
              <a:off x="3641039" y="3255839"/>
              <a:ext cx="521281" cy="881640"/>
              <a:chOff x="3641039" y="3255839"/>
              <a:chExt cx="521281" cy="881640"/>
            </a:xfrm>
          </p:grpSpPr>
          <p:sp>
            <p:nvSpPr>
              <p:cNvPr id="34" name="Freihandform: Form 33">
                <a:extLst>
                  <a:ext uri="{FF2B5EF4-FFF2-40B4-BE49-F238E27FC236}">
                    <a16:creationId xmlns:a16="http://schemas.microsoft.com/office/drawing/2014/main" id="{3D478635-CB73-6F43-67D2-B0217FFA4CBD}"/>
                  </a:ext>
                </a:extLst>
              </p:cNvPr>
              <p:cNvSpPr/>
              <p:nvPr/>
            </p:nvSpPr>
            <p:spPr>
              <a:xfrm>
                <a:off x="3641039" y="3314519"/>
                <a:ext cx="446400" cy="822960"/>
              </a:xfrm>
              <a:custGeom>
                <a:avLst/>
                <a:gdLst/>
                <a:ahLst/>
                <a:cxnLst>
                  <a:cxn ang="3cd4">
                    <a:pos x="hc" y="t"/>
                  </a:cxn>
                  <a:cxn ang="cd2">
                    <a:pos x="l" y="vc"/>
                  </a:cxn>
                  <a:cxn ang="cd4">
                    <a:pos x="hc" y="b"/>
                  </a:cxn>
                  <a:cxn ang="0">
                    <a:pos x="r" y="vc"/>
                  </a:cxn>
                </a:cxnLst>
                <a:rect l="l" t="t" r="r" b="b"/>
                <a:pathLst>
                  <a:path w="1241" h="2287">
                    <a:moveTo>
                      <a:pt x="0" y="1307"/>
                    </a:moveTo>
                    <a:lnTo>
                      <a:pt x="0" y="0"/>
                    </a:lnTo>
                    <a:lnTo>
                      <a:pt x="1241" y="980"/>
                    </a:lnTo>
                    <a:lnTo>
                      <a:pt x="1241" y="2287"/>
                    </a:lnTo>
                    <a:close/>
                  </a:path>
                </a:pathLst>
              </a:custGeom>
              <a:gradFill>
                <a:gsLst>
                  <a:gs pos="0">
                    <a:srgbClr val="DE8E96"/>
                  </a:gs>
                  <a:gs pos="100000">
                    <a:srgbClr val="F8E8EA"/>
                  </a:gs>
                </a:gsLst>
                <a:lin ang="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5" name="Gerader Verbinder 34">
                <a:extLst>
                  <a:ext uri="{FF2B5EF4-FFF2-40B4-BE49-F238E27FC236}">
                    <a16:creationId xmlns:a16="http://schemas.microsoft.com/office/drawing/2014/main" id="{D42E3329-C709-98B7-0269-568AA8789FD4}"/>
                  </a:ext>
                </a:extLst>
              </p:cNvPr>
              <p:cNvSpPr/>
              <p:nvPr/>
            </p:nvSpPr>
            <p:spPr>
              <a:xfrm>
                <a:off x="3641039" y="3667320"/>
                <a:ext cx="446761"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6" name="Gerader Verbinder 35">
                <a:extLst>
                  <a:ext uri="{FF2B5EF4-FFF2-40B4-BE49-F238E27FC236}">
                    <a16:creationId xmlns:a16="http://schemas.microsoft.com/office/drawing/2014/main" id="{7D62A484-7C75-DF2A-A839-A013385773B8}"/>
                  </a:ext>
                </a:extLst>
              </p:cNvPr>
              <p:cNvSpPr/>
              <p:nvPr/>
            </p:nvSpPr>
            <p:spPr>
              <a:xfrm>
                <a:off x="3641039" y="3549960"/>
                <a:ext cx="446761" cy="35279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7" name="Gerader Verbinder 36">
                <a:extLst>
                  <a:ext uri="{FF2B5EF4-FFF2-40B4-BE49-F238E27FC236}">
                    <a16:creationId xmlns:a16="http://schemas.microsoft.com/office/drawing/2014/main" id="{EBF116F2-05F9-8C4A-C506-4A6A86B8E1B5}"/>
                  </a:ext>
                </a:extLst>
              </p:cNvPr>
              <p:cNvSpPr/>
              <p:nvPr/>
            </p:nvSpPr>
            <p:spPr>
              <a:xfrm>
                <a:off x="3641039" y="3432239"/>
                <a:ext cx="446761"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8" name="Gerader Verbinder 37">
                <a:extLst>
                  <a:ext uri="{FF2B5EF4-FFF2-40B4-BE49-F238E27FC236}">
                    <a16:creationId xmlns:a16="http://schemas.microsoft.com/office/drawing/2014/main" id="{8851CD35-51F8-E1F7-7F83-7614270CD024}"/>
                  </a:ext>
                </a:extLst>
              </p:cNvPr>
              <p:cNvSpPr/>
              <p:nvPr/>
            </p:nvSpPr>
            <p:spPr>
              <a:xfrm>
                <a:off x="3790079" y="366732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9" name="Gerader Verbinder 38">
                <a:extLst>
                  <a:ext uri="{FF2B5EF4-FFF2-40B4-BE49-F238E27FC236}">
                    <a16:creationId xmlns:a16="http://schemas.microsoft.com/office/drawing/2014/main" id="{AB2F3976-B5AE-A31A-695A-B017DC8294BD}"/>
                  </a:ext>
                </a:extLst>
              </p:cNvPr>
              <p:cNvSpPr/>
              <p:nvPr/>
            </p:nvSpPr>
            <p:spPr>
              <a:xfrm>
                <a:off x="3938759" y="35499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0" name="Gerader Verbinder 39">
                <a:extLst>
                  <a:ext uri="{FF2B5EF4-FFF2-40B4-BE49-F238E27FC236}">
                    <a16:creationId xmlns:a16="http://schemas.microsoft.com/office/drawing/2014/main" id="{95A5A542-BB38-567A-45BE-55F271C82840}"/>
                  </a:ext>
                </a:extLst>
              </p:cNvPr>
              <p:cNvSpPr/>
              <p:nvPr/>
            </p:nvSpPr>
            <p:spPr>
              <a:xfrm>
                <a:off x="4013279" y="396144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1" name="Gerader Verbinder 40">
                <a:extLst>
                  <a:ext uri="{FF2B5EF4-FFF2-40B4-BE49-F238E27FC236}">
                    <a16:creationId xmlns:a16="http://schemas.microsoft.com/office/drawing/2014/main" id="{95BAE1B4-B693-F4E1-AC8E-F9D67B0CF1D5}"/>
                  </a:ext>
                </a:extLst>
              </p:cNvPr>
              <p:cNvSpPr/>
              <p:nvPr/>
            </p:nvSpPr>
            <p:spPr>
              <a:xfrm>
                <a:off x="3864600" y="384372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2" name="Gerader Verbinder 41">
                <a:extLst>
                  <a:ext uri="{FF2B5EF4-FFF2-40B4-BE49-F238E27FC236}">
                    <a16:creationId xmlns:a16="http://schemas.microsoft.com/office/drawing/2014/main" id="{55B61D73-B8B7-75B8-501D-75E733F0EF48}"/>
                  </a:ext>
                </a:extLst>
              </p:cNvPr>
              <p:cNvSpPr/>
              <p:nvPr/>
            </p:nvSpPr>
            <p:spPr>
              <a:xfrm>
                <a:off x="3715560" y="37263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3" name="Gerader Verbinder 42">
                <a:extLst>
                  <a:ext uri="{FF2B5EF4-FFF2-40B4-BE49-F238E27FC236}">
                    <a16:creationId xmlns:a16="http://schemas.microsoft.com/office/drawing/2014/main" id="{1AEA9797-52ED-24CF-E40C-642D51EC7E98}"/>
                  </a:ext>
                </a:extLst>
              </p:cNvPr>
              <p:cNvSpPr/>
              <p:nvPr/>
            </p:nvSpPr>
            <p:spPr>
              <a:xfrm>
                <a:off x="3790079" y="3432239"/>
                <a:ext cx="0" cy="11772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4" name="Gerader Verbinder 43">
                <a:extLst>
                  <a:ext uri="{FF2B5EF4-FFF2-40B4-BE49-F238E27FC236}">
                    <a16:creationId xmlns:a16="http://schemas.microsoft.com/office/drawing/2014/main" id="{53F1FC28-923E-A372-0E77-10A79ACA7600}"/>
                  </a:ext>
                </a:extLst>
              </p:cNvPr>
              <p:cNvSpPr/>
              <p:nvPr/>
            </p:nvSpPr>
            <p:spPr>
              <a:xfrm>
                <a:off x="3864600" y="3608639"/>
                <a:ext cx="0" cy="11772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5" name="Gerader Verbinder 44">
                <a:extLst>
                  <a:ext uri="{FF2B5EF4-FFF2-40B4-BE49-F238E27FC236}">
                    <a16:creationId xmlns:a16="http://schemas.microsoft.com/office/drawing/2014/main" id="{E5612CBB-843B-6903-613C-19CE899EBF04}"/>
                  </a:ext>
                </a:extLst>
              </p:cNvPr>
              <p:cNvSpPr/>
              <p:nvPr/>
            </p:nvSpPr>
            <p:spPr>
              <a:xfrm>
                <a:off x="3938759" y="3785039"/>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6" name="Gerader Verbinder 45">
                <a:extLst>
                  <a:ext uri="{FF2B5EF4-FFF2-40B4-BE49-F238E27FC236}">
                    <a16:creationId xmlns:a16="http://schemas.microsoft.com/office/drawing/2014/main" id="{5543D629-C1F2-3B52-8A6D-C5C6F6B9A09F}"/>
                  </a:ext>
                </a:extLst>
              </p:cNvPr>
              <p:cNvSpPr/>
              <p:nvPr/>
            </p:nvSpPr>
            <p:spPr>
              <a:xfrm>
                <a:off x="4013279" y="37263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7" name="Gerader Verbinder 46">
                <a:extLst>
                  <a:ext uri="{FF2B5EF4-FFF2-40B4-BE49-F238E27FC236}">
                    <a16:creationId xmlns:a16="http://schemas.microsoft.com/office/drawing/2014/main" id="{F0F4950F-50EB-2103-7DF5-956182FF8214}"/>
                  </a:ext>
                </a:extLst>
              </p:cNvPr>
              <p:cNvSpPr/>
              <p:nvPr/>
            </p:nvSpPr>
            <p:spPr>
              <a:xfrm>
                <a:off x="3715560" y="3490919"/>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8" name="Freihandform: Form 47">
                <a:extLst>
                  <a:ext uri="{FF2B5EF4-FFF2-40B4-BE49-F238E27FC236}">
                    <a16:creationId xmlns:a16="http://schemas.microsoft.com/office/drawing/2014/main" id="{B6A6A9B9-8CCB-0093-9D84-8F4F9A9A1F50}"/>
                  </a:ext>
                </a:extLst>
              </p:cNvPr>
              <p:cNvSpPr/>
              <p:nvPr/>
            </p:nvSpPr>
            <p:spPr>
              <a:xfrm>
                <a:off x="4087800" y="3608639"/>
                <a:ext cx="74160" cy="528840"/>
              </a:xfrm>
              <a:custGeom>
                <a:avLst/>
                <a:gdLst/>
                <a:ahLst/>
                <a:cxnLst>
                  <a:cxn ang="3cd4">
                    <a:pos x="hc" y="t"/>
                  </a:cxn>
                  <a:cxn ang="cd2">
                    <a:pos x="l" y="vc"/>
                  </a:cxn>
                  <a:cxn ang="cd4">
                    <a:pos x="hc" y="b"/>
                  </a:cxn>
                  <a:cxn ang="0">
                    <a:pos x="r" y="vc"/>
                  </a:cxn>
                </a:cxnLst>
                <a:rect l="l" t="t" r="r" b="b"/>
                <a:pathLst>
                  <a:path w="207" h="1470">
                    <a:moveTo>
                      <a:pt x="0" y="1470"/>
                    </a:moveTo>
                    <a:lnTo>
                      <a:pt x="0" y="163"/>
                    </a:lnTo>
                    <a:lnTo>
                      <a:pt x="207" y="0"/>
                    </a:lnTo>
                    <a:lnTo>
                      <a:pt x="207" y="1307"/>
                    </a:lnTo>
                    <a:close/>
                  </a:path>
                </a:pathLst>
              </a:custGeom>
              <a:gradFill>
                <a:gsLst>
                  <a:gs pos="0">
                    <a:srgbClr val="F8E8EA"/>
                  </a:gs>
                  <a:gs pos="100000">
                    <a:srgbClr val="DE8E96"/>
                  </a:gs>
                </a:gsLst>
                <a:path path="rect">
                  <a:fillToRect l="70000" t="30000" r="30000" b="70000"/>
                </a:path>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9" name="Freihandform: Form 48">
                <a:extLst>
                  <a:ext uri="{FF2B5EF4-FFF2-40B4-BE49-F238E27FC236}">
                    <a16:creationId xmlns:a16="http://schemas.microsoft.com/office/drawing/2014/main" id="{730B8D80-2ADD-CB59-5232-22766F491787}"/>
                  </a:ext>
                </a:extLst>
              </p:cNvPr>
              <p:cNvSpPr/>
              <p:nvPr/>
            </p:nvSpPr>
            <p:spPr>
              <a:xfrm>
                <a:off x="3641039" y="3255839"/>
                <a:ext cx="520919" cy="411120"/>
              </a:xfrm>
              <a:custGeom>
                <a:avLst/>
                <a:gdLst/>
                <a:ahLst/>
                <a:cxnLst>
                  <a:cxn ang="3cd4">
                    <a:pos x="hc" y="t"/>
                  </a:cxn>
                  <a:cxn ang="cd2">
                    <a:pos x="l" y="vc"/>
                  </a:cxn>
                  <a:cxn ang="cd4">
                    <a:pos x="hc" y="b"/>
                  </a:cxn>
                  <a:cxn ang="0">
                    <a:pos x="r" y="vc"/>
                  </a:cxn>
                </a:cxnLst>
                <a:rect l="l" t="t" r="r" b="b"/>
                <a:pathLst>
                  <a:path w="1448" h="1143">
                    <a:moveTo>
                      <a:pt x="1241" y="1143"/>
                    </a:moveTo>
                    <a:lnTo>
                      <a:pt x="0" y="163"/>
                    </a:lnTo>
                    <a:lnTo>
                      <a:pt x="207" y="0"/>
                    </a:lnTo>
                    <a:lnTo>
                      <a:pt x="1448" y="980"/>
                    </a:lnTo>
                    <a:close/>
                  </a:path>
                </a:pathLst>
              </a:custGeom>
              <a:gradFill>
                <a:gsLst>
                  <a:gs pos="0">
                    <a:srgbClr val="DE8E96"/>
                  </a:gs>
                  <a:gs pos="100000">
                    <a:srgbClr val="F8E8EA"/>
                  </a:gs>
                </a:gsLst>
                <a:lin ang="540000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0" name="Gerader Verbinder 49">
                <a:extLst>
                  <a:ext uri="{FF2B5EF4-FFF2-40B4-BE49-F238E27FC236}">
                    <a16:creationId xmlns:a16="http://schemas.microsoft.com/office/drawing/2014/main" id="{7F1F38F9-3020-4920-7B42-4086942E1228}"/>
                  </a:ext>
                </a:extLst>
              </p:cNvPr>
              <p:cNvSpPr/>
              <p:nvPr/>
            </p:nvSpPr>
            <p:spPr>
              <a:xfrm flipV="1">
                <a:off x="3938759" y="3490919"/>
                <a:ext cx="74520" cy="5868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1" name="Gerader Verbinder 50">
                <a:extLst>
                  <a:ext uri="{FF2B5EF4-FFF2-40B4-BE49-F238E27FC236}">
                    <a16:creationId xmlns:a16="http://schemas.microsoft.com/office/drawing/2014/main" id="{20374041-6B25-F22B-73F9-BA0DE61E5938}"/>
                  </a:ext>
                </a:extLst>
              </p:cNvPr>
              <p:cNvSpPr/>
              <p:nvPr/>
            </p:nvSpPr>
            <p:spPr>
              <a:xfrm flipV="1">
                <a:off x="4087800" y="3726360"/>
                <a:ext cx="74520" cy="5867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2" name="Gerader Verbinder 51">
                <a:extLst>
                  <a:ext uri="{FF2B5EF4-FFF2-40B4-BE49-F238E27FC236}">
                    <a16:creationId xmlns:a16="http://schemas.microsoft.com/office/drawing/2014/main" id="{53303A00-5C87-B523-673B-4FB4C3829E07}"/>
                  </a:ext>
                </a:extLst>
              </p:cNvPr>
              <p:cNvSpPr/>
              <p:nvPr/>
            </p:nvSpPr>
            <p:spPr>
              <a:xfrm flipV="1">
                <a:off x="4087800" y="384372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3" name="Gerader Verbinder 52">
                <a:extLst>
                  <a:ext uri="{FF2B5EF4-FFF2-40B4-BE49-F238E27FC236}">
                    <a16:creationId xmlns:a16="http://schemas.microsoft.com/office/drawing/2014/main" id="{1C71FF2C-E13D-2361-AE8F-1734F9A40A40}"/>
                  </a:ext>
                </a:extLst>
              </p:cNvPr>
              <p:cNvSpPr/>
              <p:nvPr/>
            </p:nvSpPr>
            <p:spPr>
              <a:xfrm flipV="1">
                <a:off x="4087800" y="396144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4" name="Gerader Verbinder 53">
                <a:extLst>
                  <a:ext uri="{FF2B5EF4-FFF2-40B4-BE49-F238E27FC236}">
                    <a16:creationId xmlns:a16="http://schemas.microsoft.com/office/drawing/2014/main" id="{98B15747-EAB7-9D98-A877-36D3FE71DB8A}"/>
                  </a:ext>
                </a:extLst>
              </p:cNvPr>
              <p:cNvSpPr/>
              <p:nvPr/>
            </p:nvSpPr>
            <p:spPr>
              <a:xfrm flipV="1">
                <a:off x="3790079" y="3373560"/>
                <a:ext cx="74521" cy="5867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5" name="Freihandform: Form 54">
                <a:extLst>
                  <a:ext uri="{FF2B5EF4-FFF2-40B4-BE49-F238E27FC236}">
                    <a16:creationId xmlns:a16="http://schemas.microsoft.com/office/drawing/2014/main" id="{1280CAA4-91FF-2A02-0D10-090917CA636D}"/>
                  </a:ext>
                </a:extLst>
              </p:cNvPr>
              <p:cNvSpPr/>
              <p:nvPr/>
            </p:nvSpPr>
            <p:spPr>
              <a:xfrm>
                <a:off x="3641039" y="3255839"/>
                <a:ext cx="520919" cy="881640"/>
              </a:xfrm>
              <a:custGeom>
                <a:avLst/>
                <a:gdLst/>
                <a:ahLst/>
                <a:cxnLst>
                  <a:cxn ang="3cd4">
                    <a:pos x="hc" y="t"/>
                  </a:cxn>
                  <a:cxn ang="cd2">
                    <a:pos x="l" y="vc"/>
                  </a:cxn>
                  <a:cxn ang="cd4">
                    <a:pos x="hc" y="b"/>
                  </a:cxn>
                  <a:cxn ang="0">
                    <a:pos x="r" y="vc"/>
                  </a:cxn>
                </a:cxnLst>
                <a:rect l="l" t="t" r="r" b="b"/>
                <a:pathLst>
                  <a:path w="1448" h="2450">
                    <a:moveTo>
                      <a:pt x="207" y="0"/>
                    </a:moveTo>
                    <a:lnTo>
                      <a:pt x="1448" y="980"/>
                    </a:lnTo>
                    <a:lnTo>
                      <a:pt x="1448" y="2287"/>
                    </a:lnTo>
                    <a:lnTo>
                      <a:pt x="1241" y="2450"/>
                    </a:lnTo>
                    <a:lnTo>
                      <a:pt x="0" y="1470"/>
                    </a:lnTo>
                    <a:lnTo>
                      <a:pt x="0" y="163"/>
                    </a:lnTo>
                    <a:close/>
                  </a:path>
                </a:pathLst>
              </a:custGeom>
              <a:noFill/>
              <a:ln w="14400">
                <a:solidFill>
                  <a:srgbClr val="000000"/>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grpSp>
        <p:nvGrpSpPr>
          <p:cNvPr id="56" name="Gruppieren 55">
            <a:extLst>
              <a:ext uri="{FF2B5EF4-FFF2-40B4-BE49-F238E27FC236}">
                <a16:creationId xmlns:a16="http://schemas.microsoft.com/office/drawing/2014/main" id="{DB2B9034-EEBF-D261-BCF1-07296A305383}"/>
              </a:ext>
            </a:extLst>
          </p:cNvPr>
          <p:cNvGrpSpPr/>
          <p:nvPr/>
        </p:nvGrpSpPr>
        <p:grpSpPr>
          <a:xfrm>
            <a:off x="5303520" y="5577840"/>
            <a:ext cx="548280" cy="461160"/>
            <a:chOff x="5303520" y="5577840"/>
            <a:chExt cx="548280" cy="461160"/>
          </a:xfrm>
        </p:grpSpPr>
        <p:sp>
          <p:nvSpPr>
            <p:cNvPr id="57" name="Freihandform: Form 56">
              <a:extLst>
                <a:ext uri="{FF2B5EF4-FFF2-40B4-BE49-F238E27FC236}">
                  <a16:creationId xmlns:a16="http://schemas.microsoft.com/office/drawing/2014/main" id="{B480B0CA-2128-95CB-0EFE-FF26BCA676C1}"/>
                </a:ext>
              </a:extLst>
            </p:cNvPr>
            <p:cNvSpPr/>
            <p:nvPr/>
          </p:nvSpPr>
          <p:spPr>
            <a:xfrm>
              <a:off x="5572800" y="5831640"/>
              <a:ext cx="279000" cy="195840"/>
            </a:xfrm>
            <a:custGeom>
              <a:avLst/>
              <a:gdLst/>
              <a:ahLst/>
              <a:cxnLst>
                <a:cxn ang="3cd4">
                  <a:pos x="hc" y="t"/>
                </a:cxn>
                <a:cxn ang="cd2">
                  <a:pos x="l" y="vc"/>
                </a:cxn>
                <a:cxn ang="cd4">
                  <a:pos x="hc" y="b"/>
                </a:cxn>
                <a:cxn ang="0">
                  <a:pos x="r" y="vc"/>
                </a:cxn>
              </a:cxnLst>
              <a:rect l="l" t="t" r="r" b="b"/>
              <a:pathLst>
                <a:path w="776" h="545">
                  <a:moveTo>
                    <a:pt x="0" y="545"/>
                  </a:moveTo>
                  <a:cubicBezTo>
                    <a:pt x="199" y="545"/>
                    <a:pt x="711" y="288"/>
                    <a:pt x="762" y="192"/>
                  </a:cubicBezTo>
                  <a:cubicBezTo>
                    <a:pt x="813" y="96"/>
                    <a:pt x="711" y="0"/>
                    <a:pt x="661" y="0"/>
                  </a:cubicBezTo>
                  <a:cubicBezTo>
                    <a:pt x="661" y="137"/>
                    <a:pt x="0" y="316"/>
                    <a:pt x="0" y="545"/>
                  </a:cubicBezTo>
                  <a:close/>
                </a:path>
              </a:pathLst>
            </a:custGeom>
            <a:solidFill>
              <a:srgbClr val="DDDDDD"/>
            </a:solidFill>
            <a:ln w="14400">
              <a:solidFill>
                <a:srgbClr val="DDDDDD"/>
              </a:solidFill>
              <a:prstDash val="solid"/>
              <a:round/>
            </a:ln>
          </p:spPr>
          <p:txBody>
            <a:bodyPr wrap="squar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58" name="Gruppieren 57">
              <a:extLst>
                <a:ext uri="{FF2B5EF4-FFF2-40B4-BE49-F238E27FC236}">
                  <a16:creationId xmlns:a16="http://schemas.microsoft.com/office/drawing/2014/main" id="{5771AC0A-AA26-D2B1-20EA-7F407B161DA6}"/>
                </a:ext>
              </a:extLst>
            </p:cNvPr>
            <p:cNvGrpSpPr/>
            <p:nvPr/>
          </p:nvGrpSpPr>
          <p:grpSpPr>
            <a:xfrm>
              <a:off x="5303520" y="5577840"/>
              <a:ext cx="511560" cy="461160"/>
              <a:chOff x="5303520" y="5577840"/>
              <a:chExt cx="511560" cy="461160"/>
            </a:xfrm>
          </p:grpSpPr>
          <p:sp>
            <p:nvSpPr>
              <p:cNvPr id="59" name="Freihandform: Form 58">
                <a:extLst>
                  <a:ext uri="{FF2B5EF4-FFF2-40B4-BE49-F238E27FC236}">
                    <a16:creationId xmlns:a16="http://schemas.microsoft.com/office/drawing/2014/main" id="{05260E12-37DD-F107-8534-AD4288DE0EC3}"/>
                  </a:ext>
                </a:extLst>
              </p:cNvPr>
              <p:cNvSpPr/>
              <p:nvPr/>
            </p:nvSpPr>
            <p:spPr>
              <a:xfrm>
                <a:off x="5303520" y="5739480"/>
                <a:ext cx="255600" cy="299520"/>
              </a:xfrm>
              <a:custGeom>
                <a:avLst/>
                <a:gdLst/>
                <a:ahLst/>
                <a:cxnLst>
                  <a:cxn ang="3cd4">
                    <a:pos x="hc" y="t"/>
                  </a:cxn>
                  <a:cxn ang="cd2">
                    <a:pos x="l" y="vc"/>
                  </a:cxn>
                  <a:cxn ang="cd4">
                    <a:pos x="hc" y="b"/>
                  </a:cxn>
                  <a:cxn ang="0">
                    <a:pos x="r" y="vc"/>
                  </a:cxn>
                </a:cxnLst>
                <a:rect l="l" t="t" r="r" b="b"/>
                <a:pathLst>
                  <a:path w="711" h="833">
                    <a:moveTo>
                      <a:pt x="0" y="385"/>
                    </a:moveTo>
                    <a:lnTo>
                      <a:pt x="0" y="0"/>
                    </a:lnTo>
                    <a:lnTo>
                      <a:pt x="711" y="449"/>
                    </a:lnTo>
                    <a:lnTo>
                      <a:pt x="711" y="833"/>
                    </a:lnTo>
                    <a:close/>
                  </a:path>
                </a:pathLst>
              </a:custGeom>
              <a:gradFill>
                <a:gsLst>
                  <a:gs pos="0">
                    <a:srgbClr val="0073BC"/>
                  </a:gs>
                  <a:gs pos="100000">
                    <a:srgbClr val="7FB9DD"/>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0" name="Freihandform: Form 59">
                <a:extLst>
                  <a:ext uri="{FF2B5EF4-FFF2-40B4-BE49-F238E27FC236}">
                    <a16:creationId xmlns:a16="http://schemas.microsoft.com/office/drawing/2014/main" id="{8E29A2AE-8660-AEE5-1BC4-FCB91D228601}"/>
                  </a:ext>
                </a:extLst>
              </p:cNvPr>
              <p:cNvSpPr/>
              <p:nvPr/>
            </p:nvSpPr>
            <p:spPr>
              <a:xfrm>
                <a:off x="5559480" y="5739480"/>
                <a:ext cx="255600" cy="299520"/>
              </a:xfrm>
              <a:custGeom>
                <a:avLst/>
                <a:gdLst/>
                <a:ahLst/>
                <a:cxnLst>
                  <a:cxn ang="3cd4">
                    <a:pos x="hc" y="t"/>
                  </a:cxn>
                  <a:cxn ang="cd2">
                    <a:pos x="l" y="vc"/>
                  </a:cxn>
                  <a:cxn ang="cd4">
                    <a:pos x="hc" y="b"/>
                  </a:cxn>
                  <a:cxn ang="0">
                    <a:pos x="r" y="vc"/>
                  </a:cxn>
                </a:cxnLst>
                <a:rect l="l" t="t" r="r" b="b"/>
                <a:pathLst>
                  <a:path w="711" h="833">
                    <a:moveTo>
                      <a:pt x="0" y="833"/>
                    </a:moveTo>
                    <a:lnTo>
                      <a:pt x="0" y="449"/>
                    </a:lnTo>
                    <a:lnTo>
                      <a:pt x="711" y="0"/>
                    </a:lnTo>
                    <a:lnTo>
                      <a:pt x="711" y="385"/>
                    </a:lnTo>
                    <a:close/>
                  </a:path>
                </a:pathLst>
              </a:custGeom>
              <a:gradFill>
                <a:gsLst>
                  <a:gs pos="0">
                    <a:srgbClr val="7FB9DD"/>
                  </a:gs>
                  <a:gs pos="100000">
                    <a:srgbClr val="0073BC"/>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1" name="Freihandform: Form 60">
                <a:extLst>
                  <a:ext uri="{FF2B5EF4-FFF2-40B4-BE49-F238E27FC236}">
                    <a16:creationId xmlns:a16="http://schemas.microsoft.com/office/drawing/2014/main" id="{611A1413-3B0E-2F4E-1CB9-30EFE882447F}"/>
                  </a:ext>
                </a:extLst>
              </p:cNvPr>
              <p:cNvSpPr/>
              <p:nvPr/>
            </p:nvSpPr>
            <p:spPr>
              <a:xfrm>
                <a:off x="5303520" y="5577840"/>
                <a:ext cx="511559" cy="322560"/>
              </a:xfrm>
              <a:custGeom>
                <a:avLst/>
                <a:gdLst/>
                <a:ahLst/>
                <a:cxnLst>
                  <a:cxn ang="3cd4">
                    <a:pos x="hc" y="t"/>
                  </a:cxn>
                  <a:cxn ang="cd2">
                    <a:pos x="l" y="vc"/>
                  </a:cxn>
                  <a:cxn ang="cd4">
                    <a:pos x="hc" y="b"/>
                  </a:cxn>
                  <a:cxn ang="0">
                    <a:pos x="r" y="vc"/>
                  </a:cxn>
                </a:cxnLst>
                <a:rect l="l" t="t" r="r" b="b"/>
                <a:pathLst>
                  <a:path w="1422" h="897">
                    <a:moveTo>
                      <a:pt x="711" y="897"/>
                    </a:moveTo>
                    <a:lnTo>
                      <a:pt x="0" y="449"/>
                    </a:lnTo>
                    <a:lnTo>
                      <a:pt x="711" y="0"/>
                    </a:lnTo>
                    <a:lnTo>
                      <a:pt x="1422" y="449"/>
                    </a:lnTo>
                    <a:close/>
                  </a:path>
                </a:pathLst>
              </a:custGeom>
              <a:gradFill>
                <a:gsLst>
                  <a:gs pos="0">
                    <a:srgbClr val="0073BC"/>
                  </a:gs>
                  <a:gs pos="100000">
                    <a:srgbClr val="7FB9DD"/>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2" name="Freihandform: Form 61">
                <a:extLst>
                  <a:ext uri="{FF2B5EF4-FFF2-40B4-BE49-F238E27FC236}">
                    <a16:creationId xmlns:a16="http://schemas.microsoft.com/office/drawing/2014/main" id="{5EFC7FCB-D4C5-4F89-4861-A2081FFAE74F}"/>
                  </a:ext>
                </a:extLst>
              </p:cNvPr>
              <p:cNvSpPr/>
              <p:nvPr/>
            </p:nvSpPr>
            <p:spPr>
              <a:xfrm>
                <a:off x="5303520" y="5577840"/>
                <a:ext cx="511559" cy="461159"/>
              </a:xfrm>
              <a:custGeom>
                <a:avLst/>
                <a:gdLst/>
                <a:ahLst/>
                <a:cxnLst>
                  <a:cxn ang="3cd4">
                    <a:pos x="hc" y="t"/>
                  </a:cxn>
                  <a:cxn ang="cd2">
                    <a:pos x="l" y="vc"/>
                  </a:cxn>
                  <a:cxn ang="cd4">
                    <a:pos x="hc" y="b"/>
                  </a:cxn>
                  <a:cxn ang="0">
                    <a:pos x="r" y="vc"/>
                  </a:cxn>
                </a:cxnLst>
                <a:rect l="l" t="t" r="r" b="b"/>
                <a:pathLst>
                  <a:path w="1422" h="1282">
                    <a:moveTo>
                      <a:pt x="0" y="833"/>
                    </a:moveTo>
                    <a:lnTo>
                      <a:pt x="0" y="449"/>
                    </a:lnTo>
                    <a:lnTo>
                      <a:pt x="711" y="0"/>
                    </a:lnTo>
                    <a:lnTo>
                      <a:pt x="1422" y="449"/>
                    </a:lnTo>
                    <a:lnTo>
                      <a:pt x="1422" y="833"/>
                    </a:lnTo>
                    <a:lnTo>
                      <a:pt x="711" y="1282"/>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3" name="Freihandform: Form 62">
                <a:extLst>
                  <a:ext uri="{FF2B5EF4-FFF2-40B4-BE49-F238E27FC236}">
                    <a16:creationId xmlns:a16="http://schemas.microsoft.com/office/drawing/2014/main" id="{0608B5CC-50E2-DEFD-0638-4C7946DA4021}"/>
                  </a:ext>
                </a:extLst>
              </p:cNvPr>
              <p:cNvSpPr/>
              <p:nvPr/>
            </p:nvSpPr>
            <p:spPr>
              <a:xfrm>
                <a:off x="5413320" y="5693400"/>
                <a:ext cx="164160" cy="80280"/>
              </a:xfrm>
              <a:custGeom>
                <a:avLst/>
                <a:gdLst/>
                <a:ahLst/>
                <a:cxnLst>
                  <a:cxn ang="3cd4">
                    <a:pos x="hc" y="t"/>
                  </a:cxn>
                  <a:cxn ang="cd2">
                    <a:pos x="l" y="vc"/>
                  </a:cxn>
                  <a:cxn ang="cd4">
                    <a:pos x="hc" y="b"/>
                  </a:cxn>
                  <a:cxn ang="0">
                    <a:pos x="r" y="vc"/>
                  </a:cxn>
                </a:cxnLst>
                <a:rect l="l" t="t" r="r" b="b"/>
                <a:pathLst>
                  <a:path w="457" h="224">
                    <a:moveTo>
                      <a:pt x="152" y="0"/>
                    </a:moveTo>
                    <a:lnTo>
                      <a:pt x="102" y="32"/>
                    </a:lnTo>
                    <a:lnTo>
                      <a:pt x="305" y="160"/>
                    </a:lnTo>
                    <a:lnTo>
                      <a:pt x="457" y="192"/>
                    </a:lnTo>
                    <a:lnTo>
                      <a:pt x="406" y="224"/>
                    </a:lnTo>
                    <a:lnTo>
                      <a:pt x="254" y="192"/>
                    </a:lnTo>
                    <a:lnTo>
                      <a:pt x="51" y="64"/>
                    </a:lnTo>
                    <a:lnTo>
                      <a:pt x="0" y="96"/>
                    </a:lnTo>
                    <a:lnTo>
                      <a:pt x="0"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4" name="Freihandform: Form 63">
                <a:extLst>
                  <a:ext uri="{FF2B5EF4-FFF2-40B4-BE49-F238E27FC236}">
                    <a16:creationId xmlns:a16="http://schemas.microsoft.com/office/drawing/2014/main" id="{E520ECA6-669B-BE7A-33BC-9BC7E03DCA13}"/>
                  </a:ext>
                </a:extLst>
              </p:cNvPr>
              <p:cNvSpPr/>
              <p:nvPr/>
            </p:nvSpPr>
            <p:spPr>
              <a:xfrm>
                <a:off x="5541120" y="5704920"/>
                <a:ext cx="164160" cy="80280"/>
              </a:xfrm>
              <a:custGeom>
                <a:avLst/>
                <a:gdLst/>
                <a:ahLst/>
                <a:cxnLst>
                  <a:cxn ang="3cd4">
                    <a:pos x="hc" y="t"/>
                  </a:cxn>
                  <a:cxn ang="cd2">
                    <a:pos x="l" y="vc"/>
                  </a:cxn>
                  <a:cxn ang="cd4">
                    <a:pos x="hc" y="b"/>
                  </a:cxn>
                  <a:cxn ang="0">
                    <a:pos x="r" y="vc"/>
                  </a:cxn>
                </a:cxnLst>
                <a:rect l="l" t="t" r="r" b="b"/>
                <a:pathLst>
                  <a:path w="457" h="224">
                    <a:moveTo>
                      <a:pt x="407" y="160"/>
                    </a:moveTo>
                    <a:lnTo>
                      <a:pt x="457" y="128"/>
                    </a:lnTo>
                    <a:lnTo>
                      <a:pt x="457" y="224"/>
                    </a:lnTo>
                    <a:lnTo>
                      <a:pt x="305" y="224"/>
                    </a:lnTo>
                    <a:lnTo>
                      <a:pt x="356" y="192"/>
                    </a:lnTo>
                    <a:lnTo>
                      <a:pt x="153" y="64"/>
                    </a:lnTo>
                    <a:lnTo>
                      <a:pt x="0" y="32"/>
                    </a:lnTo>
                    <a:lnTo>
                      <a:pt x="51" y="0"/>
                    </a:lnTo>
                    <a:lnTo>
                      <a:pt x="204" y="3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5" name="Freihandform: Form 64">
                <a:extLst>
                  <a:ext uri="{FF2B5EF4-FFF2-40B4-BE49-F238E27FC236}">
                    <a16:creationId xmlns:a16="http://schemas.microsoft.com/office/drawing/2014/main" id="{793313F6-5A14-F091-0A76-8BE66787022F}"/>
                  </a:ext>
                </a:extLst>
              </p:cNvPr>
              <p:cNvSpPr/>
              <p:nvPr/>
            </p:nvSpPr>
            <p:spPr>
              <a:xfrm>
                <a:off x="5486399" y="5727960"/>
                <a:ext cx="127440" cy="103320"/>
              </a:xfrm>
              <a:custGeom>
                <a:avLst/>
                <a:gdLst/>
                <a:ahLst/>
                <a:cxnLst>
                  <a:cxn ang="3cd4">
                    <a:pos x="hc" y="t"/>
                  </a:cxn>
                  <a:cxn ang="cd2">
                    <a:pos x="l" y="vc"/>
                  </a:cxn>
                  <a:cxn ang="cd4">
                    <a:pos x="hc" y="b"/>
                  </a:cxn>
                  <a:cxn ang="0">
                    <a:pos x="r" y="vc"/>
                  </a:cxn>
                </a:cxnLst>
                <a:rect l="l" t="t" r="r" b="b"/>
                <a:pathLst>
                  <a:path w="355" h="288">
                    <a:moveTo>
                      <a:pt x="51" y="224"/>
                    </a:moveTo>
                    <a:lnTo>
                      <a:pt x="254" y="96"/>
                    </a:lnTo>
                    <a:lnTo>
                      <a:pt x="305" y="0"/>
                    </a:lnTo>
                    <a:lnTo>
                      <a:pt x="355" y="32"/>
                    </a:lnTo>
                    <a:lnTo>
                      <a:pt x="305" y="128"/>
                    </a:lnTo>
                    <a:lnTo>
                      <a:pt x="101" y="256"/>
                    </a:lnTo>
                    <a:lnTo>
                      <a:pt x="152" y="288"/>
                    </a:lnTo>
                    <a:lnTo>
                      <a:pt x="0" y="288"/>
                    </a:lnTo>
                    <a:lnTo>
                      <a:pt x="0" y="19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6" name="Freihandform: Form 65">
                <a:extLst>
                  <a:ext uri="{FF2B5EF4-FFF2-40B4-BE49-F238E27FC236}">
                    <a16:creationId xmlns:a16="http://schemas.microsoft.com/office/drawing/2014/main" id="{8EA540B4-A1FD-0C3B-7F67-A16DC6E81AFE}"/>
                  </a:ext>
                </a:extLst>
              </p:cNvPr>
              <p:cNvSpPr/>
              <p:nvPr/>
            </p:nvSpPr>
            <p:spPr>
              <a:xfrm>
                <a:off x="5504759" y="5646960"/>
                <a:ext cx="127440" cy="103320"/>
              </a:xfrm>
              <a:custGeom>
                <a:avLst/>
                <a:gdLst/>
                <a:ahLst/>
                <a:cxnLst>
                  <a:cxn ang="3cd4">
                    <a:pos x="hc" y="t"/>
                  </a:cxn>
                  <a:cxn ang="cd2">
                    <a:pos x="l" y="vc"/>
                  </a:cxn>
                  <a:cxn ang="cd4">
                    <a:pos x="hc" y="b"/>
                  </a:cxn>
                  <a:cxn ang="0">
                    <a:pos x="r" y="vc"/>
                  </a:cxn>
                </a:cxnLst>
                <a:rect l="l" t="t" r="r" b="b"/>
                <a:pathLst>
                  <a:path w="355" h="288">
                    <a:moveTo>
                      <a:pt x="253" y="32"/>
                    </a:moveTo>
                    <a:lnTo>
                      <a:pt x="203" y="0"/>
                    </a:lnTo>
                    <a:lnTo>
                      <a:pt x="355" y="0"/>
                    </a:lnTo>
                    <a:lnTo>
                      <a:pt x="355" y="96"/>
                    </a:lnTo>
                    <a:lnTo>
                      <a:pt x="305" y="64"/>
                    </a:lnTo>
                    <a:lnTo>
                      <a:pt x="101" y="192"/>
                    </a:lnTo>
                    <a:lnTo>
                      <a:pt x="51" y="288"/>
                    </a:lnTo>
                    <a:lnTo>
                      <a:pt x="0" y="256"/>
                    </a:lnTo>
                    <a:lnTo>
                      <a:pt x="51" y="16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cxnSp>
        <p:nvCxnSpPr>
          <p:cNvPr id="67" name="Gerade Verbindung mit Pfeil 66">
            <a:extLst>
              <a:ext uri="{FF2B5EF4-FFF2-40B4-BE49-F238E27FC236}">
                <a16:creationId xmlns:a16="http://schemas.microsoft.com/office/drawing/2014/main" id="{791BAEDD-7BCA-1CED-5285-C996FB1A4ED0}"/>
              </a:ext>
            </a:extLst>
          </p:cNvPr>
          <p:cNvCxnSpPr/>
          <p:nvPr/>
        </p:nvCxnSpPr>
        <p:spPr>
          <a:xfrm flipH="1">
            <a:off x="4688640" y="6039360"/>
            <a:ext cx="857160" cy="293040"/>
          </a:xfrm>
          <a:prstGeom prst="straightConnector1">
            <a:avLst/>
          </a:prstGeom>
          <a:noFill/>
          <a:ln w="29160">
            <a:solidFill>
              <a:srgbClr val="000000"/>
            </a:solidFill>
            <a:prstDash val="solid"/>
          </a:ln>
        </p:spPr>
      </p:cxnSp>
      <p:cxnSp>
        <p:nvCxnSpPr>
          <p:cNvPr id="68" name="Gerade Verbindung mit Pfeil 67">
            <a:extLst>
              <a:ext uri="{FF2B5EF4-FFF2-40B4-BE49-F238E27FC236}">
                <a16:creationId xmlns:a16="http://schemas.microsoft.com/office/drawing/2014/main" id="{4624A73B-59B6-EEFD-3793-4939ADD48B86}"/>
              </a:ext>
            </a:extLst>
          </p:cNvPr>
          <p:cNvCxnSpPr/>
          <p:nvPr/>
        </p:nvCxnSpPr>
        <p:spPr>
          <a:xfrm flipH="1">
            <a:off x="3498840" y="6039360"/>
            <a:ext cx="2046960" cy="295200"/>
          </a:xfrm>
          <a:prstGeom prst="straightConnector1">
            <a:avLst/>
          </a:prstGeom>
          <a:noFill/>
          <a:ln w="29160">
            <a:solidFill>
              <a:srgbClr val="000000"/>
            </a:solidFill>
            <a:custDash>
              <a:ds d="197000" sp="197000"/>
            </a:custDash>
          </a:ln>
        </p:spPr>
      </p:cxnSp>
      <p:cxnSp>
        <p:nvCxnSpPr>
          <p:cNvPr id="69" name="Gerade Verbindung mit Pfeil 68">
            <a:extLst>
              <a:ext uri="{FF2B5EF4-FFF2-40B4-BE49-F238E27FC236}">
                <a16:creationId xmlns:a16="http://schemas.microsoft.com/office/drawing/2014/main" id="{C5535564-E9CD-0B0C-D62F-4164E03B5D28}"/>
              </a:ext>
            </a:extLst>
          </p:cNvPr>
          <p:cNvCxnSpPr/>
          <p:nvPr/>
        </p:nvCxnSpPr>
        <p:spPr>
          <a:xfrm flipH="1">
            <a:off x="5545800" y="5140440"/>
            <a:ext cx="57960" cy="437400"/>
          </a:xfrm>
          <a:prstGeom prst="straightConnector1">
            <a:avLst/>
          </a:prstGeom>
          <a:noFill/>
          <a:ln w="0">
            <a:solidFill>
              <a:srgbClr val="000000"/>
            </a:solidFill>
            <a:prstDash val="solid"/>
          </a:ln>
        </p:spPr>
      </p:cxnSp>
      <p:cxnSp>
        <p:nvCxnSpPr>
          <p:cNvPr id="70" name="Gerade Verbindung mit Pfeil 69">
            <a:extLst>
              <a:ext uri="{FF2B5EF4-FFF2-40B4-BE49-F238E27FC236}">
                <a16:creationId xmlns:a16="http://schemas.microsoft.com/office/drawing/2014/main" id="{E120A872-D4A6-A14B-FB19-E10544902474}"/>
              </a:ext>
            </a:extLst>
          </p:cNvPr>
          <p:cNvCxnSpPr/>
          <p:nvPr/>
        </p:nvCxnSpPr>
        <p:spPr>
          <a:xfrm flipH="1" flipV="1">
            <a:off x="3946320" y="4137840"/>
            <a:ext cx="1019160" cy="612360"/>
          </a:xfrm>
          <a:prstGeom prst="straightConnector1">
            <a:avLst/>
          </a:prstGeom>
          <a:noFill/>
          <a:ln w="0">
            <a:solidFill>
              <a:srgbClr val="000000"/>
            </a:solidFill>
            <a:prstDash val="solid"/>
          </a:ln>
        </p:spPr>
      </p:cxnSp>
      <p:sp>
        <p:nvSpPr>
          <p:cNvPr id="71" name="Textfeld 70">
            <a:extLst>
              <a:ext uri="{FF2B5EF4-FFF2-40B4-BE49-F238E27FC236}">
                <a16:creationId xmlns:a16="http://schemas.microsoft.com/office/drawing/2014/main" id="{1EE826B5-9DC5-62B9-99C6-D8CFECC12D8B}"/>
              </a:ext>
            </a:extLst>
          </p:cNvPr>
          <p:cNvSpPr txBox="1"/>
          <p:nvPr/>
        </p:nvSpPr>
        <p:spPr>
          <a:xfrm>
            <a:off x="4405679" y="5528160"/>
            <a:ext cx="1019519" cy="30204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10.1.2.99</a:t>
            </a:r>
          </a:p>
        </p:txBody>
      </p:sp>
      <p:sp>
        <p:nvSpPr>
          <p:cNvPr id="72" name="Textfeld 71">
            <a:extLst>
              <a:ext uri="{FF2B5EF4-FFF2-40B4-BE49-F238E27FC236}">
                <a16:creationId xmlns:a16="http://schemas.microsoft.com/office/drawing/2014/main" id="{0B41AE3E-82FF-C67B-2C76-C8CC8F8B3620}"/>
              </a:ext>
            </a:extLst>
          </p:cNvPr>
          <p:cNvSpPr txBox="1"/>
          <p:nvPr/>
        </p:nvSpPr>
        <p:spPr>
          <a:xfrm>
            <a:off x="2707200" y="7105680"/>
            <a:ext cx="1188719" cy="302040"/>
          </a:xfrm>
          <a:prstGeom prst="rect">
            <a:avLst/>
          </a:prstGeom>
          <a:solidFill>
            <a:srgbClr val="B8860B"/>
          </a:solid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FFFFFF"/>
                </a:solidFill>
                <a:latin typeface="Liberation Sans" pitchFamily="18"/>
                <a:ea typeface="Noto Sans CJK SC Regular" pitchFamily="2"/>
                <a:cs typeface="Lohit Devanagari" pitchFamily="2"/>
              </a:rPr>
              <a:t>10.1.1.*</a:t>
            </a:r>
          </a:p>
        </p:txBody>
      </p:sp>
      <p:sp>
        <p:nvSpPr>
          <p:cNvPr id="73" name="Textfeld 72">
            <a:extLst>
              <a:ext uri="{FF2B5EF4-FFF2-40B4-BE49-F238E27FC236}">
                <a16:creationId xmlns:a16="http://schemas.microsoft.com/office/drawing/2014/main" id="{20408773-69E7-D3CA-8838-9E9D1FC27514}"/>
              </a:ext>
            </a:extLst>
          </p:cNvPr>
          <p:cNvSpPr txBox="1"/>
          <p:nvPr/>
        </p:nvSpPr>
        <p:spPr>
          <a:xfrm>
            <a:off x="4115159" y="7107840"/>
            <a:ext cx="1188719" cy="302040"/>
          </a:xfrm>
          <a:prstGeom prst="rect">
            <a:avLst/>
          </a:prstGeom>
          <a:solidFill>
            <a:srgbClr val="32CD32"/>
          </a:solid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000000"/>
                </a:solidFill>
                <a:latin typeface="Liberation Sans" pitchFamily="18"/>
                <a:ea typeface="Noto Sans CJK SC Regular" pitchFamily="2"/>
                <a:cs typeface="Lohit Devanagari" pitchFamily="2"/>
              </a:rPr>
              <a:t>10.1.2.*</a:t>
            </a:r>
          </a:p>
        </p:txBody>
      </p:sp>
      <p:sp>
        <p:nvSpPr>
          <p:cNvPr id="74" name="Textfeld 73">
            <a:extLst>
              <a:ext uri="{FF2B5EF4-FFF2-40B4-BE49-F238E27FC236}">
                <a16:creationId xmlns:a16="http://schemas.microsoft.com/office/drawing/2014/main" id="{6E558280-1633-D20B-74B2-2C6F5B3E764C}"/>
              </a:ext>
            </a:extLst>
          </p:cNvPr>
          <p:cNvSpPr txBox="1"/>
          <p:nvPr/>
        </p:nvSpPr>
        <p:spPr>
          <a:xfrm>
            <a:off x="4051800" y="3961440"/>
            <a:ext cx="118871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10.1.2.1</a:t>
            </a:r>
          </a:p>
        </p:txBody>
      </p:sp>
      <p:sp>
        <p:nvSpPr>
          <p:cNvPr id="75" name="Textfeld 74">
            <a:extLst>
              <a:ext uri="{FF2B5EF4-FFF2-40B4-BE49-F238E27FC236}">
                <a16:creationId xmlns:a16="http://schemas.microsoft.com/office/drawing/2014/main" id="{327AAC26-42F7-FCE9-7D1E-16D72C5F024A}"/>
              </a:ext>
            </a:extLst>
          </p:cNvPr>
          <p:cNvSpPr txBox="1"/>
          <p:nvPr/>
        </p:nvSpPr>
        <p:spPr>
          <a:xfrm>
            <a:off x="1005840" y="161640"/>
            <a:ext cx="5486399" cy="770039"/>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Arquitectura Workaround #1</a:t>
            </a:r>
          </a:p>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(Cluster Multi-Ramal)</a:t>
            </a:r>
          </a:p>
        </p:txBody>
      </p:sp>
      <p:sp>
        <p:nvSpPr>
          <p:cNvPr id="76" name="Freihandform: Form 75">
            <a:extLst>
              <a:ext uri="{FF2B5EF4-FFF2-40B4-BE49-F238E27FC236}">
                <a16:creationId xmlns:a16="http://schemas.microsoft.com/office/drawing/2014/main" id="{8AC29503-06DC-DCBA-31EC-08E113C42DF0}"/>
              </a:ext>
            </a:extLst>
          </p:cNvPr>
          <p:cNvSpPr/>
          <p:nvPr/>
        </p:nvSpPr>
        <p:spPr>
          <a:xfrm>
            <a:off x="1920239" y="4480560"/>
            <a:ext cx="1418760" cy="689399"/>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B8860B"/>
              </a:gs>
              <a:gs pos="100000">
                <a:srgbClr val="4169E1"/>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10.1.2.0/27</a:t>
            </a:r>
          </a:p>
        </p:txBody>
      </p:sp>
      <p:cxnSp>
        <p:nvCxnSpPr>
          <p:cNvPr id="77" name="Gerade Verbindung mit Pfeil 76">
            <a:extLst>
              <a:ext uri="{FF2B5EF4-FFF2-40B4-BE49-F238E27FC236}">
                <a16:creationId xmlns:a16="http://schemas.microsoft.com/office/drawing/2014/main" id="{60955664-2B26-7720-6A76-AACC740AEFAE}"/>
              </a:ext>
            </a:extLst>
          </p:cNvPr>
          <p:cNvCxnSpPr/>
          <p:nvPr/>
        </p:nvCxnSpPr>
        <p:spPr>
          <a:xfrm flipH="1">
            <a:off x="2984040" y="4137840"/>
            <a:ext cx="962280" cy="342720"/>
          </a:xfrm>
          <a:prstGeom prst="straightConnector1">
            <a:avLst/>
          </a:prstGeom>
          <a:noFill/>
          <a:ln w="0">
            <a:solidFill>
              <a:srgbClr val="000000"/>
            </a:solidFill>
            <a:prstDash val="solid"/>
          </a:ln>
        </p:spPr>
      </p:cxnSp>
      <p:sp>
        <p:nvSpPr>
          <p:cNvPr id="78" name="Textfeld 77">
            <a:extLst>
              <a:ext uri="{FF2B5EF4-FFF2-40B4-BE49-F238E27FC236}">
                <a16:creationId xmlns:a16="http://schemas.microsoft.com/office/drawing/2014/main" id="{AEAFD9F3-389B-8ABD-FA16-B13542BBA171}"/>
              </a:ext>
            </a:extLst>
          </p:cNvPr>
          <p:cNvSpPr txBox="1"/>
          <p:nvPr/>
        </p:nvSpPr>
        <p:spPr>
          <a:xfrm>
            <a:off x="2824560" y="3965400"/>
            <a:ext cx="118871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10.1.1.1</a:t>
            </a:r>
          </a:p>
        </p:txBody>
      </p:sp>
      <p:sp>
        <p:nvSpPr>
          <p:cNvPr id="79" name="Textfeld 78">
            <a:extLst>
              <a:ext uri="{FF2B5EF4-FFF2-40B4-BE49-F238E27FC236}">
                <a16:creationId xmlns:a16="http://schemas.microsoft.com/office/drawing/2014/main" id="{1657669D-3181-093B-DCDA-5D74D83086BF}"/>
              </a:ext>
            </a:extLst>
          </p:cNvPr>
          <p:cNvSpPr txBox="1"/>
          <p:nvPr/>
        </p:nvSpPr>
        <p:spPr>
          <a:xfrm>
            <a:off x="2854080" y="5528160"/>
            <a:ext cx="1019519" cy="30204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10.1.1.99</a:t>
            </a:r>
          </a:p>
        </p:txBody>
      </p:sp>
      <p:cxnSp>
        <p:nvCxnSpPr>
          <p:cNvPr id="80" name="Gerade Verbindung mit Pfeil 79">
            <a:extLst>
              <a:ext uri="{FF2B5EF4-FFF2-40B4-BE49-F238E27FC236}">
                <a16:creationId xmlns:a16="http://schemas.microsoft.com/office/drawing/2014/main" id="{7CF30152-DFEC-9684-627F-742B6468E5E5}"/>
              </a:ext>
            </a:extLst>
          </p:cNvPr>
          <p:cNvCxnSpPr/>
          <p:nvPr/>
        </p:nvCxnSpPr>
        <p:spPr>
          <a:xfrm>
            <a:off x="2619720" y="5953680"/>
            <a:ext cx="879120" cy="380880"/>
          </a:xfrm>
          <a:prstGeom prst="straightConnector1">
            <a:avLst/>
          </a:prstGeom>
          <a:noFill/>
          <a:ln w="29160">
            <a:solidFill>
              <a:srgbClr val="000000"/>
            </a:solidFill>
            <a:prstDash val="solid"/>
          </a:ln>
        </p:spPr>
      </p:cxnSp>
      <p:grpSp>
        <p:nvGrpSpPr>
          <p:cNvPr id="81" name="Gruppieren 80">
            <a:extLst>
              <a:ext uri="{FF2B5EF4-FFF2-40B4-BE49-F238E27FC236}">
                <a16:creationId xmlns:a16="http://schemas.microsoft.com/office/drawing/2014/main" id="{92C7816F-54A3-019B-31C0-41FB981EEAB1}"/>
              </a:ext>
            </a:extLst>
          </p:cNvPr>
          <p:cNvGrpSpPr/>
          <p:nvPr/>
        </p:nvGrpSpPr>
        <p:grpSpPr>
          <a:xfrm>
            <a:off x="2377439" y="5492160"/>
            <a:ext cx="548281" cy="461160"/>
            <a:chOff x="2377439" y="5492160"/>
            <a:chExt cx="548281" cy="461160"/>
          </a:xfrm>
        </p:grpSpPr>
        <p:sp>
          <p:nvSpPr>
            <p:cNvPr id="82" name="Freihandform: Form 81">
              <a:extLst>
                <a:ext uri="{FF2B5EF4-FFF2-40B4-BE49-F238E27FC236}">
                  <a16:creationId xmlns:a16="http://schemas.microsoft.com/office/drawing/2014/main" id="{6410AAB6-F00F-BA31-BAC6-CA9221E27125}"/>
                </a:ext>
              </a:extLst>
            </p:cNvPr>
            <p:cNvSpPr/>
            <p:nvPr/>
          </p:nvSpPr>
          <p:spPr>
            <a:xfrm>
              <a:off x="2646720" y="5745960"/>
              <a:ext cx="279000" cy="195840"/>
            </a:xfrm>
            <a:custGeom>
              <a:avLst/>
              <a:gdLst/>
              <a:ahLst/>
              <a:cxnLst>
                <a:cxn ang="3cd4">
                  <a:pos x="hc" y="t"/>
                </a:cxn>
                <a:cxn ang="cd2">
                  <a:pos x="l" y="vc"/>
                </a:cxn>
                <a:cxn ang="cd4">
                  <a:pos x="hc" y="b"/>
                </a:cxn>
                <a:cxn ang="0">
                  <a:pos x="r" y="vc"/>
                </a:cxn>
              </a:cxnLst>
              <a:rect l="l" t="t" r="r" b="b"/>
              <a:pathLst>
                <a:path w="776" h="545">
                  <a:moveTo>
                    <a:pt x="0" y="545"/>
                  </a:moveTo>
                  <a:cubicBezTo>
                    <a:pt x="199" y="545"/>
                    <a:pt x="711" y="288"/>
                    <a:pt x="762" y="192"/>
                  </a:cubicBezTo>
                  <a:cubicBezTo>
                    <a:pt x="813" y="96"/>
                    <a:pt x="711" y="0"/>
                    <a:pt x="661" y="0"/>
                  </a:cubicBezTo>
                  <a:cubicBezTo>
                    <a:pt x="661" y="137"/>
                    <a:pt x="0" y="316"/>
                    <a:pt x="0" y="545"/>
                  </a:cubicBezTo>
                  <a:close/>
                </a:path>
              </a:pathLst>
            </a:custGeom>
            <a:solidFill>
              <a:srgbClr val="DDDDDD"/>
            </a:solidFill>
            <a:ln w="14400">
              <a:solidFill>
                <a:srgbClr val="DDDDDD"/>
              </a:solidFill>
              <a:prstDash val="solid"/>
              <a:round/>
            </a:ln>
          </p:spPr>
          <p:txBody>
            <a:bodyPr wrap="squar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83" name="Gruppieren 82">
              <a:extLst>
                <a:ext uri="{FF2B5EF4-FFF2-40B4-BE49-F238E27FC236}">
                  <a16:creationId xmlns:a16="http://schemas.microsoft.com/office/drawing/2014/main" id="{A4765124-13D9-50E8-4008-812846D09C64}"/>
                </a:ext>
              </a:extLst>
            </p:cNvPr>
            <p:cNvGrpSpPr/>
            <p:nvPr/>
          </p:nvGrpSpPr>
          <p:grpSpPr>
            <a:xfrm>
              <a:off x="2377439" y="5492160"/>
              <a:ext cx="511561" cy="461160"/>
              <a:chOff x="2377439" y="5492160"/>
              <a:chExt cx="511561" cy="461160"/>
            </a:xfrm>
          </p:grpSpPr>
          <p:sp>
            <p:nvSpPr>
              <p:cNvPr id="84" name="Freihandform: Form 83">
                <a:extLst>
                  <a:ext uri="{FF2B5EF4-FFF2-40B4-BE49-F238E27FC236}">
                    <a16:creationId xmlns:a16="http://schemas.microsoft.com/office/drawing/2014/main" id="{8EB6D50B-10D2-A3E1-19CA-14F904641600}"/>
                  </a:ext>
                </a:extLst>
              </p:cNvPr>
              <p:cNvSpPr/>
              <p:nvPr/>
            </p:nvSpPr>
            <p:spPr>
              <a:xfrm>
                <a:off x="2377439" y="5653800"/>
                <a:ext cx="255600" cy="299520"/>
              </a:xfrm>
              <a:custGeom>
                <a:avLst/>
                <a:gdLst/>
                <a:ahLst/>
                <a:cxnLst>
                  <a:cxn ang="3cd4">
                    <a:pos x="hc" y="t"/>
                  </a:cxn>
                  <a:cxn ang="cd2">
                    <a:pos x="l" y="vc"/>
                  </a:cxn>
                  <a:cxn ang="cd4">
                    <a:pos x="hc" y="b"/>
                  </a:cxn>
                  <a:cxn ang="0">
                    <a:pos x="r" y="vc"/>
                  </a:cxn>
                </a:cxnLst>
                <a:rect l="l" t="t" r="r" b="b"/>
                <a:pathLst>
                  <a:path w="711" h="833">
                    <a:moveTo>
                      <a:pt x="0" y="385"/>
                    </a:moveTo>
                    <a:lnTo>
                      <a:pt x="0" y="0"/>
                    </a:lnTo>
                    <a:lnTo>
                      <a:pt x="711" y="449"/>
                    </a:lnTo>
                    <a:lnTo>
                      <a:pt x="711" y="833"/>
                    </a:lnTo>
                    <a:close/>
                  </a:path>
                </a:pathLst>
              </a:custGeom>
              <a:gradFill>
                <a:gsLst>
                  <a:gs pos="0">
                    <a:srgbClr val="0073BC"/>
                  </a:gs>
                  <a:gs pos="100000">
                    <a:srgbClr val="7FB9DD"/>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5" name="Freihandform: Form 84">
                <a:extLst>
                  <a:ext uri="{FF2B5EF4-FFF2-40B4-BE49-F238E27FC236}">
                    <a16:creationId xmlns:a16="http://schemas.microsoft.com/office/drawing/2014/main" id="{A058FD22-0E3B-807C-3C0C-B5A5B15B19AC}"/>
                  </a:ext>
                </a:extLst>
              </p:cNvPr>
              <p:cNvSpPr/>
              <p:nvPr/>
            </p:nvSpPr>
            <p:spPr>
              <a:xfrm>
                <a:off x="2633400" y="5653800"/>
                <a:ext cx="255600" cy="299520"/>
              </a:xfrm>
              <a:custGeom>
                <a:avLst/>
                <a:gdLst/>
                <a:ahLst/>
                <a:cxnLst>
                  <a:cxn ang="3cd4">
                    <a:pos x="hc" y="t"/>
                  </a:cxn>
                  <a:cxn ang="cd2">
                    <a:pos x="l" y="vc"/>
                  </a:cxn>
                  <a:cxn ang="cd4">
                    <a:pos x="hc" y="b"/>
                  </a:cxn>
                  <a:cxn ang="0">
                    <a:pos x="r" y="vc"/>
                  </a:cxn>
                </a:cxnLst>
                <a:rect l="l" t="t" r="r" b="b"/>
                <a:pathLst>
                  <a:path w="711" h="833">
                    <a:moveTo>
                      <a:pt x="0" y="833"/>
                    </a:moveTo>
                    <a:lnTo>
                      <a:pt x="0" y="449"/>
                    </a:lnTo>
                    <a:lnTo>
                      <a:pt x="711" y="0"/>
                    </a:lnTo>
                    <a:lnTo>
                      <a:pt x="711" y="385"/>
                    </a:lnTo>
                    <a:close/>
                  </a:path>
                </a:pathLst>
              </a:custGeom>
              <a:gradFill>
                <a:gsLst>
                  <a:gs pos="0">
                    <a:srgbClr val="7FB9DD"/>
                  </a:gs>
                  <a:gs pos="100000">
                    <a:srgbClr val="0073BC"/>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6" name="Freihandform: Form 85">
                <a:extLst>
                  <a:ext uri="{FF2B5EF4-FFF2-40B4-BE49-F238E27FC236}">
                    <a16:creationId xmlns:a16="http://schemas.microsoft.com/office/drawing/2014/main" id="{2EAF2F2C-869B-AA24-BF52-41D4E533EF01}"/>
                  </a:ext>
                </a:extLst>
              </p:cNvPr>
              <p:cNvSpPr/>
              <p:nvPr/>
            </p:nvSpPr>
            <p:spPr>
              <a:xfrm>
                <a:off x="2377439" y="5492160"/>
                <a:ext cx="511559" cy="322560"/>
              </a:xfrm>
              <a:custGeom>
                <a:avLst/>
                <a:gdLst/>
                <a:ahLst/>
                <a:cxnLst>
                  <a:cxn ang="3cd4">
                    <a:pos x="hc" y="t"/>
                  </a:cxn>
                  <a:cxn ang="cd2">
                    <a:pos x="l" y="vc"/>
                  </a:cxn>
                  <a:cxn ang="cd4">
                    <a:pos x="hc" y="b"/>
                  </a:cxn>
                  <a:cxn ang="0">
                    <a:pos x="r" y="vc"/>
                  </a:cxn>
                </a:cxnLst>
                <a:rect l="l" t="t" r="r" b="b"/>
                <a:pathLst>
                  <a:path w="1422" h="897">
                    <a:moveTo>
                      <a:pt x="711" y="897"/>
                    </a:moveTo>
                    <a:lnTo>
                      <a:pt x="0" y="449"/>
                    </a:lnTo>
                    <a:lnTo>
                      <a:pt x="711" y="0"/>
                    </a:lnTo>
                    <a:lnTo>
                      <a:pt x="1422" y="449"/>
                    </a:lnTo>
                    <a:close/>
                  </a:path>
                </a:pathLst>
              </a:custGeom>
              <a:gradFill>
                <a:gsLst>
                  <a:gs pos="0">
                    <a:srgbClr val="0073BC"/>
                  </a:gs>
                  <a:gs pos="100000">
                    <a:srgbClr val="7FB9DD"/>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7" name="Freihandform: Form 86">
                <a:extLst>
                  <a:ext uri="{FF2B5EF4-FFF2-40B4-BE49-F238E27FC236}">
                    <a16:creationId xmlns:a16="http://schemas.microsoft.com/office/drawing/2014/main" id="{CDD55300-C088-E199-E6C4-07C4269C8FD5}"/>
                  </a:ext>
                </a:extLst>
              </p:cNvPr>
              <p:cNvSpPr/>
              <p:nvPr/>
            </p:nvSpPr>
            <p:spPr>
              <a:xfrm>
                <a:off x="2377439" y="5492160"/>
                <a:ext cx="511559" cy="461159"/>
              </a:xfrm>
              <a:custGeom>
                <a:avLst/>
                <a:gdLst/>
                <a:ahLst/>
                <a:cxnLst>
                  <a:cxn ang="3cd4">
                    <a:pos x="hc" y="t"/>
                  </a:cxn>
                  <a:cxn ang="cd2">
                    <a:pos x="l" y="vc"/>
                  </a:cxn>
                  <a:cxn ang="cd4">
                    <a:pos x="hc" y="b"/>
                  </a:cxn>
                  <a:cxn ang="0">
                    <a:pos x="r" y="vc"/>
                  </a:cxn>
                </a:cxnLst>
                <a:rect l="l" t="t" r="r" b="b"/>
                <a:pathLst>
                  <a:path w="1422" h="1282">
                    <a:moveTo>
                      <a:pt x="0" y="833"/>
                    </a:moveTo>
                    <a:lnTo>
                      <a:pt x="0" y="449"/>
                    </a:lnTo>
                    <a:lnTo>
                      <a:pt x="711" y="0"/>
                    </a:lnTo>
                    <a:lnTo>
                      <a:pt x="1422" y="449"/>
                    </a:lnTo>
                    <a:lnTo>
                      <a:pt x="1422" y="833"/>
                    </a:lnTo>
                    <a:lnTo>
                      <a:pt x="711" y="1282"/>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8" name="Freihandform: Form 87">
                <a:extLst>
                  <a:ext uri="{FF2B5EF4-FFF2-40B4-BE49-F238E27FC236}">
                    <a16:creationId xmlns:a16="http://schemas.microsoft.com/office/drawing/2014/main" id="{8972D4B5-2468-B935-8664-54689121912E}"/>
                  </a:ext>
                </a:extLst>
              </p:cNvPr>
              <p:cNvSpPr/>
              <p:nvPr/>
            </p:nvSpPr>
            <p:spPr>
              <a:xfrm>
                <a:off x="2487240" y="5607720"/>
                <a:ext cx="164160" cy="80280"/>
              </a:xfrm>
              <a:custGeom>
                <a:avLst/>
                <a:gdLst/>
                <a:ahLst/>
                <a:cxnLst>
                  <a:cxn ang="3cd4">
                    <a:pos x="hc" y="t"/>
                  </a:cxn>
                  <a:cxn ang="cd2">
                    <a:pos x="l" y="vc"/>
                  </a:cxn>
                  <a:cxn ang="cd4">
                    <a:pos x="hc" y="b"/>
                  </a:cxn>
                  <a:cxn ang="0">
                    <a:pos x="r" y="vc"/>
                  </a:cxn>
                </a:cxnLst>
                <a:rect l="l" t="t" r="r" b="b"/>
                <a:pathLst>
                  <a:path w="457" h="224">
                    <a:moveTo>
                      <a:pt x="152" y="0"/>
                    </a:moveTo>
                    <a:lnTo>
                      <a:pt x="102" y="32"/>
                    </a:lnTo>
                    <a:lnTo>
                      <a:pt x="305" y="160"/>
                    </a:lnTo>
                    <a:lnTo>
                      <a:pt x="457" y="192"/>
                    </a:lnTo>
                    <a:lnTo>
                      <a:pt x="406" y="224"/>
                    </a:lnTo>
                    <a:lnTo>
                      <a:pt x="254" y="192"/>
                    </a:lnTo>
                    <a:lnTo>
                      <a:pt x="51" y="64"/>
                    </a:lnTo>
                    <a:lnTo>
                      <a:pt x="0" y="96"/>
                    </a:lnTo>
                    <a:lnTo>
                      <a:pt x="0"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9" name="Freihandform: Form 88">
                <a:extLst>
                  <a:ext uri="{FF2B5EF4-FFF2-40B4-BE49-F238E27FC236}">
                    <a16:creationId xmlns:a16="http://schemas.microsoft.com/office/drawing/2014/main" id="{924650B1-2AB0-D985-4745-6D76349F090D}"/>
                  </a:ext>
                </a:extLst>
              </p:cNvPr>
              <p:cNvSpPr/>
              <p:nvPr/>
            </p:nvSpPr>
            <p:spPr>
              <a:xfrm>
                <a:off x="2615039" y="5619240"/>
                <a:ext cx="164160" cy="80280"/>
              </a:xfrm>
              <a:custGeom>
                <a:avLst/>
                <a:gdLst/>
                <a:ahLst/>
                <a:cxnLst>
                  <a:cxn ang="3cd4">
                    <a:pos x="hc" y="t"/>
                  </a:cxn>
                  <a:cxn ang="cd2">
                    <a:pos x="l" y="vc"/>
                  </a:cxn>
                  <a:cxn ang="cd4">
                    <a:pos x="hc" y="b"/>
                  </a:cxn>
                  <a:cxn ang="0">
                    <a:pos x="r" y="vc"/>
                  </a:cxn>
                </a:cxnLst>
                <a:rect l="l" t="t" r="r" b="b"/>
                <a:pathLst>
                  <a:path w="457" h="224">
                    <a:moveTo>
                      <a:pt x="407" y="160"/>
                    </a:moveTo>
                    <a:lnTo>
                      <a:pt x="457" y="128"/>
                    </a:lnTo>
                    <a:lnTo>
                      <a:pt x="457" y="224"/>
                    </a:lnTo>
                    <a:lnTo>
                      <a:pt x="305" y="224"/>
                    </a:lnTo>
                    <a:lnTo>
                      <a:pt x="356" y="192"/>
                    </a:lnTo>
                    <a:lnTo>
                      <a:pt x="153" y="64"/>
                    </a:lnTo>
                    <a:lnTo>
                      <a:pt x="0" y="32"/>
                    </a:lnTo>
                    <a:lnTo>
                      <a:pt x="51" y="0"/>
                    </a:lnTo>
                    <a:lnTo>
                      <a:pt x="204" y="3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0" name="Freihandform: Form 89">
                <a:extLst>
                  <a:ext uri="{FF2B5EF4-FFF2-40B4-BE49-F238E27FC236}">
                    <a16:creationId xmlns:a16="http://schemas.microsoft.com/office/drawing/2014/main" id="{5775690B-0BDF-A555-85C5-CB51BB233E02}"/>
                  </a:ext>
                </a:extLst>
              </p:cNvPr>
              <p:cNvSpPr/>
              <p:nvPr/>
            </p:nvSpPr>
            <p:spPr>
              <a:xfrm>
                <a:off x="2560319" y="5642280"/>
                <a:ext cx="127440" cy="103320"/>
              </a:xfrm>
              <a:custGeom>
                <a:avLst/>
                <a:gdLst/>
                <a:ahLst/>
                <a:cxnLst>
                  <a:cxn ang="3cd4">
                    <a:pos x="hc" y="t"/>
                  </a:cxn>
                  <a:cxn ang="cd2">
                    <a:pos x="l" y="vc"/>
                  </a:cxn>
                  <a:cxn ang="cd4">
                    <a:pos x="hc" y="b"/>
                  </a:cxn>
                  <a:cxn ang="0">
                    <a:pos x="r" y="vc"/>
                  </a:cxn>
                </a:cxnLst>
                <a:rect l="l" t="t" r="r" b="b"/>
                <a:pathLst>
                  <a:path w="355" h="288">
                    <a:moveTo>
                      <a:pt x="51" y="224"/>
                    </a:moveTo>
                    <a:lnTo>
                      <a:pt x="254" y="96"/>
                    </a:lnTo>
                    <a:lnTo>
                      <a:pt x="305" y="0"/>
                    </a:lnTo>
                    <a:lnTo>
                      <a:pt x="355" y="32"/>
                    </a:lnTo>
                    <a:lnTo>
                      <a:pt x="305" y="128"/>
                    </a:lnTo>
                    <a:lnTo>
                      <a:pt x="101" y="256"/>
                    </a:lnTo>
                    <a:lnTo>
                      <a:pt x="152" y="288"/>
                    </a:lnTo>
                    <a:lnTo>
                      <a:pt x="0" y="288"/>
                    </a:lnTo>
                    <a:lnTo>
                      <a:pt x="0" y="19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1" name="Freihandform: Form 90">
                <a:extLst>
                  <a:ext uri="{FF2B5EF4-FFF2-40B4-BE49-F238E27FC236}">
                    <a16:creationId xmlns:a16="http://schemas.microsoft.com/office/drawing/2014/main" id="{8089177C-50D4-6F0C-81FA-DA63680FACEC}"/>
                  </a:ext>
                </a:extLst>
              </p:cNvPr>
              <p:cNvSpPr/>
              <p:nvPr/>
            </p:nvSpPr>
            <p:spPr>
              <a:xfrm>
                <a:off x="2578680" y="5561279"/>
                <a:ext cx="127440" cy="103320"/>
              </a:xfrm>
              <a:custGeom>
                <a:avLst/>
                <a:gdLst/>
                <a:ahLst/>
                <a:cxnLst>
                  <a:cxn ang="3cd4">
                    <a:pos x="hc" y="t"/>
                  </a:cxn>
                  <a:cxn ang="cd2">
                    <a:pos x="l" y="vc"/>
                  </a:cxn>
                  <a:cxn ang="cd4">
                    <a:pos x="hc" y="b"/>
                  </a:cxn>
                  <a:cxn ang="0">
                    <a:pos x="r" y="vc"/>
                  </a:cxn>
                </a:cxnLst>
                <a:rect l="l" t="t" r="r" b="b"/>
                <a:pathLst>
                  <a:path w="355" h="288">
                    <a:moveTo>
                      <a:pt x="253" y="32"/>
                    </a:moveTo>
                    <a:lnTo>
                      <a:pt x="203" y="0"/>
                    </a:lnTo>
                    <a:lnTo>
                      <a:pt x="355" y="0"/>
                    </a:lnTo>
                    <a:lnTo>
                      <a:pt x="355" y="96"/>
                    </a:lnTo>
                    <a:lnTo>
                      <a:pt x="305" y="64"/>
                    </a:lnTo>
                    <a:lnTo>
                      <a:pt x="101" y="192"/>
                    </a:lnTo>
                    <a:lnTo>
                      <a:pt x="51" y="288"/>
                    </a:lnTo>
                    <a:lnTo>
                      <a:pt x="0" y="256"/>
                    </a:lnTo>
                    <a:lnTo>
                      <a:pt x="51" y="16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cxnSp>
        <p:nvCxnSpPr>
          <p:cNvPr id="92" name="Gerade Verbindung mit Pfeil 91">
            <a:extLst>
              <a:ext uri="{FF2B5EF4-FFF2-40B4-BE49-F238E27FC236}">
                <a16:creationId xmlns:a16="http://schemas.microsoft.com/office/drawing/2014/main" id="{68F51ABD-4BA4-84B0-EA1B-10018AA002B3}"/>
              </a:ext>
            </a:extLst>
          </p:cNvPr>
          <p:cNvCxnSpPr/>
          <p:nvPr/>
        </p:nvCxnSpPr>
        <p:spPr>
          <a:xfrm>
            <a:off x="2558519" y="5169600"/>
            <a:ext cx="61201" cy="322560"/>
          </a:xfrm>
          <a:prstGeom prst="straightConnector1">
            <a:avLst/>
          </a:prstGeom>
          <a:noFill/>
          <a:ln w="0">
            <a:solidFill>
              <a:srgbClr val="000000"/>
            </a:solidFill>
            <a:prstDash val="solid"/>
          </a:ln>
        </p:spPr>
      </p:cxnSp>
      <p:cxnSp>
        <p:nvCxnSpPr>
          <p:cNvPr id="93" name="Gerade Verbindung mit Pfeil 92">
            <a:extLst>
              <a:ext uri="{FF2B5EF4-FFF2-40B4-BE49-F238E27FC236}">
                <a16:creationId xmlns:a16="http://schemas.microsoft.com/office/drawing/2014/main" id="{3CFD1303-9436-0251-34DC-63D664594881}"/>
              </a:ext>
            </a:extLst>
          </p:cNvPr>
          <p:cNvCxnSpPr/>
          <p:nvPr/>
        </p:nvCxnSpPr>
        <p:spPr>
          <a:xfrm flipH="1">
            <a:off x="5546160" y="5032800"/>
            <a:ext cx="57960" cy="545400"/>
          </a:xfrm>
          <a:prstGeom prst="straightConnector1">
            <a:avLst/>
          </a:prstGeom>
          <a:noFill/>
          <a:ln w="0">
            <a:solidFill>
              <a:srgbClr val="000000"/>
            </a:solidFill>
            <a:prstDash val="solid"/>
          </a:ln>
        </p:spPr>
      </p:cxnSp>
      <p:cxnSp>
        <p:nvCxnSpPr>
          <p:cNvPr id="94" name="Gerade Verbindung mit Pfeil 93">
            <a:extLst>
              <a:ext uri="{FF2B5EF4-FFF2-40B4-BE49-F238E27FC236}">
                <a16:creationId xmlns:a16="http://schemas.microsoft.com/office/drawing/2014/main" id="{C53B07D4-A5C1-AF8A-0958-45FE9AD0CD40}"/>
              </a:ext>
            </a:extLst>
          </p:cNvPr>
          <p:cNvCxnSpPr/>
          <p:nvPr/>
        </p:nvCxnSpPr>
        <p:spPr>
          <a:xfrm>
            <a:off x="2619720" y="5953680"/>
            <a:ext cx="2068920" cy="378720"/>
          </a:xfrm>
          <a:prstGeom prst="straightConnector1">
            <a:avLst/>
          </a:prstGeom>
          <a:noFill/>
          <a:ln w="29160">
            <a:solidFill>
              <a:srgbClr val="000000"/>
            </a:solidFill>
            <a:custDash>
              <a:ds d="197000" sp="197000"/>
            </a:custDash>
          </a:ln>
        </p:spPr>
      </p:cxnSp>
      <p:grpSp>
        <p:nvGrpSpPr>
          <p:cNvPr id="95" name="Gruppieren 94">
            <a:extLst>
              <a:ext uri="{FF2B5EF4-FFF2-40B4-BE49-F238E27FC236}">
                <a16:creationId xmlns:a16="http://schemas.microsoft.com/office/drawing/2014/main" id="{3E93F043-E9B5-9562-4971-C1A36BB56837}"/>
              </a:ext>
            </a:extLst>
          </p:cNvPr>
          <p:cNvGrpSpPr/>
          <p:nvPr/>
        </p:nvGrpSpPr>
        <p:grpSpPr>
          <a:xfrm>
            <a:off x="3664440" y="2199960"/>
            <a:ext cx="512280" cy="523440"/>
            <a:chOff x="3664440" y="2199960"/>
            <a:chExt cx="512280" cy="523440"/>
          </a:xfrm>
        </p:grpSpPr>
        <p:sp>
          <p:nvSpPr>
            <p:cNvPr id="96" name="Freihandform: Form 95">
              <a:extLst>
                <a:ext uri="{FF2B5EF4-FFF2-40B4-BE49-F238E27FC236}">
                  <a16:creationId xmlns:a16="http://schemas.microsoft.com/office/drawing/2014/main" id="{7E238878-D81D-3D32-893A-46CCDC3CDA05}"/>
                </a:ext>
              </a:extLst>
            </p:cNvPr>
            <p:cNvSpPr/>
            <p:nvPr/>
          </p:nvSpPr>
          <p:spPr>
            <a:xfrm>
              <a:off x="3992400" y="2505240"/>
              <a:ext cx="184320" cy="203400"/>
            </a:xfrm>
            <a:custGeom>
              <a:avLst/>
              <a:gdLst/>
              <a:ahLst/>
              <a:cxnLst>
                <a:cxn ang="3cd4">
                  <a:pos x="hc" y="t"/>
                </a:cxn>
                <a:cxn ang="cd2">
                  <a:pos x="l" y="vc"/>
                </a:cxn>
                <a:cxn ang="cd4">
                  <a:pos x="hc" y="b"/>
                </a:cxn>
                <a:cxn ang="0">
                  <a:pos x="r" y="vc"/>
                </a:cxn>
              </a:cxnLst>
              <a:rect l="l" t="t" r="r" b="b"/>
              <a:pathLst>
                <a:path w="513" h="566">
                  <a:moveTo>
                    <a:pt x="0" y="566"/>
                  </a:moveTo>
                  <a:cubicBezTo>
                    <a:pt x="223" y="566"/>
                    <a:pt x="513" y="404"/>
                    <a:pt x="513" y="242"/>
                  </a:cubicBezTo>
                  <a:cubicBezTo>
                    <a:pt x="513" y="81"/>
                    <a:pt x="504" y="0"/>
                    <a:pt x="342" y="0"/>
                  </a:cubicBezTo>
                  <a:cubicBezTo>
                    <a:pt x="342" y="173"/>
                    <a:pt x="0" y="334"/>
                    <a:pt x="0" y="566"/>
                  </a:cubicBezTo>
                  <a:close/>
                </a:path>
              </a:pathLst>
            </a:custGeom>
            <a:solidFill>
              <a:srgbClr val="DDDDDD"/>
            </a:solidFill>
            <a:ln w="14400">
              <a:solidFill>
                <a:srgbClr val="DDDDDD"/>
              </a:solidFill>
              <a:prstDash val="solid"/>
              <a:round/>
            </a:ln>
          </p:spPr>
          <p:txBody>
            <a:bodyPr wrap="squar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7" name="Freihandform: Form 96">
              <a:extLst>
                <a:ext uri="{FF2B5EF4-FFF2-40B4-BE49-F238E27FC236}">
                  <a16:creationId xmlns:a16="http://schemas.microsoft.com/office/drawing/2014/main" id="{3E2566F9-6345-F4BE-B9E9-1A36DFC071CB}"/>
                </a:ext>
              </a:extLst>
            </p:cNvPr>
            <p:cNvSpPr/>
            <p:nvPr/>
          </p:nvSpPr>
          <p:spPr>
            <a:xfrm>
              <a:off x="3664440" y="2374560"/>
              <a:ext cx="450720" cy="348840"/>
            </a:xfrm>
            <a:custGeom>
              <a:avLst/>
              <a:gdLst/>
              <a:ahLst/>
              <a:cxnLst>
                <a:cxn ang="3cd4">
                  <a:pos x="hc" y="t"/>
                </a:cxn>
                <a:cxn ang="cd2">
                  <a:pos x="l" y="vc"/>
                </a:cxn>
                <a:cxn ang="cd4">
                  <a:pos x="hc" y="b"/>
                </a:cxn>
                <a:cxn ang="0">
                  <a:pos x="r" y="vc"/>
                </a:cxn>
              </a:cxnLst>
              <a:rect l="l" t="t" r="r" b="b"/>
              <a:pathLst>
                <a:path w="1253" h="970">
                  <a:moveTo>
                    <a:pt x="1253" y="0"/>
                  </a:moveTo>
                  <a:cubicBezTo>
                    <a:pt x="1253" y="0"/>
                    <a:pt x="1253" y="647"/>
                    <a:pt x="1253" y="485"/>
                  </a:cubicBezTo>
                  <a:cubicBezTo>
                    <a:pt x="1253" y="768"/>
                    <a:pt x="982" y="970"/>
                    <a:pt x="627" y="970"/>
                  </a:cubicBezTo>
                  <a:cubicBezTo>
                    <a:pt x="272" y="970"/>
                    <a:pt x="0" y="768"/>
                    <a:pt x="0" y="485"/>
                  </a:cubicBezTo>
                  <a:cubicBezTo>
                    <a:pt x="0" y="485"/>
                    <a:pt x="0" y="283"/>
                    <a:pt x="0" y="0"/>
                  </a:cubicBezTo>
                  <a:cubicBezTo>
                    <a:pt x="0" y="283"/>
                    <a:pt x="285" y="485"/>
                    <a:pt x="627" y="485"/>
                  </a:cubicBezTo>
                  <a:cubicBezTo>
                    <a:pt x="969" y="485"/>
                    <a:pt x="1253" y="283"/>
                    <a:pt x="1253" y="0"/>
                  </a:cubicBezTo>
                  <a:close/>
                </a:path>
              </a:pathLst>
            </a:custGeom>
            <a:gradFill>
              <a:gsLst>
                <a:gs pos="0">
                  <a:srgbClr val="0073BC"/>
                </a:gs>
                <a:gs pos="50000">
                  <a:srgbClr val="7FB9DD"/>
                </a:gs>
                <a:gs pos="100000">
                  <a:srgbClr val="0073BC"/>
                </a:gs>
              </a:gsLst>
              <a:lin ang="0"/>
            </a:gra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8" name="Freihandform: Form 97">
              <a:extLst>
                <a:ext uri="{FF2B5EF4-FFF2-40B4-BE49-F238E27FC236}">
                  <a16:creationId xmlns:a16="http://schemas.microsoft.com/office/drawing/2014/main" id="{82F10187-35B9-144A-2DF1-DA6527E759DF}"/>
                </a:ext>
              </a:extLst>
            </p:cNvPr>
            <p:cNvSpPr/>
            <p:nvPr/>
          </p:nvSpPr>
          <p:spPr>
            <a:xfrm>
              <a:off x="3664440" y="2199960"/>
              <a:ext cx="450720" cy="348480"/>
            </a:xfrm>
            <a:custGeom>
              <a:avLst/>
              <a:gdLst/>
              <a:ahLst/>
              <a:cxnLst>
                <a:cxn ang="3cd4">
                  <a:pos x="hc" y="t"/>
                </a:cxn>
                <a:cxn ang="cd2">
                  <a:pos x="l" y="vc"/>
                </a:cxn>
                <a:cxn ang="cd4">
                  <a:pos x="hc" y="b"/>
                </a:cxn>
                <a:cxn ang="0">
                  <a:pos x="r" y="vc"/>
                </a:cxn>
              </a:cxnLst>
              <a:rect l="l" t="t" r="r" b="b"/>
              <a:pathLst>
                <a:path w="1253" h="969">
                  <a:moveTo>
                    <a:pt x="626" y="0"/>
                  </a:moveTo>
                  <a:cubicBezTo>
                    <a:pt x="981" y="0"/>
                    <a:pt x="1253" y="210"/>
                    <a:pt x="1253" y="484"/>
                  </a:cubicBezTo>
                  <a:cubicBezTo>
                    <a:pt x="1253" y="759"/>
                    <a:pt x="981" y="969"/>
                    <a:pt x="626" y="969"/>
                  </a:cubicBezTo>
                  <a:cubicBezTo>
                    <a:pt x="271" y="969"/>
                    <a:pt x="0" y="759"/>
                    <a:pt x="0" y="484"/>
                  </a:cubicBezTo>
                  <a:cubicBezTo>
                    <a:pt x="0" y="210"/>
                    <a:pt x="271" y="0"/>
                    <a:pt x="626" y="0"/>
                  </a:cubicBezTo>
                  <a:close/>
                </a:path>
              </a:pathLst>
            </a:custGeom>
            <a:gradFill>
              <a:gsLst>
                <a:gs pos="0">
                  <a:srgbClr val="0073BC"/>
                </a:gs>
                <a:gs pos="100000">
                  <a:srgbClr val="7FB9DD"/>
                </a:gs>
              </a:gsLst>
              <a:lin ang="5400000"/>
            </a:gra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9" name="Freihandform: Form 98">
              <a:extLst>
                <a:ext uri="{FF2B5EF4-FFF2-40B4-BE49-F238E27FC236}">
                  <a16:creationId xmlns:a16="http://schemas.microsoft.com/office/drawing/2014/main" id="{8BBB8F27-D53D-18ED-AFE7-797000465723}"/>
                </a:ext>
              </a:extLst>
            </p:cNvPr>
            <p:cNvSpPr/>
            <p:nvPr/>
          </p:nvSpPr>
          <p:spPr>
            <a:xfrm>
              <a:off x="3910680" y="2388960"/>
              <a:ext cx="122760" cy="86760"/>
            </a:xfrm>
            <a:custGeom>
              <a:avLst/>
              <a:gdLst/>
              <a:ahLst/>
              <a:cxnLst>
                <a:cxn ang="3cd4">
                  <a:pos x="hc" y="t"/>
                </a:cxn>
                <a:cxn ang="cd2">
                  <a:pos x="l" y="vc"/>
                </a:cxn>
                <a:cxn ang="cd4">
                  <a:pos x="hc" y="b"/>
                </a:cxn>
                <a:cxn ang="0">
                  <a:pos x="r" y="vc"/>
                </a:cxn>
              </a:cxnLst>
              <a:rect l="l" t="t" r="r" b="b"/>
              <a:pathLst>
                <a:path w="342" h="242">
                  <a:moveTo>
                    <a:pt x="171" y="0"/>
                  </a:moveTo>
                  <a:lnTo>
                    <a:pt x="114" y="40"/>
                  </a:lnTo>
                  <a:lnTo>
                    <a:pt x="342" y="202"/>
                  </a:lnTo>
                  <a:lnTo>
                    <a:pt x="285" y="242"/>
                  </a:lnTo>
                  <a:lnTo>
                    <a:pt x="57" y="81"/>
                  </a:lnTo>
                  <a:lnTo>
                    <a:pt x="0" y="121"/>
                  </a:lnTo>
                  <a:lnTo>
                    <a:pt x="0"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0" name="Freihandform: Form 99">
              <a:extLst>
                <a:ext uri="{FF2B5EF4-FFF2-40B4-BE49-F238E27FC236}">
                  <a16:creationId xmlns:a16="http://schemas.microsoft.com/office/drawing/2014/main" id="{E6212DC0-C343-6826-CDB0-E1495B748903}"/>
                </a:ext>
              </a:extLst>
            </p:cNvPr>
            <p:cNvSpPr/>
            <p:nvPr/>
          </p:nvSpPr>
          <p:spPr>
            <a:xfrm>
              <a:off x="3746520" y="2272680"/>
              <a:ext cx="122760" cy="86760"/>
            </a:xfrm>
            <a:custGeom>
              <a:avLst/>
              <a:gdLst/>
              <a:ahLst/>
              <a:cxnLst>
                <a:cxn ang="3cd4">
                  <a:pos x="hc" y="t"/>
                </a:cxn>
                <a:cxn ang="cd2">
                  <a:pos x="l" y="vc"/>
                </a:cxn>
                <a:cxn ang="cd4">
                  <a:pos x="hc" y="b"/>
                </a:cxn>
                <a:cxn ang="0">
                  <a:pos x="r" y="vc"/>
                </a:cxn>
              </a:cxnLst>
              <a:rect l="l" t="t" r="r" b="b"/>
              <a:pathLst>
                <a:path w="342" h="242">
                  <a:moveTo>
                    <a:pt x="285" y="162"/>
                  </a:moveTo>
                  <a:lnTo>
                    <a:pt x="342" y="121"/>
                  </a:lnTo>
                  <a:lnTo>
                    <a:pt x="342" y="242"/>
                  </a:lnTo>
                  <a:lnTo>
                    <a:pt x="171" y="242"/>
                  </a:lnTo>
                  <a:lnTo>
                    <a:pt x="227" y="202"/>
                  </a:lnTo>
                  <a:lnTo>
                    <a:pt x="0" y="40"/>
                  </a:lnTo>
                  <a:lnTo>
                    <a:pt x="57"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1" name="Freihandform: Form 100">
              <a:extLst>
                <a:ext uri="{FF2B5EF4-FFF2-40B4-BE49-F238E27FC236}">
                  <a16:creationId xmlns:a16="http://schemas.microsoft.com/office/drawing/2014/main" id="{BBD40B89-F4EF-7D4D-80E5-3375A3D0E362}"/>
                </a:ext>
              </a:extLst>
            </p:cNvPr>
            <p:cNvSpPr/>
            <p:nvPr/>
          </p:nvSpPr>
          <p:spPr>
            <a:xfrm>
              <a:off x="3746520" y="2388960"/>
              <a:ext cx="122760" cy="86760"/>
            </a:xfrm>
            <a:custGeom>
              <a:avLst/>
              <a:gdLst/>
              <a:ahLst/>
              <a:cxnLst>
                <a:cxn ang="3cd4">
                  <a:pos x="hc" y="t"/>
                </a:cxn>
                <a:cxn ang="cd2">
                  <a:pos x="l" y="vc"/>
                </a:cxn>
                <a:cxn ang="cd4">
                  <a:pos x="hc" y="b"/>
                </a:cxn>
                <a:cxn ang="0">
                  <a:pos x="r" y="vc"/>
                </a:cxn>
              </a:cxnLst>
              <a:rect l="l" t="t" r="r" b="b"/>
              <a:pathLst>
                <a:path w="342" h="242">
                  <a:moveTo>
                    <a:pt x="57" y="162"/>
                  </a:moveTo>
                  <a:lnTo>
                    <a:pt x="285" y="0"/>
                  </a:lnTo>
                  <a:lnTo>
                    <a:pt x="342" y="40"/>
                  </a:lnTo>
                  <a:lnTo>
                    <a:pt x="114" y="202"/>
                  </a:lnTo>
                  <a:lnTo>
                    <a:pt x="171" y="242"/>
                  </a:lnTo>
                  <a:lnTo>
                    <a:pt x="0" y="242"/>
                  </a:lnTo>
                  <a:lnTo>
                    <a:pt x="0" y="121"/>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2" name="Freihandform: Form 101">
              <a:extLst>
                <a:ext uri="{FF2B5EF4-FFF2-40B4-BE49-F238E27FC236}">
                  <a16:creationId xmlns:a16="http://schemas.microsoft.com/office/drawing/2014/main" id="{3E5FC5FC-D688-4D07-C423-3D8441118BAD}"/>
                </a:ext>
              </a:extLst>
            </p:cNvPr>
            <p:cNvSpPr/>
            <p:nvPr/>
          </p:nvSpPr>
          <p:spPr>
            <a:xfrm>
              <a:off x="3910680" y="2272680"/>
              <a:ext cx="122760" cy="86760"/>
            </a:xfrm>
            <a:custGeom>
              <a:avLst/>
              <a:gdLst/>
              <a:ahLst/>
              <a:cxnLst>
                <a:cxn ang="3cd4">
                  <a:pos x="hc" y="t"/>
                </a:cxn>
                <a:cxn ang="cd2">
                  <a:pos x="l" y="vc"/>
                </a:cxn>
                <a:cxn ang="cd4">
                  <a:pos x="hc" y="b"/>
                </a:cxn>
                <a:cxn ang="0">
                  <a:pos x="r" y="vc"/>
                </a:cxn>
              </a:cxnLst>
              <a:rect l="l" t="t" r="r" b="b"/>
              <a:pathLst>
                <a:path w="342" h="242">
                  <a:moveTo>
                    <a:pt x="227" y="40"/>
                  </a:moveTo>
                  <a:lnTo>
                    <a:pt x="171" y="0"/>
                  </a:lnTo>
                  <a:lnTo>
                    <a:pt x="342" y="0"/>
                  </a:lnTo>
                  <a:lnTo>
                    <a:pt x="342" y="121"/>
                  </a:lnTo>
                  <a:lnTo>
                    <a:pt x="285" y="81"/>
                  </a:lnTo>
                  <a:lnTo>
                    <a:pt x="57" y="242"/>
                  </a:lnTo>
                  <a:lnTo>
                    <a:pt x="0" y="20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3" name="Freihandform: Form 102">
              <a:extLst>
                <a:ext uri="{FF2B5EF4-FFF2-40B4-BE49-F238E27FC236}">
                  <a16:creationId xmlns:a16="http://schemas.microsoft.com/office/drawing/2014/main" id="{B55D6310-9D2F-9BB7-FD54-68473D19DE26}"/>
                </a:ext>
              </a:extLst>
            </p:cNvPr>
            <p:cNvSpPr/>
            <p:nvPr/>
          </p:nvSpPr>
          <p:spPr>
            <a:xfrm>
              <a:off x="3664440" y="2199960"/>
              <a:ext cx="450720" cy="523079"/>
            </a:xfrm>
            <a:custGeom>
              <a:avLst/>
              <a:gdLst/>
              <a:ahLst/>
              <a:cxnLst>
                <a:cxn ang="3cd4">
                  <a:pos x="hc" y="t"/>
                </a:cxn>
                <a:cxn ang="cd2">
                  <a:pos x="l" y="vc"/>
                </a:cxn>
                <a:cxn ang="cd4">
                  <a:pos x="hc" y="b"/>
                </a:cxn>
                <a:cxn ang="0">
                  <a:pos x="r" y="vc"/>
                </a:cxn>
              </a:cxnLst>
              <a:rect l="l" t="t" r="r" b="b"/>
              <a:pathLst>
                <a:path w="1253" h="1454">
                  <a:moveTo>
                    <a:pt x="626" y="0"/>
                  </a:moveTo>
                  <a:cubicBezTo>
                    <a:pt x="981" y="0"/>
                    <a:pt x="1253" y="210"/>
                    <a:pt x="1253" y="485"/>
                  </a:cubicBezTo>
                  <a:lnTo>
                    <a:pt x="1253" y="970"/>
                  </a:lnTo>
                  <a:cubicBezTo>
                    <a:pt x="1253" y="1252"/>
                    <a:pt x="968" y="1454"/>
                    <a:pt x="627" y="1454"/>
                  </a:cubicBezTo>
                  <a:cubicBezTo>
                    <a:pt x="285" y="1454"/>
                    <a:pt x="0" y="1252"/>
                    <a:pt x="0" y="970"/>
                  </a:cubicBezTo>
                  <a:cubicBezTo>
                    <a:pt x="0" y="970"/>
                    <a:pt x="0" y="485"/>
                    <a:pt x="0" y="484"/>
                  </a:cubicBezTo>
                  <a:cubicBezTo>
                    <a:pt x="0" y="210"/>
                    <a:pt x="271" y="0"/>
                    <a:pt x="626" y="0"/>
                  </a:cubicBezTo>
                  <a:close/>
                </a:path>
              </a:pathLst>
            </a:custGeom>
            <a:noFill/>
            <a:ln w="14400">
              <a:solidFill>
                <a:srgbClr val="000000"/>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nvGrpSpPr>
          <p:cNvPr id="104" name="Gruppieren 103">
            <a:extLst>
              <a:ext uri="{FF2B5EF4-FFF2-40B4-BE49-F238E27FC236}">
                <a16:creationId xmlns:a16="http://schemas.microsoft.com/office/drawing/2014/main" id="{C1CFB198-4818-FDE6-1A56-CF987E4BD4D1}"/>
              </a:ext>
            </a:extLst>
          </p:cNvPr>
          <p:cNvGrpSpPr/>
          <p:nvPr/>
        </p:nvGrpSpPr>
        <p:grpSpPr>
          <a:xfrm>
            <a:off x="3645000" y="3251880"/>
            <a:ext cx="610200" cy="881640"/>
            <a:chOff x="3645000" y="3251880"/>
            <a:chExt cx="610200" cy="881640"/>
          </a:xfrm>
        </p:grpSpPr>
        <p:sp>
          <p:nvSpPr>
            <p:cNvPr id="105" name="Freihandform: Form 104">
              <a:extLst>
                <a:ext uri="{FF2B5EF4-FFF2-40B4-BE49-F238E27FC236}">
                  <a16:creationId xmlns:a16="http://schemas.microsoft.com/office/drawing/2014/main" id="{E61DBCB3-8F37-0344-5526-D0ABA8A889DD}"/>
                </a:ext>
              </a:extLst>
            </p:cNvPr>
            <p:cNvSpPr/>
            <p:nvPr/>
          </p:nvSpPr>
          <p:spPr>
            <a:xfrm>
              <a:off x="4091760" y="3957480"/>
              <a:ext cx="163440" cy="176040"/>
            </a:xfrm>
            <a:custGeom>
              <a:avLst/>
              <a:gdLst/>
              <a:ahLst/>
              <a:cxnLst>
                <a:cxn ang="3cd4">
                  <a:pos x="hc" y="t"/>
                </a:cxn>
                <a:cxn ang="cd2">
                  <a:pos x="l" y="vc"/>
                </a:cxn>
                <a:cxn ang="cd4">
                  <a:pos x="hc" y="b"/>
                </a:cxn>
                <a:cxn ang="0">
                  <a:pos x="r" y="vc"/>
                </a:cxn>
              </a:cxnLst>
              <a:rect l="l" t="t" r="r" b="b"/>
              <a:pathLst>
                <a:path w="455" h="490">
                  <a:moveTo>
                    <a:pt x="0" y="490"/>
                  </a:moveTo>
                  <a:cubicBezTo>
                    <a:pt x="113" y="490"/>
                    <a:pt x="455" y="359"/>
                    <a:pt x="455" y="229"/>
                  </a:cubicBezTo>
                  <a:cubicBezTo>
                    <a:pt x="455" y="98"/>
                    <a:pt x="290" y="0"/>
                    <a:pt x="207" y="0"/>
                  </a:cubicBezTo>
                  <a:cubicBezTo>
                    <a:pt x="207" y="98"/>
                    <a:pt x="0" y="359"/>
                    <a:pt x="0" y="49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106" name="Gruppieren 105">
              <a:extLst>
                <a:ext uri="{FF2B5EF4-FFF2-40B4-BE49-F238E27FC236}">
                  <a16:creationId xmlns:a16="http://schemas.microsoft.com/office/drawing/2014/main" id="{03451C9B-A4F0-5020-B12C-8E2DBABB9381}"/>
                </a:ext>
              </a:extLst>
            </p:cNvPr>
            <p:cNvGrpSpPr/>
            <p:nvPr/>
          </p:nvGrpSpPr>
          <p:grpSpPr>
            <a:xfrm>
              <a:off x="3645000" y="3251880"/>
              <a:ext cx="521280" cy="881640"/>
              <a:chOff x="3645000" y="3251880"/>
              <a:chExt cx="521280" cy="881640"/>
            </a:xfrm>
          </p:grpSpPr>
          <p:sp>
            <p:nvSpPr>
              <p:cNvPr id="107" name="Freihandform: Form 106">
                <a:extLst>
                  <a:ext uri="{FF2B5EF4-FFF2-40B4-BE49-F238E27FC236}">
                    <a16:creationId xmlns:a16="http://schemas.microsoft.com/office/drawing/2014/main" id="{250C824E-DC7B-1A02-C9B1-4DEE3E9C8E00}"/>
                  </a:ext>
                </a:extLst>
              </p:cNvPr>
              <p:cNvSpPr/>
              <p:nvPr/>
            </p:nvSpPr>
            <p:spPr>
              <a:xfrm>
                <a:off x="3645000" y="3310560"/>
                <a:ext cx="446400" cy="822960"/>
              </a:xfrm>
              <a:custGeom>
                <a:avLst/>
                <a:gdLst/>
                <a:ahLst/>
                <a:cxnLst>
                  <a:cxn ang="3cd4">
                    <a:pos x="hc" y="t"/>
                  </a:cxn>
                  <a:cxn ang="cd2">
                    <a:pos x="l" y="vc"/>
                  </a:cxn>
                  <a:cxn ang="cd4">
                    <a:pos x="hc" y="b"/>
                  </a:cxn>
                  <a:cxn ang="0">
                    <a:pos x="r" y="vc"/>
                  </a:cxn>
                </a:cxnLst>
                <a:rect l="l" t="t" r="r" b="b"/>
                <a:pathLst>
                  <a:path w="1241" h="2287">
                    <a:moveTo>
                      <a:pt x="0" y="1307"/>
                    </a:moveTo>
                    <a:lnTo>
                      <a:pt x="0" y="0"/>
                    </a:lnTo>
                    <a:lnTo>
                      <a:pt x="1241" y="980"/>
                    </a:lnTo>
                    <a:lnTo>
                      <a:pt x="1241" y="2287"/>
                    </a:lnTo>
                    <a:close/>
                  </a:path>
                </a:pathLst>
              </a:custGeom>
              <a:gradFill>
                <a:gsLst>
                  <a:gs pos="0">
                    <a:srgbClr val="DE8E96"/>
                  </a:gs>
                  <a:gs pos="100000">
                    <a:srgbClr val="F8E8EA"/>
                  </a:gs>
                </a:gsLst>
                <a:lin ang="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8" name="Gerader Verbinder 107">
                <a:extLst>
                  <a:ext uri="{FF2B5EF4-FFF2-40B4-BE49-F238E27FC236}">
                    <a16:creationId xmlns:a16="http://schemas.microsoft.com/office/drawing/2014/main" id="{0189DD8C-81DC-9D82-1F58-988AD166FB09}"/>
                  </a:ext>
                </a:extLst>
              </p:cNvPr>
              <p:cNvSpPr/>
              <p:nvPr/>
            </p:nvSpPr>
            <p:spPr>
              <a:xfrm>
                <a:off x="3645000" y="3663360"/>
                <a:ext cx="446760"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9" name="Gerader Verbinder 108">
                <a:extLst>
                  <a:ext uri="{FF2B5EF4-FFF2-40B4-BE49-F238E27FC236}">
                    <a16:creationId xmlns:a16="http://schemas.microsoft.com/office/drawing/2014/main" id="{F98EE9A7-13A0-BCB9-CD63-9F8A8BFD02C3}"/>
                  </a:ext>
                </a:extLst>
              </p:cNvPr>
              <p:cNvSpPr/>
              <p:nvPr/>
            </p:nvSpPr>
            <p:spPr>
              <a:xfrm>
                <a:off x="3645000" y="3546000"/>
                <a:ext cx="446760"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0" name="Gerader Verbinder 109">
                <a:extLst>
                  <a:ext uri="{FF2B5EF4-FFF2-40B4-BE49-F238E27FC236}">
                    <a16:creationId xmlns:a16="http://schemas.microsoft.com/office/drawing/2014/main" id="{08F6E1DF-CAC1-CEF7-5C22-FD19B98BDDA4}"/>
                  </a:ext>
                </a:extLst>
              </p:cNvPr>
              <p:cNvSpPr/>
              <p:nvPr/>
            </p:nvSpPr>
            <p:spPr>
              <a:xfrm>
                <a:off x="3645000" y="3428280"/>
                <a:ext cx="446760"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1" name="Gerader Verbinder 110">
                <a:extLst>
                  <a:ext uri="{FF2B5EF4-FFF2-40B4-BE49-F238E27FC236}">
                    <a16:creationId xmlns:a16="http://schemas.microsoft.com/office/drawing/2014/main" id="{8E275CB4-E4A1-2375-DAD7-5FFC1A09ED05}"/>
                  </a:ext>
                </a:extLst>
              </p:cNvPr>
              <p:cNvSpPr/>
              <p:nvPr/>
            </p:nvSpPr>
            <p:spPr>
              <a:xfrm>
                <a:off x="3794040" y="366336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2" name="Gerader Verbinder 111">
                <a:extLst>
                  <a:ext uri="{FF2B5EF4-FFF2-40B4-BE49-F238E27FC236}">
                    <a16:creationId xmlns:a16="http://schemas.microsoft.com/office/drawing/2014/main" id="{14F70930-0EAA-57B3-750B-B78D2E97B4B8}"/>
                  </a:ext>
                </a:extLst>
              </p:cNvPr>
              <p:cNvSpPr/>
              <p:nvPr/>
            </p:nvSpPr>
            <p:spPr>
              <a:xfrm>
                <a:off x="3942720" y="354600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3" name="Gerader Verbinder 112">
                <a:extLst>
                  <a:ext uri="{FF2B5EF4-FFF2-40B4-BE49-F238E27FC236}">
                    <a16:creationId xmlns:a16="http://schemas.microsoft.com/office/drawing/2014/main" id="{975FB005-8B76-F64F-10C3-7E38B570D079}"/>
                  </a:ext>
                </a:extLst>
              </p:cNvPr>
              <p:cNvSpPr/>
              <p:nvPr/>
            </p:nvSpPr>
            <p:spPr>
              <a:xfrm>
                <a:off x="4017240" y="395748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4" name="Gerader Verbinder 113">
                <a:extLst>
                  <a:ext uri="{FF2B5EF4-FFF2-40B4-BE49-F238E27FC236}">
                    <a16:creationId xmlns:a16="http://schemas.microsoft.com/office/drawing/2014/main" id="{89ADE37B-18D6-06CE-2DBD-55601CF3E0C7}"/>
                  </a:ext>
                </a:extLst>
              </p:cNvPr>
              <p:cNvSpPr/>
              <p:nvPr/>
            </p:nvSpPr>
            <p:spPr>
              <a:xfrm>
                <a:off x="3868559" y="383976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5" name="Gerader Verbinder 114">
                <a:extLst>
                  <a:ext uri="{FF2B5EF4-FFF2-40B4-BE49-F238E27FC236}">
                    <a16:creationId xmlns:a16="http://schemas.microsoft.com/office/drawing/2014/main" id="{246ADDFB-B54C-4595-DD76-835E511D0BCF}"/>
                  </a:ext>
                </a:extLst>
              </p:cNvPr>
              <p:cNvSpPr/>
              <p:nvPr/>
            </p:nvSpPr>
            <p:spPr>
              <a:xfrm>
                <a:off x="3719520" y="372240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6" name="Gerader Verbinder 115">
                <a:extLst>
                  <a:ext uri="{FF2B5EF4-FFF2-40B4-BE49-F238E27FC236}">
                    <a16:creationId xmlns:a16="http://schemas.microsoft.com/office/drawing/2014/main" id="{C32CB9EA-43DA-70E9-6686-9FD394408534}"/>
                  </a:ext>
                </a:extLst>
              </p:cNvPr>
              <p:cNvSpPr/>
              <p:nvPr/>
            </p:nvSpPr>
            <p:spPr>
              <a:xfrm>
                <a:off x="3794040" y="342828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7" name="Gerader Verbinder 116">
                <a:extLst>
                  <a:ext uri="{FF2B5EF4-FFF2-40B4-BE49-F238E27FC236}">
                    <a16:creationId xmlns:a16="http://schemas.microsoft.com/office/drawing/2014/main" id="{F69F97A2-5C7A-565A-9125-16AF67D86626}"/>
                  </a:ext>
                </a:extLst>
              </p:cNvPr>
              <p:cNvSpPr/>
              <p:nvPr/>
            </p:nvSpPr>
            <p:spPr>
              <a:xfrm>
                <a:off x="3868559" y="360468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8" name="Gerader Verbinder 117">
                <a:extLst>
                  <a:ext uri="{FF2B5EF4-FFF2-40B4-BE49-F238E27FC236}">
                    <a16:creationId xmlns:a16="http://schemas.microsoft.com/office/drawing/2014/main" id="{FFE60384-0B4F-8246-36C8-357034DFD099}"/>
                  </a:ext>
                </a:extLst>
              </p:cNvPr>
              <p:cNvSpPr/>
              <p:nvPr/>
            </p:nvSpPr>
            <p:spPr>
              <a:xfrm>
                <a:off x="3942720" y="378108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9" name="Gerader Verbinder 118">
                <a:extLst>
                  <a:ext uri="{FF2B5EF4-FFF2-40B4-BE49-F238E27FC236}">
                    <a16:creationId xmlns:a16="http://schemas.microsoft.com/office/drawing/2014/main" id="{DFF7B057-181E-B74D-E6D7-0951AAC586B2}"/>
                  </a:ext>
                </a:extLst>
              </p:cNvPr>
              <p:cNvSpPr/>
              <p:nvPr/>
            </p:nvSpPr>
            <p:spPr>
              <a:xfrm>
                <a:off x="4017240" y="372240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0" name="Gerader Verbinder 119">
                <a:extLst>
                  <a:ext uri="{FF2B5EF4-FFF2-40B4-BE49-F238E27FC236}">
                    <a16:creationId xmlns:a16="http://schemas.microsoft.com/office/drawing/2014/main" id="{DA955B17-5818-5869-C1DC-9DEE67552BF9}"/>
                  </a:ext>
                </a:extLst>
              </p:cNvPr>
              <p:cNvSpPr/>
              <p:nvPr/>
            </p:nvSpPr>
            <p:spPr>
              <a:xfrm>
                <a:off x="3719520" y="348696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1" name="Freihandform: Form 120">
                <a:extLst>
                  <a:ext uri="{FF2B5EF4-FFF2-40B4-BE49-F238E27FC236}">
                    <a16:creationId xmlns:a16="http://schemas.microsoft.com/office/drawing/2014/main" id="{778268A4-2C72-E331-A050-7BFE8FD5F791}"/>
                  </a:ext>
                </a:extLst>
              </p:cNvPr>
              <p:cNvSpPr/>
              <p:nvPr/>
            </p:nvSpPr>
            <p:spPr>
              <a:xfrm>
                <a:off x="4091760" y="3604680"/>
                <a:ext cx="74160" cy="528840"/>
              </a:xfrm>
              <a:custGeom>
                <a:avLst/>
                <a:gdLst/>
                <a:ahLst/>
                <a:cxnLst>
                  <a:cxn ang="3cd4">
                    <a:pos x="hc" y="t"/>
                  </a:cxn>
                  <a:cxn ang="cd2">
                    <a:pos x="l" y="vc"/>
                  </a:cxn>
                  <a:cxn ang="cd4">
                    <a:pos x="hc" y="b"/>
                  </a:cxn>
                  <a:cxn ang="0">
                    <a:pos x="r" y="vc"/>
                  </a:cxn>
                </a:cxnLst>
                <a:rect l="l" t="t" r="r" b="b"/>
                <a:pathLst>
                  <a:path w="207" h="1470">
                    <a:moveTo>
                      <a:pt x="0" y="1470"/>
                    </a:moveTo>
                    <a:lnTo>
                      <a:pt x="0" y="163"/>
                    </a:lnTo>
                    <a:lnTo>
                      <a:pt x="207" y="0"/>
                    </a:lnTo>
                    <a:lnTo>
                      <a:pt x="207" y="1307"/>
                    </a:lnTo>
                    <a:close/>
                  </a:path>
                </a:pathLst>
              </a:custGeom>
              <a:gradFill>
                <a:gsLst>
                  <a:gs pos="0">
                    <a:srgbClr val="F8E8EA"/>
                  </a:gs>
                  <a:gs pos="100000">
                    <a:srgbClr val="DE8E96"/>
                  </a:gs>
                </a:gsLst>
                <a:path path="rect">
                  <a:fillToRect l="70000" t="30000" r="30000" b="70000"/>
                </a:path>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2" name="Freihandform: Form 121">
                <a:extLst>
                  <a:ext uri="{FF2B5EF4-FFF2-40B4-BE49-F238E27FC236}">
                    <a16:creationId xmlns:a16="http://schemas.microsoft.com/office/drawing/2014/main" id="{A6BC5DD2-F2B3-0593-0005-EFD81C085965}"/>
                  </a:ext>
                </a:extLst>
              </p:cNvPr>
              <p:cNvSpPr/>
              <p:nvPr/>
            </p:nvSpPr>
            <p:spPr>
              <a:xfrm>
                <a:off x="3645000" y="3251880"/>
                <a:ext cx="520919" cy="411120"/>
              </a:xfrm>
              <a:custGeom>
                <a:avLst/>
                <a:gdLst/>
                <a:ahLst/>
                <a:cxnLst>
                  <a:cxn ang="3cd4">
                    <a:pos x="hc" y="t"/>
                  </a:cxn>
                  <a:cxn ang="cd2">
                    <a:pos x="l" y="vc"/>
                  </a:cxn>
                  <a:cxn ang="cd4">
                    <a:pos x="hc" y="b"/>
                  </a:cxn>
                  <a:cxn ang="0">
                    <a:pos x="r" y="vc"/>
                  </a:cxn>
                </a:cxnLst>
                <a:rect l="l" t="t" r="r" b="b"/>
                <a:pathLst>
                  <a:path w="1448" h="1143">
                    <a:moveTo>
                      <a:pt x="1241" y="1143"/>
                    </a:moveTo>
                    <a:lnTo>
                      <a:pt x="0" y="163"/>
                    </a:lnTo>
                    <a:lnTo>
                      <a:pt x="207" y="0"/>
                    </a:lnTo>
                    <a:lnTo>
                      <a:pt x="1448" y="980"/>
                    </a:lnTo>
                    <a:close/>
                  </a:path>
                </a:pathLst>
              </a:custGeom>
              <a:gradFill>
                <a:gsLst>
                  <a:gs pos="0">
                    <a:srgbClr val="DE8E96"/>
                  </a:gs>
                  <a:gs pos="100000">
                    <a:srgbClr val="F8E8EA"/>
                  </a:gs>
                </a:gsLst>
                <a:lin ang="540000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3" name="Gerader Verbinder 122">
                <a:extLst>
                  <a:ext uri="{FF2B5EF4-FFF2-40B4-BE49-F238E27FC236}">
                    <a16:creationId xmlns:a16="http://schemas.microsoft.com/office/drawing/2014/main" id="{EF46E552-F7E1-5A01-A6AE-5A2B983F0AF9}"/>
                  </a:ext>
                </a:extLst>
              </p:cNvPr>
              <p:cNvSpPr/>
              <p:nvPr/>
            </p:nvSpPr>
            <p:spPr>
              <a:xfrm flipV="1">
                <a:off x="3942720" y="348696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4" name="Gerader Verbinder 123">
                <a:extLst>
                  <a:ext uri="{FF2B5EF4-FFF2-40B4-BE49-F238E27FC236}">
                    <a16:creationId xmlns:a16="http://schemas.microsoft.com/office/drawing/2014/main" id="{D5BF6B65-E582-3194-04C4-E12CDFBF84B8}"/>
                  </a:ext>
                </a:extLst>
              </p:cNvPr>
              <p:cNvSpPr/>
              <p:nvPr/>
            </p:nvSpPr>
            <p:spPr>
              <a:xfrm flipV="1">
                <a:off x="4091760" y="372240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5" name="Gerader Verbinder 124">
                <a:extLst>
                  <a:ext uri="{FF2B5EF4-FFF2-40B4-BE49-F238E27FC236}">
                    <a16:creationId xmlns:a16="http://schemas.microsoft.com/office/drawing/2014/main" id="{56BA5FB4-62B6-917B-A18C-023DBDF8A656}"/>
                  </a:ext>
                </a:extLst>
              </p:cNvPr>
              <p:cNvSpPr/>
              <p:nvPr/>
            </p:nvSpPr>
            <p:spPr>
              <a:xfrm flipV="1">
                <a:off x="4091760" y="383976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6" name="Gerader Verbinder 125">
                <a:extLst>
                  <a:ext uri="{FF2B5EF4-FFF2-40B4-BE49-F238E27FC236}">
                    <a16:creationId xmlns:a16="http://schemas.microsoft.com/office/drawing/2014/main" id="{1F99B731-4994-C924-1635-0E856C87B5BC}"/>
                  </a:ext>
                </a:extLst>
              </p:cNvPr>
              <p:cNvSpPr/>
              <p:nvPr/>
            </p:nvSpPr>
            <p:spPr>
              <a:xfrm flipV="1">
                <a:off x="4091760" y="395748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7" name="Gerader Verbinder 126">
                <a:extLst>
                  <a:ext uri="{FF2B5EF4-FFF2-40B4-BE49-F238E27FC236}">
                    <a16:creationId xmlns:a16="http://schemas.microsoft.com/office/drawing/2014/main" id="{43806C37-6C60-23FF-67BF-2A127F7D806B}"/>
                  </a:ext>
                </a:extLst>
              </p:cNvPr>
              <p:cNvSpPr/>
              <p:nvPr/>
            </p:nvSpPr>
            <p:spPr>
              <a:xfrm flipV="1">
                <a:off x="3794040" y="3369600"/>
                <a:ext cx="74519"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8" name="Freihandform: Form 127">
                <a:extLst>
                  <a:ext uri="{FF2B5EF4-FFF2-40B4-BE49-F238E27FC236}">
                    <a16:creationId xmlns:a16="http://schemas.microsoft.com/office/drawing/2014/main" id="{30E8A3F6-0ACF-A135-CF8C-CAAD0765DEF9}"/>
                  </a:ext>
                </a:extLst>
              </p:cNvPr>
              <p:cNvSpPr/>
              <p:nvPr/>
            </p:nvSpPr>
            <p:spPr>
              <a:xfrm>
                <a:off x="3645000" y="3251880"/>
                <a:ext cx="520919" cy="881640"/>
              </a:xfrm>
              <a:custGeom>
                <a:avLst/>
                <a:gdLst/>
                <a:ahLst/>
                <a:cxnLst>
                  <a:cxn ang="3cd4">
                    <a:pos x="hc" y="t"/>
                  </a:cxn>
                  <a:cxn ang="cd2">
                    <a:pos x="l" y="vc"/>
                  </a:cxn>
                  <a:cxn ang="cd4">
                    <a:pos x="hc" y="b"/>
                  </a:cxn>
                  <a:cxn ang="0">
                    <a:pos x="r" y="vc"/>
                  </a:cxn>
                </a:cxnLst>
                <a:rect l="l" t="t" r="r" b="b"/>
                <a:pathLst>
                  <a:path w="1448" h="2450">
                    <a:moveTo>
                      <a:pt x="207" y="0"/>
                    </a:moveTo>
                    <a:lnTo>
                      <a:pt x="1448" y="980"/>
                    </a:lnTo>
                    <a:lnTo>
                      <a:pt x="1448" y="2287"/>
                    </a:lnTo>
                    <a:lnTo>
                      <a:pt x="1241" y="2450"/>
                    </a:lnTo>
                    <a:lnTo>
                      <a:pt x="0" y="1470"/>
                    </a:lnTo>
                    <a:lnTo>
                      <a:pt x="0" y="163"/>
                    </a:lnTo>
                    <a:close/>
                  </a:path>
                </a:pathLst>
              </a:custGeom>
              <a:noFill/>
              <a:ln w="14400">
                <a:solidFill>
                  <a:srgbClr val="000000"/>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sp>
        <p:nvSpPr>
          <p:cNvPr id="129" name="Freihandform: Form 128">
            <a:extLst>
              <a:ext uri="{FF2B5EF4-FFF2-40B4-BE49-F238E27FC236}">
                <a16:creationId xmlns:a16="http://schemas.microsoft.com/office/drawing/2014/main" id="{2BA669C1-0418-8E9F-17CA-DF6D51178B30}"/>
              </a:ext>
            </a:extLst>
          </p:cNvPr>
          <p:cNvSpPr/>
          <p:nvPr/>
        </p:nvSpPr>
        <p:spPr>
          <a:xfrm>
            <a:off x="2273400" y="969840"/>
            <a:ext cx="1188719" cy="578520"/>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4169E1"/>
              </a:gs>
              <a:gs pos="100000">
                <a:srgbClr val="4169E1"/>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Carrier A</a:t>
            </a:r>
          </a:p>
        </p:txBody>
      </p:sp>
      <p:sp>
        <p:nvSpPr>
          <p:cNvPr id="130" name="Freihandform: Form 129">
            <a:extLst>
              <a:ext uri="{FF2B5EF4-FFF2-40B4-BE49-F238E27FC236}">
                <a16:creationId xmlns:a16="http://schemas.microsoft.com/office/drawing/2014/main" id="{8D8CDEAD-C4E7-A37D-A72F-5EF5A3657B2F}"/>
              </a:ext>
            </a:extLst>
          </p:cNvPr>
          <p:cNvSpPr/>
          <p:nvPr/>
        </p:nvSpPr>
        <p:spPr>
          <a:xfrm>
            <a:off x="4467960" y="999720"/>
            <a:ext cx="1144440" cy="548640"/>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FF4500"/>
              </a:gs>
              <a:gs pos="100000">
                <a:srgbClr val="FF4500"/>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Carrier B</a:t>
            </a:r>
          </a:p>
        </p:txBody>
      </p:sp>
      <p:cxnSp>
        <p:nvCxnSpPr>
          <p:cNvPr id="131" name="Gerade Verbindung mit Pfeil 130">
            <a:extLst>
              <a:ext uri="{FF2B5EF4-FFF2-40B4-BE49-F238E27FC236}">
                <a16:creationId xmlns:a16="http://schemas.microsoft.com/office/drawing/2014/main" id="{5527276A-A723-91B0-771F-06180C3244FC}"/>
              </a:ext>
            </a:extLst>
          </p:cNvPr>
          <p:cNvCxnSpPr/>
          <p:nvPr/>
        </p:nvCxnSpPr>
        <p:spPr>
          <a:xfrm flipH="1">
            <a:off x="3920760" y="1548360"/>
            <a:ext cx="1062360" cy="651600"/>
          </a:xfrm>
          <a:prstGeom prst="straightConnector1">
            <a:avLst/>
          </a:prstGeom>
          <a:noFill/>
          <a:ln w="29160">
            <a:solidFill>
              <a:srgbClr val="FF4500"/>
            </a:solidFill>
            <a:prstDash val="solid"/>
          </a:ln>
        </p:spPr>
      </p:cxnSp>
      <p:cxnSp>
        <p:nvCxnSpPr>
          <p:cNvPr id="132" name="Gerade Verbindung mit Pfeil 131">
            <a:extLst>
              <a:ext uri="{FF2B5EF4-FFF2-40B4-BE49-F238E27FC236}">
                <a16:creationId xmlns:a16="http://schemas.microsoft.com/office/drawing/2014/main" id="{1F903043-C22A-AE78-E329-AE735D0558D5}"/>
              </a:ext>
            </a:extLst>
          </p:cNvPr>
          <p:cNvCxnSpPr/>
          <p:nvPr/>
        </p:nvCxnSpPr>
        <p:spPr>
          <a:xfrm>
            <a:off x="2986560" y="1528560"/>
            <a:ext cx="934200" cy="671400"/>
          </a:xfrm>
          <a:prstGeom prst="straightConnector1">
            <a:avLst/>
          </a:prstGeom>
          <a:noFill/>
          <a:ln w="29160">
            <a:solidFill>
              <a:srgbClr val="4169E1"/>
            </a:solidFill>
            <a:prstDash val="solid"/>
          </a:ln>
        </p:spPr>
      </p:cxnSp>
      <p:sp>
        <p:nvSpPr>
          <p:cNvPr id="133" name="Textfeld 132">
            <a:extLst>
              <a:ext uri="{FF2B5EF4-FFF2-40B4-BE49-F238E27FC236}">
                <a16:creationId xmlns:a16="http://schemas.microsoft.com/office/drawing/2014/main" id="{644CAA84-7D0E-226B-B09A-E48CD45903EC}"/>
              </a:ext>
            </a:extLst>
          </p:cNvPr>
          <p:cNvSpPr txBox="1"/>
          <p:nvPr/>
        </p:nvSpPr>
        <p:spPr>
          <a:xfrm>
            <a:off x="545760" y="3056400"/>
            <a:ext cx="2743199" cy="1488960"/>
          </a:xfrm>
          <a:prstGeom prst="rect">
            <a:avLst/>
          </a:prstGeom>
          <a:noFill/>
          <a:ln>
            <a:noFill/>
          </a:ln>
        </p:spPr>
        <p:txBody>
          <a:bodyPr wrap="none" lIns="90000" tIns="45000" rIns="90000" bIns="45000" anchorCtr="0" compatLnSpc="0">
            <a:spAutoFit/>
          </a:bodyPr>
          <a:lstStyle/>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NAT A:</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50.1.1.A → 10.1.1.99</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10.1.1.0/27→50.1.1.A</a:t>
            </a:r>
          </a:p>
          <a:p>
            <a:pPr marL="0" marR="0" lvl="0" indent="0" algn="l" hangingPunct="0">
              <a:lnSpc>
                <a:spcPct val="100000"/>
              </a:lnSpc>
              <a:spcBef>
                <a:spcPts val="0"/>
              </a:spcBef>
              <a:spcAft>
                <a:spcPts val="0"/>
              </a:spcAft>
              <a:buNone/>
              <a:tabLst/>
            </a:pPr>
            <a:endParaRPr lang="es-VE" sz="1400" b="0" i="0" u="none" strike="noStrike" kern="1200" cap="none">
              <a:ln>
                <a:noFill/>
              </a:ln>
              <a:latin typeface="Liberation Sans" pitchFamily="18"/>
              <a:ea typeface="Noto Sans CJK SC Regular" pitchFamily="2"/>
              <a:cs typeface="Lohit Devanagari" pitchFamily="2"/>
            </a:endParaRPr>
          </a:p>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NAT B:</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60.1.1.B → 10.1.2.99</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10.1.2.0/27→60.1.1.B</a:t>
            </a:r>
          </a:p>
        </p:txBody>
      </p:sp>
      <p:sp>
        <p:nvSpPr>
          <p:cNvPr id="134" name="Textfeld 133">
            <a:extLst>
              <a:ext uri="{FF2B5EF4-FFF2-40B4-BE49-F238E27FC236}">
                <a16:creationId xmlns:a16="http://schemas.microsoft.com/office/drawing/2014/main" id="{04F858A6-2393-2DF1-13F9-ABC9B0DACDC1}"/>
              </a:ext>
            </a:extLst>
          </p:cNvPr>
          <p:cNvSpPr txBox="1"/>
          <p:nvPr/>
        </p:nvSpPr>
        <p:spPr>
          <a:xfrm>
            <a:off x="552600" y="1800720"/>
            <a:ext cx="2743199" cy="755639"/>
          </a:xfrm>
          <a:prstGeom prst="rect">
            <a:avLst/>
          </a:prstGeom>
          <a:noFill/>
          <a:ln>
            <a:noFill/>
          </a:ln>
        </p:spPr>
        <p:txBody>
          <a:bodyPr wrap="none" lIns="90000" tIns="45000" rIns="90000" bIns="45000" anchorCtr="0" compatLnSpc="0">
            <a:spAutoFit/>
          </a:bodyPr>
          <a:lstStyle/>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DNS: .ejemplo.com  </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www0 → 50.1.1.A</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www0 → 60.1.1.B</a:t>
            </a:r>
          </a:p>
        </p:txBody>
      </p:sp>
      <p:sp>
        <p:nvSpPr>
          <p:cNvPr id="135" name="Textfeld 134">
            <a:extLst>
              <a:ext uri="{FF2B5EF4-FFF2-40B4-BE49-F238E27FC236}">
                <a16:creationId xmlns:a16="http://schemas.microsoft.com/office/drawing/2014/main" id="{8F1C1DBC-9354-0599-EA74-082EC0780CC5}"/>
              </a:ext>
            </a:extLst>
          </p:cNvPr>
          <p:cNvSpPr txBox="1"/>
          <p:nvPr/>
        </p:nvSpPr>
        <p:spPr>
          <a:xfrm>
            <a:off x="4301640" y="2908440"/>
            <a:ext cx="128015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FF4500"/>
                </a:solidFill>
                <a:latin typeface="Liberation Sans" pitchFamily="18"/>
                <a:ea typeface="Noto Sans CJK SC Regular" pitchFamily="2"/>
                <a:cs typeface="Lohit Devanagari" pitchFamily="2"/>
              </a:rPr>
              <a:t>60.1.1.B</a:t>
            </a:r>
          </a:p>
        </p:txBody>
      </p:sp>
      <p:sp>
        <p:nvSpPr>
          <p:cNvPr id="136" name="Textfeld 135">
            <a:extLst>
              <a:ext uri="{FF2B5EF4-FFF2-40B4-BE49-F238E27FC236}">
                <a16:creationId xmlns:a16="http://schemas.microsoft.com/office/drawing/2014/main" id="{4011CF0F-36F9-CE2F-868C-FC88F867B6AB}"/>
              </a:ext>
            </a:extLst>
          </p:cNvPr>
          <p:cNvSpPr txBox="1"/>
          <p:nvPr/>
        </p:nvSpPr>
        <p:spPr>
          <a:xfrm>
            <a:off x="2081880" y="2922119"/>
            <a:ext cx="128015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4169E1"/>
                </a:solidFill>
                <a:latin typeface="Liberation Sans" pitchFamily="18"/>
                <a:ea typeface="Noto Sans CJK SC Regular" pitchFamily="2"/>
                <a:cs typeface="Lohit Devanagari" pitchFamily="2"/>
              </a:rPr>
              <a:t>50.1.1.A</a:t>
            </a:r>
          </a:p>
        </p:txBody>
      </p:sp>
      <p:cxnSp>
        <p:nvCxnSpPr>
          <p:cNvPr id="137" name="Verbinder: gekrümmt 136">
            <a:extLst>
              <a:ext uri="{FF2B5EF4-FFF2-40B4-BE49-F238E27FC236}">
                <a16:creationId xmlns:a16="http://schemas.microsoft.com/office/drawing/2014/main" id="{F67667E6-E76A-E962-EF01-E5A4AF031F70}"/>
              </a:ext>
            </a:extLst>
          </p:cNvPr>
          <p:cNvCxnSpPr/>
          <p:nvPr/>
        </p:nvCxnSpPr>
        <p:spPr>
          <a:xfrm rot="5400000">
            <a:off x="3482460" y="3145140"/>
            <a:ext cx="1378080" cy="11160"/>
          </a:xfrm>
          <a:prstGeom prst="curvedConnector3">
            <a:avLst>
              <a:gd name="adj1" fmla="val 50000"/>
            </a:avLst>
          </a:prstGeom>
          <a:noFill/>
          <a:ln w="29160">
            <a:solidFill>
              <a:srgbClr val="FF4500"/>
            </a:solidFill>
            <a:prstDash val="solid"/>
          </a:ln>
        </p:spPr>
      </p:cxnSp>
      <p:cxnSp>
        <p:nvCxnSpPr>
          <p:cNvPr id="138" name="Verbinder: gekrümmt 137">
            <a:extLst>
              <a:ext uri="{FF2B5EF4-FFF2-40B4-BE49-F238E27FC236}">
                <a16:creationId xmlns:a16="http://schemas.microsoft.com/office/drawing/2014/main" id="{88194DE3-59A2-F11B-B26F-F7D5E4F2287C}"/>
              </a:ext>
            </a:extLst>
          </p:cNvPr>
          <p:cNvCxnSpPr/>
          <p:nvPr/>
        </p:nvCxnSpPr>
        <p:spPr>
          <a:xfrm rot="5400000">
            <a:off x="2995200" y="3111840"/>
            <a:ext cx="1319400" cy="19080"/>
          </a:xfrm>
          <a:prstGeom prst="curvedConnector3">
            <a:avLst>
              <a:gd name="adj1" fmla="val 50000"/>
            </a:avLst>
          </a:prstGeom>
          <a:noFill/>
          <a:ln w="29160">
            <a:solidFill>
              <a:srgbClr val="4169E1"/>
            </a:solidFill>
            <a:prstDash val="solid"/>
          </a:ln>
        </p:spPr>
      </p:cxnSp>
      <p:cxnSp>
        <p:nvCxnSpPr>
          <p:cNvPr id="139" name="Gerade Verbindung mit Pfeil 138">
            <a:extLst>
              <a:ext uri="{FF2B5EF4-FFF2-40B4-BE49-F238E27FC236}">
                <a16:creationId xmlns:a16="http://schemas.microsoft.com/office/drawing/2014/main" id="{139F3D1E-8AEB-0FC8-8587-7AAFDE553F45}"/>
              </a:ext>
            </a:extLst>
          </p:cNvPr>
          <p:cNvCxnSpPr/>
          <p:nvPr/>
        </p:nvCxnSpPr>
        <p:spPr>
          <a:xfrm>
            <a:off x="582840" y="6217919"/>
            <a:ext cx="333719" cy="3600"/>
          </a:xfrm>
          <a:prstGeom prst="straightConnector1">
            <a:avLst/>
          </a:prstGeom>
          <a:noFill/>
          <a:ln w="29160">
            <a:solidFill>
              <a:srgbClr val="000000"/>
            </a:solidFill>
            <a:custDash>
              <a:ds d="197000" sp="197000"/>
            </a:custDash>
          </a:ln>
        </p:spPr>
      </p:cxnSp>
      <p:cxnSp>
        <p:nvCxnSpPr>
          <p:cNvPr id="140" name="Gerade Verbindung mit Pfeil 139">
            <a:extLst>
              <a:ext uri="{FF2B5EF4-FFF2-40B4-BE49-F238E27FC236}">
                <a16:creationId xmlns:a16="http://schemas.microsoft.com/office/drawing/2014/main" id="{A9DEAFC4-22D0-73F4-898E-D402BD6A0355}"/>
              </a:ext>
            </a:extLst>
          </p:cNvPr>
          <p:cNvCxnSpPr/>
          <p:nvPr/>
        </p:nvCxnSpPr>
        <p:spPr>
          <a:xfrm>
            <a:off x="583920" y="6436800"/>
            <a:ext cx="272159" cy="1440"/>
          </a:xfrm>
          <a:prstGeom prst="straightConnector1">
            <a:avLst/>
          </a:prstGeom>
          <a:noFill/>
          <a:ln w="29160">
            <a:solidFill>
              <a:srgbClr val="000000"/>
            </a:solidFill>
            <a:prstDash val="solid"/>
          </a:ln>
        </p:spPr>
      </p:cxnSp>
      <p:sp>
        <p:nvSpPr>
          <p:cNvPr id="141" name="Textfeld 140">
            <a:extLst>
              <a:ext uri="{FF2B5EF4-FFF2-40B4-BE49-F238E27FC236}">
                <a16:creationId xmlns:a16="http://schemas.microsoft.com/office/drawing/2014/main" id="{BA741FBD-B9E3-1D91-0111-310134B6046F}"/>
              </a:ext>
            </a:extLst>
          </p:cNvPr>
          <p:cNvSpPr txBox="1"/>
          <p:nvPr/>
        </p:nvSpPr>
        <p:spPr>
          <a:xfrm>
            <a:off x="881280" y="6090480"/>
            <a:ext cx="1463039" cy="54180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s-VE" sz="1600" b="0" i="0" u="none" strike="noStrike" kern="1200" cap="none">
                <a:ln>
                  <a:noFill/>
                </a:ln>
                <a:latin typeface="Liberation Sans" pitchFamily="18"/>
                <a:ea typeface="Noto Sans CJK SC Regular" pitchFamily="2"/>
                <a:cs typeface="Lohit Devanagari" pitchFamily="2"/>
              </a:rPr>
              <a:t>NIC Inactiva</a:t>
            </a:r>
          </a:p>
          <a:p>
            <a:pPr marL="0" marR="0" lvl="0" indent="0" hangingPunct="0">
              <a:lnSpc>
                <a:spcPct val="100000"/>
              </a:lnSpc>
              <a:spcBef>
                <a:spcPts val="0"/>
              </a:spcBef>
              <a:spcAft>
                <a:spcPts val="0"/>
              </a:spcAft>
              <a:buNone/>
              <a:tabLst/>
            </a:pPr>
            <a:r>
              <a:rPr lang="es-VE" sz="1600" b="0" i="0" u="none" strike="noStrike" kern="1200" cap="none">
                <a:ln>
                  <a:noFill/>
                </a:ln>
                <a:latin typeface="Liberation Sans" pitchFamily="18"/>
                <a:ea typeface="Noto Sans CJK SC Regular" pitchFamily="2"/>
                <a:cs typeface="Lohit Devanagari" pitchFamily="2"/>
              </a:rPr>
              <a:t>NIC Activa</a:t>
            </a:r>
          </a:p>
        </p:txBody>
      </p:sp>
      <p:sp>
        <p:nvSpPr>
          <p:cNvPr id="142" name="Freihandform: Form 141">
            <a:extLst>
              <a:ext uri="{FF2B5EF4-FFF2-40B4-BE49-F238E27FC236}">
                <a16:creationId xmlns:a16="http://schemas.microsoft.com/office/drawing/2014/main" id="{0E3F9F37-2F35-8525-15FD-DD21ED690D24}"/>
              </a:ext>
            </a:extLst>
          </p:cNvPr>
          <p:cNvSpPr/>
          <p:nvPr/>
        </p:nvSpPr>
        <p:spPr>
          <a:xfrm>
            <a:off x="4965480" y="4451400"/>
            <a:ext cx="1418760" cy="689399"/>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32CD32"/>
              </a:gs>
              <a:gs pos="100000">
                <a:srgbClr val="FF4500"/>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000000"/>
                </a:solidFill>
                <a:latin typeface="Arial Narrow" pitchFamily="34"/>
                <a:ea typeface="DejaVu Sans" pitchFamily="2"/>
                <a:cs typeface="Lohit Hindi" pitchFamily="2"/>
              </a:rPr>
              <a:t>10.1.1.0/27</a:t>
            </a:r>
          </a:p>
        </p:txBody>
      </p:sp>
      <p:sp>
        <p:nvSpPr>
          <p:cNvPr id="143" name="Textfeld 142">
            <a:extLst>
              <a:ext uri="{FF2B5EF4-FFF2-40B4-BE49-F238E27FC236}">
                <a16:creationId xmlns:a16="http://schemas.microsoft.com/office/drawing/2014/main" id="{72B0CDFA-7DA0-7818-3F67-E1ED13BCD971}"/>
              </a:ext>
            </a:extLst>
          </p:cNvPr>
          <p:cNvSpPr txBox="1"/>
          <p:nvPr/>
        </p:nvSpPr>
        <p:spPr>
          <a:xfrm>
            <a:off x="457200" y="7694640"/>
            <a:ext cx="6583679" cy="2486520"/>
          </a:xfrm>
          <a:prstGeom prst="rect">
            <a:avLst/>
          </a:prstGeom>
          <a:noFill/>
          <a:ln>
            <a:noFill/>
          </a:ln>
        </p:spPr>
        <p:txBody>
          <a:bodyPr wrap="none" lIns="90000" tIns="45000" rIns="90000" bIns="45000" anchorCtr="0" compatLnSpc="0">
            <a:spAutoFit/>
          </a:bodyPr>
          <a:lstStyle/>
          <a:p>
            <a:pPr marL="0" marR="0" lvl="0"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Cada servidor Web debe tener dos o más interfaces de red, conectadas hacia las redes privadas segmentadas por Carriers (o Servicio), pero solo puede estar activa (configurada) una interfaz de red en un momento dado. Esto requiere modelar esa inteligencia en el clúster para que detecte fallos en los enlaces de Internet.</a:t>
            </a:r>
          </a:p>
          <a:p>
            <a:pPr marL="0" marR="0" lvl="0"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Esto resuelve el problema de enrutamiento asimétrico, pero implica:</a:t>
            </a:r>
          </a:p>
          <a:p>
            <a:pPr marL="0" marR="0" lvl="1"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Impacto en costo, porque la cantidad de servidores debe duplicarse o dividirse.</a:t>
            </a:r>
          </a:p>
          <a:p>
            <a:pPr marL="0" marR="0" lvl="1"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Ausencia de independencia de las capas de red, se pone a depender el clúster de la red WAN, aumentando su complejidad. </a:t>
            </a:r>
            <a:r>
              <a:rPr lang="es-VE" sz="1300" b="0" i="1" u="none" strike="noStrike" kern="1200" cap="none">
                <a:ln>
                  <a:noFill/>
                </a:ln>
                <a:latin typeface="Liberation Sans" pitchFamily="18"/>
                <a:ea typeface="Noto Sans CJK SC Regular" pitchFamily="2"/>
                <a:cs typeface="Lohit Devanagari" pitchFamily="2"/>
              </a:rPr>
              <a:t>Esto es válido en algunos escenarios de negocio y técnicos que escapan del alcance de este documento.</a:t>
            </a:r>
          </a:p>
          <a:p>
            <a:pPr marL="0" marR="0" lvl="1"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Escalabilidad limitada al número de interfaces de red de los servidores.</a:t>
            </a:r>
          </a:p>
          <a:p>
            <a:pPr marL="0" marR="0" lvl="0" indent="0" algn="just" hangingPunct="0">
              <a:lnSpc>
                <a:spcPct val="100000"/>
              </a:lnSpc>
              <a:spcBef>
                <a:spcPts val="0"/>
              </a:spcBef>
              <a:spcAft>
                <a:spcPts val="0"/>
              </a:spcAft>
              <a:buSzPct val="45000"/>
              <a:buFont typeface="StarSymbol"/>
              <a:buChar char="●"/>
              <a:tabLst/>
            </a:pPr>
            <a:r>
              <a:rPr lang="es-VE" sz="1300" b="1" i="0" u="none" strike="noStrike" kern="1200" cap="none">
                <a:ln>
                  <a:noFill/>
                </a:ln>
                <a:latin typeface="Liberation Sans" pitchFamily="18"/>
                <a:ea typeface="Noto Sans CJK SC Regular" pitchFamily="2"/>
                <a:cs typeface="Lohit Devanagari" pitchFamily="2"/>
              </a:rPr>
              <a:t>Esta arquitectura no es recomendada dado su costo, interdependencia de las capas de red y complejidad de administración para una misma localidad geográfica.</a:t>
            </a:r>
          </a:p>
        </p:txBody>
      </p:sp>
      <p:sp>
        <p:nvSpPr>
          <p:cNvPr id="144" name="Textfeld 143">
            <a:extLst>
              <a:ext uri="{FF2B5EF4-FFF2-40B4-BE49-F238E27FC236}">
                <a16:creationId xmlns:a16="http://schemas.microsoft.com/office/drawing/2014/main" id="{069CA556-3E73-6358-3F18-DA8BD5781A62}"/>
              </a:ext>
            </a:extLst>
          </p:cNvPr>
          <p:cNvSpPr txBox="1"/>
          <p:nvPr/>
        </p:nvSpPr>
        <p:spPr>
          <a:xfrm>
            <a:off x="3753000" y="6312240"/>
            <a:ext cx="580680" cy="60228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s-VE" sz="3600" b="0" i="0" u="none" strike="noStrike" kern="1200" cap="none">
                <a:ln>
                  <a:noFill/>
                </a:ln>
                <a:latin typeface="Liberation Sans" pitchFamily="18"/>
                <a:ea typeface="Noto Sans CJK SC Regular" pitchFamily="2"/>
                <a:cs typeface="Lohit Devanagari" pitchFamily="2"/>
              </a:rPr>
              <a:t>...</a:t>
            </a:r>
          </a:p>
        </p:txBody>
      </p:sp>
      <p:sp>
        <p:nvSpPr>
          <p:cNvPr id="145" name="Textfeld 144">
            <a:extLst>
              <a:ext uri="{FF2B5EF4-FFF2-40B4-BE49-F238E27FC236}">
                <a16:creationId xmlns:a16="http://schemas.microsoft.com/office/drawing/2014/main" id="{4268CF72-8A78-BD92-9861-7A981F1E6CE9}"/>
              </a:ext>
            </a:extLst>
          </p:cNvPr>
          <p:cNvSpPr txBox="1"/>
          <p:nvPr/>
        </p:nvSpPr>
        <p:spPr>
          <a:xfrm>
            <a:off x="5545800" y="6217919"/>
            <a:ext cx="914400" cy="489960"/>
          </a:xfrm>
          <a:prstGeom prst="rect">
            <a:avLst/>
          </a:prstGeom>
          <a:noFill/>
          <a:ln>
            <a:noFill/>
          </a:ln>
        </p:spPr>
        <p:txBody>
          <a:bodyPr wrap="none" lIns="90000" tIns="45000" rIns="90000" bIns="45000" anchorCtr="0" compatLnSpc="0">
            <a:spAutoFit/>
          </a:bodyPr>
          <a:lstStyle/>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Cluster</a:t>
            </a:r>
          </a:p>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www0</a:t>
            </a:r>
          </a:p>
        </p:txBody>
      </p:sp>
      <p:sp>
        <p:nvSpPr>
          <p:cNvPr id="146" name="Textfeld 145">
            <a:extLst>
              <a:ext uri="{FF2B5EF4-FFF2-40B4-BE49-F238E27FC236}">
                <a16:creationId xmlns:a16="http://schemas.microsoft.com/office/drawing/2014/main" id="{3931300C-493A-F716-F0C1-F1DC42D8F252}"/>
              </a:ext>
            </a:extLst>
          </p:cNvPr>
          <p:cNvSpPr txBox="1"/>
          <p:nvPr/>
        </p:nvSpPr>
        <p:spPr>
          <a:xfrm>
            <a:off x="1280159" y="5540760"/>
            <a:ext cx="1097280" cy="401400"/>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Balanceador</a:t>
            </a:r>
          </a:p>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(NLB)</a:t>
            </a:r>
          </a:p>
        </p:txBody>
      </p:sp>
      <p:sp>
        <p:nvSpPr>
          <p:cNvPr id="147" name="Textfeld 146">
            <a:extLst>
              <a:ext uri="{FF2B5EF4-FFF2-40B4-BE49-F238E27FC236}">
                <a16:creationId xmlns:a16="http://schemas.microsoft.com/office/drawing/2014/main" id="{D0850EDA-8880-EA7C-D225-EBE346920D80}"/>
              </a:ext>
            </a:extLst>
          </p:cNvPr>
          <p:cNvSpPr txBox="1"/>
          <p:nvPr/>
        </p:nvSpPr>
        <p:spPr>
          <a:xfrm>
            <a:off x="5852160" y="5589360"/>
            <a:ext cx="1097280" cy="401400"/>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Balanceador</a:t>
            </a:r>
          </a:p>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(NLB)</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1AF9E230-A478-B8D8-A08B-6D83D44C81BD}"/>
              </a:ext>
            </a:extLst>
          </p:cNvPr>
          <p:cNvSpPr/>
          <p:nvPr/>
        </p:nvSpPr>
        <p:spPr>
          <a:xfrm>
            <a:off x="4574879" y="6309360"/>
            <a:ext cx="1554479" cy="115632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DCDCDC"/>
          </a:solidFill>
          <a:ln w="0">
            <a:solidFill>
              <a:srgbClr val="000000"/>
            </a:solidFill>
            <a:prstDash val="solid"/>
          </a:ln>
        </p:spPr>
        <p:txBody>
          <a:bodyPr wrap="non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 name="Freihandform: Form 2">
            <a:extLst>
              <a:ext uri="{FF2B5EF4-FFF2-40B4-BE49-F238E27FC236}">
                <a16:creationId xmlns:a16="http://schemas.microsoft.com/office/drawing/2014/main" id="{C60AA4FC-1E88-51BF-5DF4-F6E69DD21001}"/>
              </a:ext>
            </a:extLst>
          </p:cNvPr>
          <p:cNvSpPr/>
          <p:nvPr/>
        </p:nvSpPr>
        <p:spPr>
          <a:xfrm>
            <a:off x="1884240" y="6289919"/>
            <a:ext cx="1554479" cy="115632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DCDCDC"/>
          </a:solidFill>
          <a:ln w="0">
            <a:solidFill>
              <a:srgbClr val="000000"/>
            </a:solidFill>
            <a:prstDash val="solid"/>
          </a:ln>
        </p:spPr>
        <p:txBody>
          <a:bodyPr wrap="non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4" name="Gruppieren 3">
            <a:extLst>
              <a:ext uri="{FF2B5EF4-FFF2-40B4-BE49-F238E27FC236}">
                <a16:creationId xmlns:a16="http://schemas.microsoft.com/office/drawing/2014/main" id="{AB8EF831-A31A-1FE1-3E71-D8E0808CC903}"/>
              </a:ext>
            </a:extLst>
          </p:cNvPr>
          <p:cNvGrpSpPr/>
          <p:nvPr/>
        </p:nvGrpSpPr>
        <p:grpSpPr>
          <a:xfrm>
            <a:off x="2050199" y="6334560"/>
            <a:ext cx="601921" cy="726840"/>
            <a:chOff x="2050199" y="6334560"/>
            <a:chExt cx="601921" cy="726840"/>
          </a:xfrm>
        </p:grpSpPr>
        <p:sp>
          <p:nvSpPr>
            <p:cNvPr id="5" name="Freihandform: Form 4">
              <a:extLst>
                <a:ext uri="{FF2B5EF4-FFF2-40B4-BE49-F238E27FC236}">
                  <a16:creationId xmlns:a16="http://schemas.microsoft.com/office/drawing/2014/main" id="{BBD9421C-B06C-1AD0-014A-B8CF0B7F5874}"/>
                </a:ext>
              </a:extLst>
            </p:cNvPr>
            <p:cNvSpPr/>
            <p:nvPr/>
          </p:nvSpPr>
          <p:spPr>
            <a:xfrm>
              <a:off x="2271240" y="6840360"/>
              <a:ext cx="380880" cy="221040"/>
            </a:xfrm>
            <a:custGeom>
              <a:avLst/>
              <a:gdLst/>
              <a:ahLst/>
              <a:cxnLst>
                <a:cxn ang="3cd4">
                  <a:pos x="hc" y="t"/>
                </a:cxn>
                <a:cxn ang="cd2">
                  <a:pos x="l" y="vc"/>
                </a:cxn>
                <a:cxn ang="cd4">
                  <a:pos x="hc" y="b"/>
                </a:cxn>
                <a:cxn ang="0">
                  <a:pos x="r" y="vc"/>
                </a:cxn>
              </a:cxnLst>
              <a:rect l="l" t="t" r="r" b="b"/>
              <a:pathLst>
                <a:path w="1059" h="615">
                  <a:moveTo>
                    <a:pt x="0" y="615"/>
                  </a:moveTo>
                  <a:cubicBezTo>
                    <a:pt x="300" y="615"/>
                    <a:pt x="770" y="421"/>
                    <a:pt x="972" y="293"/>
                  </a:cubicBezTo>
                  <a:cubicBezTo>
                    <a:pt x="1175" y="165"/>
                    <a:pt x="972" y="0"/>
                    <a:pt x="870" y="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6" name="Gruppieren 5">
              <a:extLst>
                <a:ext uri="{FF2B5EF4-FFF2-40B4-BE49-F238E27FC236}">
                  <a16:creationId xmlns:a16="http://schemas.microsoft.com/office/drawing/2014/main" id="{739EBE84-C4E4-A58D-C179-68FEFAF12952}"/>
                </a:ext>
              </a:extLst>
            </p:cNvPr>
            <p:cNvGrpSpPr/>
            <p:nvPr/>
          </p:nvGrpSpPr>
          <p:grpSpPr>
            <a:xfrm>
              <a:off x="2050199" y="6334560"/>
              <a:ext cx="533881" cy="726840"/>
              <a:chOff x="2050199" y="6334560"/>
              <a:chExt cx="533881" cy="726840"/>
            </a:xfrm>
          </p:grpSpPr>
          <p:sp>
            <p:nvSpPr>
              <p:cNvPr id="7" name="Freihandform: Form 6">
                <a:extLst>
                  <a:ext uri="{FF2B5EF4-FFF2-40B4-BE49-F238E27FC236}">
                    <a16:creationId xmlns:a16="http://schemas.microsoft.com/office/drawing/2014/main" id="{7F2AAB15-5F39-DFB4-4C70-00C16DC74BAD}"/>
                  </a:ext>
                </a:extLst>
              </p:cNvPr>
              <p:cNvSpPr/>
              <p:nvPr/>
            </p:nvSpPr>
            <p:spPr>
              <a:xfrm>
                <a:off x="2050199" y="6513840"/>
                <a:ext cx="220680" cy="547560"/>
              </a:xfrm>
              <a:custGeom>
                <a:avLst/>
                <a:gdLst/>
                <a:ahLst/>
                <a:cxnLst>
                  <a:cxn ang="3cd4">
                    <a:pos x="hc" y="t"/>
                  </a:cxn>
                  <a:cxn ang="cd2">
                    <a:pos x="l" y="vc"/>
                  </a:cxn>
                  <a:cxn ang="cd4">
                    <a:pos x="hc" y="b"/>
                  </a:cxn>
                  <a:cxn ang="0">
                    <a:pos x="r" y="vc"/>
                  </a:cxn>
                </a:cxnLst>
                <a:rect l="l" t="t" r="r" b="b"/>
                <a:pathLst>
                  <a:path w="614" h="1522">
                    <a:moveTo>
                      <a:pt x="0" y="1171"/>
                    </a:moveTo>
                    <a:lnTo>
                      <a:pt x="0" y="0"/>
                    </a:lnTo>
                    <a:lnTo>
                      <a:pt x="614" y="351"/>
                    </a:lnTo>
                    <a:lnTo>
                      <a:pt x="614" y="1522"/>
                    </a:lnTo>
                    <a:close/>
                  </a:path>
                </a:pathLst>
              </a:custGeom>
              <a:gradFill>
                <a:gsLst>
                  <a:gs pos="0">
                    <a:srgbClr val="B3B3B3"/>
                  </a:gs>
                  <a:gs pos="100000">
                    <a:srgbClr val="E5E5E5"/>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 name="Freihandform: Form 7">
                <a:extLst>
                  <a:ext uri="{FF2B5EF4-FFF2-40B4-BE49-F238E27FC236}">
                    <a16:creationId xmlns:a16="http://schemas.microsoft.com/office/drawing/2014/main" id="{942A3834-8624-A2CA-9AC1-813D7A5D17DD}"/>
                  </a:ext>
                </a:extLst>
              </p:cNvPr>
              <p:cNvSpPr/>
              <p:nvPr/>
            </p:nvSpPr>
            <p:spPr>
              <a:xfrm>
                <a:off x="2271240" y="6460920"/>
                <a:ext cx="312840" cy="600480"/>
              </a:xfrm>
              <a:custGeom>
                <a:avLst/>
                <a:gdLst/>
                <a:ahLst/>
                <a:cxnLst>
                  <a:cxn ang="3cd4">
                    <a:pos x="hc" y="t"/>
                  </a:cxn>
                  <a:cxn ang="cd2">
                    <a:pos x="l" y="vc"/>
                  </a:cxn>
                  <a:cxn ang="cd4">
                    <a:pos x="hc" y="b"/>
                  </a:cxn>
                  <a:cxn ang="0">
                    <a:pos x="r" y="vc"/>
                  </a:cxn>
                </a:cxnLst>
                <a:rect l="l" t="t" r="r" b="b"/>
                <a:pathLst>
                  <a:path w="870" h="1669">
                    <a:moveTo>
                      <a:pt x="0" y="1669"/>
                    </a:moveTo>
                    <a:lnTo>
                      <a:pt x="0" y="498"/>
                    </a:lnTo>
                    <a:lnTo>
                      <a:pt x="870" y="0"/>
                    </a:lnTo>
                    <a:lnTo>
                      <a:pt x="870" y="1171"/>
                    </a:lnTo>
                    <a:close/>
                  </a:path>
                </a:pathLst>
              </a:custGeom>
              <a:gradFill>
                <a:gsLst>
                  <a:gs pos="0">
                    <a:srgbClr val="E5E5E5"/>
                  </a:gs>
                  <a:gs pos="100000">
                    <a:srgbClr val="B3B3B3"/>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 name="Freihandform: Form 8">
                <a:extLst>
                  <a:ext uri="{FF2B5EF4-FFF2-40B4-BE49-F238E27FC236}">
                    <a16:creationId xmlns:a16="http://schemas.microsoft.com/office/drawing/2014/main" id="{E519A9E6-6EBB-FBB5-7E1C-8D0D95BA0B95}"/>
                  </a:ext>
                </a:extLst>
              </p:cNvPr>
              <p:cNvSpPr/>
              <p:nvPr/>
            </p:nvSpPr>
            <p:spPr>
              <a:xfrm>
                <a:off x="2050199" y="6334560"/>
                <a:ext cx="533880" cy="305280"/>
              </a:xfrm>
              <a:custGeom>
                <a:avLst/>
                <a:gdLst/>
                <a:ahLst/>
                <a:cxnLst>
                  <a:cxn ang="3cd4">
                    <a:pos x="hc" y="t"/>
                  </a:cxn>
                  <a:cxn ang="cd2">
                    <a:pos x="l" y="vc"/>
                  </a:cxn>
                  <a:cxn ang="cd4">
                    <a:pos x="hc" y="b"/>
                  </a:cxn>
                  <a:cxn ang="0">
                    <a:pos x="r" y="vc"/>
                  </a:cxn>
                </a:cxnLst>
                <a:rect l="l" t="t" r="r" b="b"/>
                <a:pathLst>
                  <a:path w="1484" h="849">
                    <a:moveTo>
                      <a:pt x="614" y="849"/>
                    </a:moveTo>
                    <a:lnTo>
                      <a:pt x="0" y="498"/>
                    </a:lnTo>
                    <a:lnTo>
                      <a:pt x="870" y="0"/>
                    </a:lnTo>
                    <a:lnTo>
                      <a:pt x="1484" y="351"/>
                    </a:lnTo>
                    <a:close/>
                  </a:path>
                </a:pathLst>
              </a:custGeom>
              <a:gradFill>
                <a:gsLst>
                  <a:gs pos="0">
                    <a:srgbClr val="B3B3B3"/>
                  </a:gs>
                  <a:gs pos="100000">
                    <a:srgbClr val="E5E5E5"/>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 name="Freihandform: Form 9">
                <a:extLst>
                  <a:ext uri="{FF2B5EF4-FFF2-40B4-BE49-F238E27FC236}">
                    <a16:creationId xmlns:a16="http://schemas.microsoft.com/office/drawing/2014/main" id="{A000B79F-FACC-5C34-BC2A-9C3404C80643}"/>
                  </a:ext>
                </a:extLst>
              </p:cNvPr>
              <p:cNvSpPr/>
              <p:nvPr/>
            </p:nvSpPr>
            <p:spPr>
              <a:xfrm>
                <a:off x="2050199" y="6334560"/>
                <a:ext cx="533880" cy="726839"/>
              </a:xfrm>
              <a:custGeom>
                <a:avLst/>
                <a:gdLst/>
                <a:ahLst/>
                <a:cxnLst>
                  <a:cxn ang="3cd4">
                    <a:pos x="hc" y="t"/>
                  </a:cxn>
                  <a:cxn ang="cd2">
                    <a:pos x="l" y="vc"/>
                  </a:cxn>
                  <a:cxn ang="cd4">
                    <a:pos x="hc" y="b"/>
                  </a:cxn>
                  <a:cxn ang="0">
                    <a:pos x="r" y="vc"/>
                  </a:cxn>
                </a:cxnLst>
                <a:rect l="l" t="t" r="r" b="b"/>
                <a:pathLst>
                  <a:path w="1484" h="2020">
                    <a:moveTo>
                      <a:pt x="0" y="1669"/>
                    </a:moveTo>
                    <a:lnTo>
                      <a:pt x="0" y="498"/>
                    </a:lnTo>
                    <a:lnTo>
                      <a:pt x="870" y="0"/>
                    </a:lnTo>
                    <a:lnTo>
                      <a:pt x="1484" y="351"/>
                    </a:lnTo>
                    <a:lnTo>
                      <a:pt x="1484" y="1522"/>
                    </a:lnTo>
                    <a:lnTo>
                      <a:pt x="614" y="2020"/>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 name="Gerader Verbinder 10">
                <a:extLst>
                  <a:ext uri="{FF2B5EF4-FFF2-40B4-BE49-F238E27FC236}">
                    <a16:creationId xmlns:a16="http://schemas.microsoft.com/office/drawing/2014/main" id="{10A57734-9083-B075-3343-BD103C782445}"/>
                  </a:ext>
                </a:extLst>
              </p:cNvPr>
              <p:cNvSpPr/>
              <p:nvPr/>
            </p:nvSpPr>
            <p:spPr>
              <a:xfrm flipH="1" flipV="1">
                <a:off x="2086920" y="6872039"/>
                <a:ext cx="147240" cy="84241"/>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 name="Gerader Verbinder 11">
                <a:extLst>
                  <a:ext uri="{FF2B5EF4-FFF2-40B4-BE49-F238E27FC236}">
                    <a16:creationId xmlns:a16="http://schemas.microsoft.com/office/drawing/2014/main" id="{FE3D7079-29C2-43E6-3076-177E15BDA388}"/>
                  </a:ext>
                </a:extLst>
              </p:cNvPr>
              <p:cNvSpPr/>
              <p:nvPr/>
            </p:nvSpPr>
            <p:spPr>
              <a:xfrm flipH="1" flipV="1">
                <a:off x="2086920" y="6914160"/>
                <a:ext cx="147240" cy="84239"/>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3" name="Gerader Verbinder 12">
                <a:extLst>
                  <a:ext uri="{FF2B5EF4-FFF2-40B4-BE49-F238E27FC236}">
                    <a16:creationId xmlns:a16="http://schemas.microsoft.com/office/drawing/2014/main" id="{28F5618A-866E-F5C9-7377-49DEE07E7A91}"/>
                  </a:ext>
                </a:extLst>
              </p:cNvPr>
              <p:cNvSpPr/>
              <p:nvPr/>
            </p:nvSpPr>
            <p:spPr>
              <a:xfrm flipH="1" flipV="1">
                <a:off x="2086920" y="6893280"/>
                <a:ext cx="147240" cy="84239"/>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4" name="Freihandform: Form 13">
                <a:extLst>
                  <a:ext uri="{FF2B5EF4-FFF2-40B4-BE49-F238E27FC236}">
                    <a16:creationId xmlns:a16="http://schemas.microsoft.com/office/drawing/2014/main" id="{443DC395-D84E-4240-1597-844B2EF9E901}"/>
                  </a:ext>
                </a:extLst>
              </p:cNvPr>
              <p:cNvSpPr/>
              <p:nvPr/>
            </p:nvSpPr>
            <p:spPr>
              <a:xfrm>
                <a:off x="2068560" y="6576839"/>
                <a:ext cx="183960" cy="126000"/>
              </a:xfrm>
              <a:custGeom>
                <a:avLst/>
                <a:gdLst/>
                <a:ahLst/>
                <a:cxnLst>
                  <a:cxn ang="3cd4">
                    <a:pos x="hc" y="t"/>
                  </a:cxn>
                  <a:cxn ang="cd2">
                    <a:pos x="l" y="vc"/>
                  </a:cxn>
                  <a:cxn ang="cd4">
                    <a:pos x="hc" y="b"/>
                  </a:cxn>
                  <a:cxn ang="0">
                    <a:pos x="r" y="vc"/>
                  </a:cxn>
                </a:cxnLst>
                <a:rect l="l" t="t" r="r" b="b"/>
                <a:pathLst>
                  <a:path w="512" h="351" fill="none">
                    <a:moveTo>
                      <a:pt x="512" y="351"/>
                    </a:moveTo>
                    <a:lnTo>
                      <a:pt x="0" y="59"/>
                    </a:lnTo>
                    <a:lnTo>
                      <a:pt x="0" y="0"/>
                    </a:lnTo>
                  </a:path>
                </a:pathLst>
              </a:custGeom>
              <a:no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5" name="Freihandform: Form 14">
                <a:extLst>
                  <a:ext uri="{FF2B5EF4-FFF2-40B4-BE49-F238E27FC236}">
                    <a16:creationId xmlns:a16="http://schemas.microsoft.com/office/drawing/2014/main" id="{F478893C-5438-598A-8F76-CF422ED9004B}"/>
                  </a:ext>
                </a:extLst>
              </p:cNvPr>
              <p:cNvSpPr/>
              <p:nvPr/>
            </p:nvSpPr>
            <p:spPr>
              <a:xfrm>
                <a:off x="2071800" y="6576479"/>
                <a:ext cx="180720" cy="126720"/>
              </a:xfrm>
              <a:custGeom>
                <a:avLst/>
                <a:gdLst/>
                <a:ahLst/>
                <a:cxnLst>
                  <a:cxn ang="3cd4">
                    <a:pos x="hc" y="t"/>
                  </a:cxn>
                  <a:cxn ang="cd2">
                    <a:pos x="l" y="vc"/>
                  </a:cxn>
                  <a:cxn ang="cd4">
                    <a:pos x="hc" y="b"/>
                  </a:cxn>
                  <a:cxn ang="0">
                    <a:pos x="r" y="vc"/>
                  </a:cxn>
                </a:cxnLst>
                <a:rect l="l" t="t" r="r" b="b"/>
                <a:pathLst>
                  <a:path w="503" h="353" fill="none">
                    <a:moveTo>
                      <a:pt x="503" y="353"/>
                    </a:moveTo>
                    <a:lnTo>
                      <a:pt x="503" y="294"/>
                    </a:lnTo>
                    <a:lnTo>
                      <a:pt x="0" y="0"/>
                    </a:lnTo>
                  </a:path>
                </a:pathLst>
              </a:cu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6" name="Freihandform: Form 15">
                <a:extLst>
                  <a:ext uri="{FF2B5EF4-FFF2-40B4-BE49-F238E27FC236}">
                    <a16:creationId xmlns:a16="http://schemas.microsoft.com/office/drawing/2014/main" id="{E596FB41-E28A-6FA6-40EA-04C511F2904B}"/>
                  </a:ext>
                </a:extLst>
              </p:cNvPr>
              <p:cNvSpPr/>
              <p:nvPr/>
            </p:nvSpPr>
            <p:spPr>
              <a:xfrm>
                <a:off x="2136960" y="6787440"/>
                <a:ext cx="21240" cy="36720"/>
              </a:xfrm>
              <a:custGeom>
                <a:avLst/>
                <a:gdLst/>
                <a:ahLst/>
                <a:cxnLst>
                  <a:cxn ang="3cd4">
                    <a:pos x="hc" y="t"/>
                  </a:cxn>
                  <a:cxn ang="cd2">
                    <a:pos x="l" y="vc"/>
                  </a:cxn>
                  <a:cxn ang="cd4">
                    <a:pos x="hc" y="b"/>
                  </a:cxn>
                  <a:cxn ang="0">
                    <a:pos x="r" y="vc"/>
                  </a:cxn>
                </a:cxnLst>
                <a:rect l="l" t="t" r="r" b="b"/>
                <a:pathLst>
                  <a:path w="60" h="103">
                    <a:moveTo>
                      <a:pt x="0" y="69"/>
                    </a:moveTo>
                    <a:lnTo>
                      <a:pt x="0" y="0"/>
                    </a:lnTo>
                    <a:lnTo>
                      <a:pt x="60" y="34"/>
                    </a:lnTo>
                    <a:lnTo>
                      <a:pt x="60" y="103"/>
                    </a:lnTo>
                    <a:close/>
                  </a:path>
                </a:pathLst>
              </a:custGeom>
              <a:solidFill>
                <a:srgbClr val="39B54A"/>
              </a:solid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7" name="Gerader Verbinder 16">
                <a:extLst>
                  <a:ext uri="{FF2B5EF4-FFF2-40B4-BE49-F238E27FC236}">
                    <a16:creationId xmlns:a16="http://schemas.microsoft.com/office/drawing/2014/main" id="{B77EFFB4-341C-2C73-6DD4-36FF17ECB697}"/>
                  </a:ext>
                </a:extLst>
              </p:cNvPr>
              <p:cNvSpPr/>
              <p:nvPr/>
            </p:nvSpPr>
            <p:spPr>
              <a:xfrm flipH="1" flipV="1">
                <a:off x="2086920" y="6850800"/>
                <a:ext cx="147240" cy="8424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grpSp>
        <p:nvGrpSpPr>
          <p:cNvPr id="18" name="Gruppieren 17">
            <a:extLst>
              <a:ext uri="{FF2B5EF4-FFF2-40B4-BE49-F238E27FC236}">
                <a16:creationId xmlns:a16="http://schemas.microsoft.com/office/drawing/2014/main" id="{F7BEE594-79E1-7E37-3C22-316C77C2E669}"/>
              </a:ext>
            </a:extLst>
          </p:cNvPr>
          <p:cNvGrpSpPr/>
          <p:nvPr/>
        </p:nvGrpSpPr>
        <p:grpSpPr>
          <a:xfrm>
            <a:off x="4777200" y="6334560"/>
            <a:ext cx="600480" cy="731160"/>
            <a:chOff x="4777200" y="6334560"/>
            <a:chExt cx="600480" cy="731160"/>
          </a:xfrm>
        </p:grpSpPr>
        <p:sp>
          <p:nvSpPr>
            <p:cNvPr id="19" name="Freihandform: Form 18">
              <a:extLst>
                <a:ext uri="{FF2B5EF4-FFF2-40B4-BE49-F238E27FC236}">
                  <a16:creationId xmlns:a16="http://schemas.microsoft.com/office/drawing/2014/main" id="{B3D6CAA9-9AC8-6862-C906-F97D6F5EC7C6}"/>
                </a:ext>
              </a:extLst>
            </p:cNvPr>
            <p:cNvSpPr/>
            <p:nvPr/>
          </p:nvSpPr>
          <p:spPr>
            <a:xfrm>
              <a:off x="4997880" y="6843600"/>
              <a:ext cx="379800" cy="222120"/>
            </a:xfrm>
            <a:custGeom>
              <a:avLst/>
              <a:gdLst/>
              <a:ahLst/>
              <a:cxnLst>
                <a:cxn ang="3cd4">
                  <a:pos x="hc" y="t"/>
                </a:cxn>
                <a:cxn ang="cd2">
                  <a:pos x="l" y="vc"/>
                </a:cxn>
                <a:cxn ang="cd4">
                  <a:pos x="hc" y="b"/>
                </a:cxn>
                <a:cxn ang="0">
                  <a:pos x="r" y="vc"/>
                </a:cxn>
              </a:cxnLst>
              <a:rect l="l" t="t" r="r" b="b"/>
              <a:pathLst>
                <a:path w="1056" h="618">
                  <a:moveTo>
                    <a:pt x="0" y="618"/>
                  </a:moveTo>
                  <a:cubicBezTo>
                    <a:pt x="299" y="618"/>
                    <a:pt x="768" y="423"/>
                    <a:pt x="970" y="294"/>
                  </a:cubicBezTo>
                  <a:cubicBezTo>
                    <a:pt x="1172" y="166"/>
                    <a:pt x="970" y="0"/>
                    <a:pt x="868" y="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20" name="Gruppieren 19">
              <a:extLst>
                <a:ext uri="{FF2B5EF4-FFF2-40B4-BE49-F238E27FC236}">
                  <a16:creationId xmlns:a16="http://schemas.microsoft.com/office/drawing/2014/main" id="{21C2C6E7-1B3E-7346-4F49-6C97F9D7B9AB}"/>
                </a:ext>
              </a:extLst>
            </p:cNvPr>
            <p:cNvGrpSpPr/>
            <p:nvPr/>
          </p:nvGrpSpPr>
          <p:grpSpPr>
            <a:xfrm>
              <a:off x="4777200" y="6334560"/>
              <a:ext cx="532800" cy="731160"/>
              <a:chOff x="4777200" y="6334560"/>
              <a:chExt cx="532800" cy="731160"/>
            </a:xfrm>
          </p:grpSpPr>
          <p:sp>
            <p:nvSpPr>
              <p:cNvPr id="21" name="Freihandform: Form 20">
                <a:extLst>
                  <a:ext uri="{FF2B5EF4-FFF2-40B4-BE49-F238E27FC236}">
                    <a16:creationId xmlns:a16="http://schemas.microsoft.com/office/drawing/2014/main" id="{D5D93DE7-EA28-14D9-713B-1EC021AFD73A}"/>
                  </a:ext>
                </a:extLst>
              </p:cNvPr>
              <p:cNvSpPr/>
              <p:nvPr/>
            </p:nvSpPr>
            <p:spPr>
              <a:xfrm>
                <a:off x="4777200" y="6514920"/>
                <a:ext cx="220320" cy="550800"/>
              </a:xfrm>
              <a:custGeom>
                <a:avLst/>
                <a:gdLst/>
                <a:ahLst/>
                <a:cxnLst>
                  <a:cxn ang="3cd4">
                    <a:pos x="hc" y="t"/>
                  </a:cxn>
                  <a:cxn ang="cd2">
                    <a:pos x="l" y="vc"/>
                  </a:cxn>
                  <a:cxn ang="cd4">
                    <a:pos x="hc" y="b"/>
                  </a:cxn>
                  <a:cxn ang="0">
                    <a:pos x="r" y="vc"/>
                  </a:cxn>
                </a:cxnLst>
                <a:rect l="l" t="t" r="r" b="b"/>
                <a:pathLst>
                  <a:path w="613" h="1531">
                    <a:moveTo>
                      <a:pt x="0" y="1178"/>
                    </a:moveTo>
                    <a:lnTo>
                      <a:pt x="0" y="0"/>
                    </a:lnTo>
                    <a:lnTo>
                      <a:pt x="613" y="353"/>
                    </a:lnTo>
                    <a:lnTo>
                      <a:pt x="613" y="1531"/>
                    </a:lnTo>
                    <a:close/>
                  </a:path>
                </a:pathLst>
              </a:custGeom>
              <a:gradFill>
                <a:gsLst>
                  <a:gs pos="0">
                    <a:srgbClr val="B3B3B3"/>
                  </a:gs>
                  <a:gs pos="100000">
                    <a:srgbClr val="E5E5E5"/>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2" name="Freihandform: Form 21">
                <a:extLst>
                  <a:ext uri="{FF2B5EF4-FFF2-40B4-BE49-F238E27FC236}">
                    <a16:creationId xmlns:a16="http://schemas.microsoft.com/office/drawing/2014/main" id="{58BE8296-E883-832B-482F-8F1E1EBE594F}"/>
                  </a:ext>
                </a:extLst>
              </p:cNvPr>
              <p:cNvSpPr/>
              <p:nvPr/>
            </p:nvSpPr>
            <p:spPr>
              <a:xfrm>
                <a:off x="4997880" y="6461639"/>
                <a:ext cx="312120" cy="604080"/>
              </a:xfrm>
              <a:custGeom>
                <a:avLst/>
                <a:gdLst/>
                <a:ahLst/>
                <a:cxnLst>
                  <a:cxn ang="3cd4">
                    <a:pos x="hc" y="t"/>
                  </a:cxn>
                  <a:cxn ang="cd2">
                    <a:pos x="l" y="vc"/>
                  </a:cxn>
                  <a:cxn ang="cd4">
                    <a:pos x="hc" y="b"/>
                  </a:cxn>
                  <a:cxn ang="0">
                    <a:pos x="r" y="vc"/>
                  </a:cxn>
                </a:cxnLst>
                <a:rect l="l" t="t" r="r" b="b"/>
                <a:pathLst>
                  <a:path w="868" h="1679">
                    <a:moveTo>
                      <a:pt x="0" y="1679"/>
                    </a:moveTo>
                    <a:lnTo>
                      <a:pt x="0" y="501"/>
                    </a:lnTo>
                    <a:lnTo>
                      <a:pt x="868" y="0"/>
                    </a:lnTo>
                    <a:lnTo>
                      <a:pt x="868" y="1178"/>
                    </a:lnTo>
                    <a:close/>
                  </a:path>
                </a:pathLst>
              </a:custGeom>
              <a:gradFill>
                <a:gsLst>
                  <a:gs pos="0">
                    <a:srgbClr val="E5E5E5"/>
                  </a:gs>
                  <a:gs pos="100000">
                    <a:srgbClr val="B3B3B3"/>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3" name="Freihandform: Form 22">
                <a:extLst>
                  <a:ext uri="{FF2B5EF4-FFF2-40B4-BE49-F238E27FC236}">
                    <a16:creationId xmlns:a16="http://schemas.microsoft.com/office/drawing/2014/main" id="{A9921544-EBA2-370D-7AC4-C36BA6910037}"/>
                  </a:ext>
                </a:extLst>
              </p:cNvPr>
              <p:cNvSpPr/>
              <p:nvPr/>
            </p:nvSpPr>
            <p:spPr>
              <a:xfrm>
                <a:off x="4777200" y="6334560"/>
                <a:ext cx="532800" cy="307080"/>
              </a:xfrm>
              <a:custGeom>
                <a:avLst/>
                <a:gdLst/>
                <a:ahLst/>
                <a:cxnLst>
                  <a:cxn ang="3cd4">
                    <a:pos x="hc" y="t"/>
                  </a:cxn>
                  <a:cxn ang="cd2">
                    <a:pos x="l" y="vc"/>
                  </a:cxn>
                  <a:cxn ang="cd4">
                    <a:pos x="hc" y="b"/>
                  </a:cxn>
                  <a:cxn ang="0">
                    <a:pos x="r" y="vc"/>
                  </a:cxn>
                </a:cxnLst>
                <a:rect l="l" t="t" r="r" b="b"/>
                <a:pathLst>
                  <a:path w="1481" h="854">
                    <a:moveTo>
                      <a:pt x="613" y="854"/>
                    </a:moveTo>
                    <a:lnTo>
                      <a:pt x="0" y="501"/>
                    </a:lnTo>
                    <a:lnTo>
                      <a:pt x="868" y="0"/>
                    </a:lnTo>
                    <a:lnTo>
                      <a:pt x="1481" y="353"/>
                    </a:lnTo>
                    <a:close/>
                  </a:path>
                </a:pathLst>
              </a:custGeom>
              <a:gradFill>
                <a:gsLst>
                  <a:gs pos="0">
                    <a:srgbClr val="B3B3B3"/>
                  </a:gs>
                  <a:gs pos="100000">
                    <a:srgbClr val="E5E5E5"/>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4" name="Freihandform: Form 23">
                <a:extLst>
                  <a:ext uri="{FF2B5EF4-FFF2-40B4-BE49-F238E27FC236}">
                    <a16:creationId xmlns:a16="http://schemas.microsoft.com/office/drawing/2014/main" id="{B6CCFA18-CFB4-A288-72A0-A5495D043DE6}"/>
                  </a:ext>
                </a:extLst>
              </p:cNvPr>
              <p:cNvSpPr/>
              <p:nvPr/>
            </p:nvSpPr>
            <p:spPr>
              <a:xfrm>
                <a:off x="4777200" y="6334560"/>
                <a:ext cx="532800" cy="731159"/>
              </a:xfrm>
              <a:custGeom>
                <a:avLst/>
                <a:gdLst/>
                <a:ahLst/>
                <a:cxnLst>
                  <a:cxn ang="3cd4">
                    <a:pos x="hc" y="t"/>
                  </a:cxn>
                  <a:cxn ang="cd2">
                    <a:pos x="l" y="vc"/>
                  </a:cxn>
                  <a:cxn ang="cd4">
                    <a:pos x="hc" y="b"/>
                  </a:cxn>
                  <a:cxn ang="0">
                    <a:pos x="r" y="vc"/>
                  </a:cxn>
                </a:cxnLst>
                <a:rect l="l" t="t" r="r" b="b"/>
                <a:pathLst>
                  <a:path w="1481" h="2032">
                    <a:moveTo>
                      <a:pt x="0" y="1679"/>
                    </a:moveTo>
                    <a:lnTo>
                      <a:pt x="0" y="501"/>
                    </a:lnTo>
                    <a:lnTo>
                      <a:pt x="868" y="0"/>
                    </a:lnTo>
                    <a:lnTo>
                      <a:pt x="1481" y="353"/>
                    </a:lnTo>
                    <a:lnTo>
                      <a:pt x="1481" y="1531"/>
                    </a:lnTo>
                    <a:lnTo>
                      <a:pt x="613" y="2032"/>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5" name="Gerader Verbinder 24">
                <a:extLst>
                  <a:ext uri="{FF2B5EF4-FFF2-40B4-BE49-F238E27FC236}">
                    <a16:creationId xmlns:a16="http://schemas.microsoft.com/office/drawing/2014/main" id="{76E9C76D-7690-6C3B-B1DC-275BD1A57FF1}"/>
                  </a:ext>
                </a:extLst>
              </p:cNvPr>
              <p:cNvSpPr/>
              <p:nvPr/>
            </p:nvSpPr>
            <p:spPr>
              <a:xfrm flipH="1" flipV="1">
                <a:off x="4813920" y="687528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6" name="Gerader Verbinder 25">
                <a:extLst>
                  <a:ext uri="{FF2B5EF4-FFF2-40B4-BE49-F238E27FC236}">
                    <a16:creationId xmlns:a16="http://schemas.microsoft.com/office/drawing/2014/main" id="{74D1A8CD-D929-F67B-358D-8DF0A19C8044}"/>
                  </a:ext>
                </a:extLst>
              </p:cNvPr>
              <p:cNvSpPr/>
              <p:nvPr/>
            </p:nvSpPr>
            <p:spPr>
              <a:xfrm flipH="1" flipV="1">
                <a:off x="4813920" y="6917760"/>
                <a:ext cx="147240" cy="84959"/>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7" name="Gerader Verbinder 26">
                <a:extLst>
                  <a:ext uri="{FF2B5EF4-FFF2-40B4-BE49-F238E27FC236}">
                    <a16:creationId xmlns:a16="http://schemas.microsoft.com/office/drawing/2014/main" id="{CDC7CD52-88A7-5963-0341-2A91DE950CA0}"/>
                  </a:ext>
                </a:extLst>
              </p:cNvPr>
              <p:cNvSpPr/>
              <p:nvPr/>
            </p:nvSpPr>
            <p:spPr>
              <a:xfrm flipH="1" flipV="1">
                <a:off x="4813920" y="689652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8" name="Freihandform: Form 27">
                <a:extLst>
                  <a:ext uri="{FF2B5EF4-FFF2-40B4-BE49-F238E27FC236}">
                    <a16:creationId xmlns:a16="http://schemas.microsoft.com/office/drawing/2014/main" id="{608D414B-F1B4-31A9-DF98-DB5B5C62C8FF}"/>
                  </a:ext>
                </a:extLst>
              </p:cNvPr>
              <p:cNvSpPr/>
              <p:nvPr/>
            </p:nvSpPr>
            <p:spPr>
              <a:xfrm>
                <a:off x="4795560" y="6578280"/>
                <a:ext cx="183240" cy="126720"/>
              </a:xfrm>
              <a:custGeom>
                <a:avLst/>
                <a:gdLst/>
                <a:ahLst/>
                <a:cxnLst>
                  <a:cxn ang="3cd4">
                    <a:pos x="hc" y="t"/>
                  </a:cxn>
                  <a:cxn ang="cd2">
                    <a:pos x="l" y="vc"/>
                  </a:cxn>
                  <a:cxn ang="cd4">
                    <a:pos x="hc" y="b"/>
                  </a:cxn>
                  <a:cxn ang="0">
                    <a:pos x="r" y="vc"/>
                  </a:cxn>
                </a:cxnLst>
                <a:rect l="l" t="t" r="r" b="b"/>
                <a:pathLst>
                  <a:path w="510" h="353" fill="none">
                    <a:moveTo>
                      <a:pt x="510" y="353"/>
                    </a:moveTo>
                    <a:lnTo>
                      <a:pt x="0" y="59"/>
                    </a:lnTo>
                    <a:lnTo>
                      <a:pt x="0" y="0"/>
                    </a:lnTo>
                  </a:path>
                </a:pathLst>
              </a:custGeom>
              <a:no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9" name="Freihandform: Form 28">
                <a:extLst>
                  <a:ext uri="{FF2B5EF4-FFF2-40B4-BE49-F238E27FC236}">
                    <a16:creationId xmlns:a16="http://schemas.microsoft.com/office/drawing/2014/main" id="{0BE75536-9CB9-1EE0-093F-8F1DBBE50D02}"/>
                  </a:ext>
                </a:extLst>
              </p:cNvPr>
              <p:cNvSpPr/>
              <p:nvPr/>
            </p:nvSpPr>
            <p:spPr>
              <a:xfrm>
                <a:off x="4798800" y="6577919"/>
                <a:ext cx="180360" cy="127440"/>
              </a:xfrm>
              <a:custGeom>
                <a:avLst/>
                <a:gdLst/>
                <a:ahLst/>
                <a:cxnLst>
                  <a:cxn ang="3cd4">
                    <a:pos x="hc" y="t"/>
                  </a:cxn>
                  <a:cxn ang="cd2">
                    <a:pos x="l" y="vc"/>
                  </a:cxn>
                  <a:cxn ang="cd4">
                    <a:pos x="hc" y="b"/>
                  </a:cxn>
                  <a:cxn ang="0">
                    <a:pos x="r" y="vc"/>
                  </a:cxn>
                </a:cxnLst>
                <a:rect l="l" t="t" r="r" b="b"/>
                <a:pathLst>
                  <a:path w="502" h="355" fill="none">
                    <a:moveTo>
                      <a:pt x="502" y="355"/>
                    </a:moveTo>
                    <a:lnTo>
                      <a:pt x="502" y="296"/>
                    </a:lnTo>
                    <a:lnTo>
                      <a:pt x="0" y="0"/>
                    </a:lnTo>
                  </a:path>
                </a:pathLst>
              </a:cu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0" name="Freihandform: Form 29">
                <a:extLst>
                  <a:ext uri="{FF2B5EF4-FFF2-40B4-BE49-F238E27FC236}">
                    <a16:creationId xmlns:a16="http://schemas.microsoft.com/office/drawing/2014/main" id="{4D7DE831-9CF6-B714-0FC1-316B254CA6FB}"/>
                  </a:ext>
                </a:extLst>
              </p:cNvPr>
              <p:cNvSpPr/>
              <p:nvPr/>
            </p:nvSpPr>
            <p:spPr>
              <a:xfrm>
                <a:off x="4863600" y="6789960"/>
                <a:ext cx="21240" cy="37080"/>
              </a:xfrm>
              <a:custGeom>
                <a:avLst/>
                <a:gdLst/>
                <a:ahLst/>
                <a:cxnLst>
                  <a:cxn ang="3cd4">
                    <a:pos x="hc" y="t"/>
                  </a:cxn>
                  <a:cxn ang="cd2">
                    <a:pos x="l" y="vc"/>
                  </a:cxn>
                  <a:cxn ang="cd4">
                    <a:pos x="hc" y="b"/>
                  </a:cxn>
                  <a:cxn ang="0">
                    <a:pos x="r" y="vc"/>
                  </a:cxn>
                </a:cxnLst>
                <a:rect l="l" t="t" r="r" b="b"/>
                <a:pathLst>
                  <a:path w="60" h="104">
                    <a:moveTo>
                      <a:pt x="0" y="69"/>
                    </a:moveTo>
                    <a:lnTo>
                      <a:pt x="0" y="0"/>
                    </a:lnTo>
                    <a:lnTo>
                      <a:pt x="60" y="34"/>
                    </a:lnTo>
                    <a:lnTo>
                      <a:pt x="60" y="104"/>
                    </a:lnTo>
                    <a:close/>
                  </a:path>
                </a:pathLst>
              </a:custGeom>
              <a:solidFill>
                <a:srgbClr val="39B54A"/>
              </a:solid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1" name="Gerader Verbinder 30">
                <a:extLst>
                  <a:ext uri="{FF2B5EF4-FFF2-40B4-BE49-F238E27FC236}">
                    <a16:creationId xmlns:a16="http://schemas.microsoft.com/office/drawing/2014/main" id="{12FFF361-9E1F-6786-CF0E-C9D098CF00ED}"/>
                  </a:ext>
                </a:extLst>
              </p:cNvPr>
              <p:cNvSpPr/>
              <p:nvPr/>
            </p:nvSpPr>
            <p:spPr>
              <a:xfrm flipH="1" flipV="1">
                <a:off x="4813920" y="6854040"/>
                <a:ext cx="147240" cy="84959"/>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grpSp>
        <p:nvGrpSpPr>
          <p:cNvPr id="32" name="Gruppieren 31">
            <a:extLst>
              <a:ext uri="{FF2B5EF4-FFF2-40B4-BE49-F238E27FC236}">
                <a16:creationId xmlns:a16="http://schemas.microsoft.com/office/drawing/2014/main" id="{06739876-43FF-6C14-67CA-7AAF62A83E3B}"/>
              </a:ext>
            </a:extLst>
          </p:cNvPr>
          <p:cNvGrpSpPr/>
          <p:nvPr/>
        </p:nvGrpSpPr>
        <p:grpSpPr>
          <a:xfrm>
            <a:off x="3641039" y="3255839"/>
            <a:ext cx="610201" cy="881641"/>
            <a:chOff x="3641039" y="3255839"/>
            <a:chExt cx="610201" cy="881641"/>
          </a:xfrm>
        </p:grpSpPr>
        <p:sp>
          <p:nvSpPr>
            <p:cNvPr id="33" name="Freihandform: Form 32">
              <a:extLst>
                <a:ext uri="{FF2B5EF4-FFF2-40B4-BE49-F238E27FC236}">
                  <a16:creationId xmlns:a16="http://schemas.microsoft.com/office/drawing/2014/main" id="{E8A783CD-A5E2-7E84-B91B-12D5593F8ADA}"/>
                </a:ext>
              </a:extLst>
            </p:cNvPr>
            <p:cNvSpPr/>
            <p:nvPr/>
          </p:nvSpPr>
          <p:spPr>
            <a:xfrm>
              <a:off x="4087800" y="3961440"/>
              <a:ext cx="163440" cy="176040"/>
            </a:xfrm>
            <a:custGeom>
              <a:avLst/>
              <a:gdLst/>
              <a:ahLst/>
              <a:cxnLst>
                <a:cxn ang="3cd4">
                  <a:pos x="hc" y="t"/>
                </a:cxn>
                <a:cxn ang="cd2">
                  <a:pos x="l" y="vc"/>
                </a:cxn>
                <a:cxn ang="cd4">
                  <a:pos x="hc" y="b"/>
                </a:cxn>
                <a:cxn ang="0">
                  <a:pos x="r" y="vc"/>
                </a:cxn>
              </a:cxnLst>
              <a:rect l="l" t="t" r="r" b="b"/>
              <a:pathLst>
                <a:path w="455" h="490">
                  <a:moveTo>
                    <a:pt x="0" y="490"/>
                  </a:moveTo>
                  <a:cubicBezTo>
                    <a:pt x="113" y="490"/>
                    <a:pt x="455" y="359"/>
                    <a:pt x="455" y="229"/>
                  </a:cubicBezTo>
                  <a:cubicBezTo>
                    <a:pt x="455" y="98"/>
                    <a:pt x="290" y="0"/>
                    <a:pt x="207" y="0"/>
                  </a:cubicBezTo>
                  <a:cubicBezTo>
                    <a:pt x="207" y="98"/>
                    <a:pt x="0" y="359"/>
                    <a:pt x="0" y="49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34" name="Gruppieren 33">
              <a:extLst>
                <a:ext uri="{FF2B5EF4-FFF2-40B4-BE49-F238E27FC236}">
                  <a16:creationId xmlns:a16="http://schemas.microsoft.com/office/drawing/2014/main" id="{6D5D361C-0F4F-0701-05F9-9C0D426C73FB}"/>
                </a:ext>
              </a:extLst>
            </p:cNvPr>
            <p:cNvGrpSpPr/>
            <p:nvPr/>
          </p:nvGrpSpPr>
          <p:grpSpPr>
            <a:xfrm>
              <a:off x="3641039" y="3255839"/>
              <a:ext cx="521281" cy="881640"/>
              <a:chOff x="3641039" y="3255839"/>
              <a:chExt cx="521281" cy="881640"/>
            </a:xfrm>
          </p:grpSpPr>
          <p:sp>
            <p:nvSpPr>
              <p:cNvPr id="35" name="Freihandform: Form 34">
                <a:extLst>
                  <a:ext uri="{FF2B5EF4-FFF2-40B4-BE49-F238E27FC236}">
                    <a16:creationId xmlns:a16="http://schemas.microsoft.com/office/drawing/2014/main" id="{61068051-A712-80FC-F88F-1755C1ECAF04}"/>
                  </a:ext>
                </a:extLst>
              </p:cNvPr>
              <p:cNvSpPr/>
              <p:nvPr/>
            </p:nvSpPr>
            <p:spPr>
              <a:xfrm>
                <a:off x="3641039" y="3314519"/>
                <a:ext cx="446400" cy="822960"/>
              </a:xfrm>
              <a:custGeom>
                <a:avLst/>
                <a:gdLst/>
                <a:ahLst/>
                <a:cxnLst>
                  <a:cxn ang="3cd4">
                    <a:pos x="hc" y="t"/>
                  </a:cxn>
                  <a:cxn ang="cd2">
                    <a:pos x="l" y="vc"/>
                  </a:cxn>
                  <a:cxn ang="cd4">
                    <a:pos x="hc" y="b"/>
                  </a:cxn>
                  <a:cxn ang="0">
                    <a:pos x="r" y="vc"/>
                  </a:cxn>
                </a:cxnLst>
                <a:rect l="l" t="t" r="r" b="b"/>
                <a:pathLst>
                  <a:path w="1241" h="2287">
                    <a:moveTo>
                      <a:pt x="0" y="1307"/>
                    </a:moveTo>
                    <a:lnTo>
                      <a:pt x="0" y="0"/>
                    </a:lnTo>
                    <a:lnTo>
                      <a:pt x="1241" y="980"/>
                    </a:lnTo>
                    <a:lnTo>
                      <a:pt x="1241" y="2287"/>
                    </a:lnTo>
                    <a:close/>
                  </a:path>
                </a:pathLst>
              </a:custGeom>
              <a:gradFill>
                <a:gsLst>
                  <a:gs pos="0">
                    <a:srgbClr val="DE8E96"/>
                  </a:gs>
                  <a:gs pos="100000">
                    <a:srgbClr val="F8E8EA"/>
                  </a:gs>
                </a:gsLst>
                <a:lin ang="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6" name="Gerader Verbinder 35">
                <a:extLst>
                  <a:ext uri="{FF2B5EF4-FFF2-40B4-BE49-F238E27FC236}">
                    <a16:creationId xmlns:a16="http://schemas.microsoft.com/office/drawing/2014/main" id="{8E96E0CB-5B56-5D12-3E4F-A1455CA9FF13}"/>
                  </a:ext>
                </a:extLst>
              </p:cNvPr>
              <p:cNvSpPr/>
              <p:nvPr/>
            </p:nvSpPr>
            <p:spPr>
              <a:xfrm>
                <a:off x="3641039" y="3667320"/>
                <a:ext cx="446761"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7" name="Gerader Verbinder 36">
                <a:extLst>
                  <a:ext uri="{FF2B5EF4-FFF2-40B4-BE49-F238E27FC236}">
                    <a16:creationId xmlns:a16="http://schemas.microsoft.com/office/drawing/2014/main" id="{D303D9C1-0A22-266B-792F-E2B3704D57AF}"/>
                  </a:ext>
                </a:extLst>
              </p:cNvPr>
              <p:cNvSpPr/>
              <p:nvPr/>
            </p:nvSpPr>
            <p:spPr>
              <a:xfrm>
                <a:off x="3641039" y="3549960"/>
                <a:ext cx="446761" cy="35279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8" name="Gerader Verbinder 37">
                <a:extLst>
                  <a:ext uri="{FF2B5EF4-FFF2-40B4-BE49-F238E27FC236}">
                    <a16:creationId xmlns:a16="http://schemas.microsoft.com/office/drawing/2014/main" id="{1E169015-34ED-73E0-7E5A-05C6FACD2818}"/>
                  </a:ext>
                </a:extLst>
              </p:cNvPr>
              <p:cNvSpPr/>
              <p:nvPr/>
            </p:nvSpPr>
            <p:spPr>
              <a:xfrm>
                <a:off x="3641039" y="3432239"/>
                <a:ext cx="446761"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9" name="Gerader Verbinder 38">
                <a:extLst>
                  <a:ext uri="{FF2B5EF4-FFF2-40B4-BE49-F238E27FC236}">
                    <a16:creationId xmlns:a16="http://schemas.microsoft.com/office/drawing/2014/main" id="{79D0A5DF-86DA-F3B4-EBC7-EE6BECDE3F11}"/>
                  </a:ext>
                </a:extLst>
              </p:cNvPr>
              <p:cNvSpPr/>
              <p:nvPr/>
            </p:nvSpPr>
            <p:spPr>
              <a:xfrm>
                <a:off x="3790079" y="366732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0" name="Gerader Verbinder 39">
                <a:extLst>
                  <a:ext uri="{FF2B5EF4-FFF2-40B4-BE49-F238E27FC236}">
                    <a16:creationId xmlns:a16="http://schemas.microsoft.com/office/drawing/2014/main" id="{BF9D7125-ADF0-D220-0A98-BBD8DF88DDFA}"/>
                  </a:ext>
                </a:extLst>
              </p:cNvPr>
              <p:cNvSpPr/>
              <p:nvPr/>
            </p:nvSpPr>
            <p:spPr>
              <a:xfrm>
                <a:off x="3938759" y="35499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1" name="Gerader Verbinder 40">
                <a:extLst>
                  <a:ext uri="{FF2B5EF4-FFF2-40B4-BE49-F238E27FC236}">
                    <a16:creationId xmlns:a16="http://schemas.microsoft.com/office/drawing/2014/main" id="{4F4C7F97-3FEE-2758-577A-327717EAD2DD}"/>
                  </a:ext>
                </a:extLst>
              </p:cNvPr>
              <p:cNvSpPr/>
              <p:nvPr/>
            </p:nvSpPr>
            <p:spPr>
              <a:xfrm>
                <a:off x="4013279" y="396144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2" name="Gerader Verbinder 41">
                <a:extLst>
                  <a:ext uri="{FF2B5EF4-FFF2-40B4-BE49-F238E27FC236}">
                    <a16:creationId xmlns:a16="http://schemas.microsoft.com/office/drawing/2014/main" id="{80402FDC-D8A1-A32E-567F-6E75862C7DA4}"/>
                  </a:ext>
                </a:extLst>
              </p:cNvPr>
              <p:cNvSpPr/>
              <p:nvPr/>
            </p:nvSpPr>
            <p:spPr>
              <a:xfrm>
                <a:off x="3864600" y="384372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3" name="Gerader Verbinder 42">
                <a:extLst>
                  <a:ext uri="{FF2B5EF4-FFF2-40B4-BE49-F238E27FC236}">
                    <a16:creationId xmlns:a16="http://schemas.microsoft.com/office/drawing/2014/main" id="{99F54538-5DE1-B2E9-4A82-EC3F8ECCA9E7}"/>
                  </a:ext>
                </a:extLst>
              </p:cNvPr>
              <p:cNvSpPr/>
              <p:nvPr/>
            </p:nvSpPr>
            <p:spPr>
              <a:xfrm>
                <a:off x="3715560" y="37263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4" name="Gerader Verbinder 43">
                <a:extLst>
                  <a:ext uri="{FF2B5EF4-FFF2-40B4-BE49-F238E27FC236}">
                    <a16:creationId xmlns:a16="http://schemas.microsoft.com/office/drawing/2014/main" id="{84D9D26C-A6C3-7488-3DA9-C777A7889BF1}"/>
                  </a:ext>
                </a:extLst>
              </p:cNvPr>
              <p:cNvSpPr/>
              <p:nvPr/>
            </p:nvSpPr>
            <p:spPr>
              <a:xfrm>
                <a:off x="3790079" y="3432239"/>
                <a:ext cx="0" cy="11772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5" name="Gerader Verbinder 44">
                <a:extLst>
                  <a:ext uri="{FF2B5EF4-FFF2-40B4-BE49-F238E27FC236}">
                    <a16:creationId xmlns:a16="http://schemas.microsoft.com/office/drawing/2014/main" id="{6FBD4CC3-DB5A-0A4E-5BDB-31C4157EBBDA}"/>
                  </a:ext>
                </a:extLst>
              </p:cNvPr>
              <p:cNvSpPr/>
              <p:nvPr/>
            </p:nvSpPr>
            <p:spPr>
              <a:xfrm>
                <a:off x="3864600" y="3608639"/>
                <a:ext cx="0" cy="11772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6" name="Gerader Verbinder 45">
                <a:extLst>
                  <a:ext uri="{FF2B5EF4-FFF2-40B4-BE49-F238E27FC236}">
                    <a16:creationId xmlns:a16="http://schemas.microsoft.com/office/drawing/2014/main" id="{002AE028-13DF-E3A1-EF7D-24F2E744516A}"/>
                  </a:ext>
                </a:extLst>
              </p:cNvPr>
              <p:cNvSpPr/>
              <p:nvPr/>
            </p:nvSpPr>
            <p:spPr>
              <a:xfrm>
                <a:off x="3938759" y="3785039"/>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7" name="Gerader Verbinder 46">
                <a:extLst>
                  <a:ext uri="{FF2B5EF4-FFF2-40B4-BE49-F238E27FC236}">
                    <a16:creationId xmlns:a16="http://schemas.microsoft.com/office/drawing/2014/main" id="{EA8106C3-F9A2-EDBC-DB70-D008817D656D}"/>
                  </a:ext>
                </a:extLst>
              </p:cNvPr>
              <p:cNvSpPr/>
              <p:nvPr/>
            </p:nvSpPr>
            <p:spPr>
              <a:xfrm>
                <a:off x="4013279" y="37263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8" name="Gerader Verbinder 47">
                <a:extLst>
                  <a:ext uri="{FF2B5EF4-FFF2-40B4-BE49-F238E27FC236}">
                    <a16:creationId xmlns:a16="http://schemas.microsoft.com/office/drawing/2014/main" id="{774DDD23-CAD6-F8EC-CF00-FF929FCC422E}"/>
                  </a:ext>
                </a:extLst>
              </p:cNvPr>
              <p:cNvSpPr/>
              <p:nvPr/>
            </p:nvSpPr>
            <p:spPr>
              <a:xfrm>
                <a:off x="3715560" y="3490919"/>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9" name="Freihandform: Form 48">
                <a:extLst>
                  <a:ext uri="{FF2B5EF4-FFF2-40B4-BE49-F238E27FC236}">
                    <a16:creationId xmlns:a16="http://schemas.microsoft.com/office/drawing/2014/main" id="{E16E1761-0CBD-E9FB-D078-4D53A8598078}"/>
                  </a:ext>
                </a:extLst>
              </p:cNvPr>
              <p:cNvSpPr/>
              <p:nvPr/>
            </p:nvSpPr>
            <p:spPr>
              <a:xfrm>
                <a:off x="4087800" y="3608639"/>
                <a:ext cx="74160" cy="528840"/>
              </a:xfrm>
              <a:custGeom>
                <a:avLst/>
                <a:gdLst/>
                <a:ahLst/>
                <a:cxnLst>
                  <a:cxn ang="3cd4">
                    <a:pos x="hc" y="t"/>
                  </a:cxn>
                  <a:cxn ang="cd2">
                    <a:pos x="l" y="vc"/>
                  </a:cxn>
                  <a:cxn ang="cd4">
                    <a:pos x="hc" y="b"/>
                  </a:cxn>
                  <a:cxn ang="0">
                    <a:pos x="r" y="vc"/>
                  </a:cxn>
                </a:cxnLst>
                <a:rect l="l" t="t" r="r" b="b"/>
                <a:pathLst>
                  <a:path w="207" h="1470">
                    <a:moveTo>
                      <a:pt x="0" y="1470"/>
                    </a:moveTo>
                    <a:lnTo>
                      <a:pt x="0" y="163"/>
                    </a:lnTo>
                    <a:lnTo>
                      <a:pt x="207" y="0"/>
                    </a:lnTo>
                    <a:lnTo>
                      <a:pt x="207" y="1307"/>
                    </a:lnTo>
                    <a:close/>
                  </a:path>
                </a:pathLst>
              </a:custGeom>
              <a:gradFill>
                <a:gsLst>
                  <a:gs pos="0">
                    <a:srgbClr val="F8E8EA"/>
                  </a:gs>
                  <a:gs pos="100000">
                    <a:srgbClr val="DE8E96"/>
                  </a:gs>
                </a:gsLst>
                <a:path path="rect">
                  <a:fillToRect l="70000" t="30000" r="30000" b="70000"/>
                </a:path>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0" name="Freihandform: Form 49">
                <a:extLst>
                  <a:ext uri="{FF2B5EF4-FFF2-40B4-BE49-F238E27FC236}">
                    <a16:creationId xmlns:a16="http://schemas.microsoft.com/office/drawing/2014/main" id="{6B2E7434-AF9A-12A6-2540-B10C7BE8CA4A}"/>
                  </a:ext>
                </a:extLst>
              </p:cNvPr>
              <p:cNvSpPr/>
              <p:nvPr/>
            </p:nvSpPr>
            <p:spPr>
              <a:xfrm>
                <a:off x="3641039" y="3255839"/>
                <a:ext cx="520919" cy="411120"/>
              </a:xfrm>
              <a:custGeom>
                <a:avLst/>
                <a:gdLst/>
                <a:ahLst/>
                <a:cxnLst>
                  <a:cxn ang="3cd4">
                    <a:pos x="hc" y="t"/>
                  </a:cxn>
                  <a:cxn ang="cd2">
                    <a:pos x="l" y="vc"/>
                  </a:cxn>
                  <a:cxn ang="cd4">
                    <a:pos x="hc" y="b"/>
                  </a:cxn>
                  <a:cxn ang="0">
                    <a:pos x="r" y="vc"/>
                  </a:cxn>
                </a:cxnLst>
                <a:rect l="l" t="t" r="r" b="b"/>
                <a:pathLst>
                  <a:path w="1448" h="1143">
                    <a:moveTo>
                      <a:pt x="1241" y="1143"/>
                    </a:moveTo>
                    <a:lnTo>
                      <a:pt x="0" y="163"/>
                    </a:lnTo>
                    <a:lnTo>
                      <a:pt x="207" y="0"/>
                    </a:lnTo>
                    <a:lnTo>
                      <a:pt x="1448" y="980"/>
                    </a:lnTo>
                    <a:close/>
                  </a:path>
                </a:pathLst>
              </a:custGeom>
              <a:gradFill>
                <a:gsLst>
                  <a:gs pos="0">
                    <a:srgbClr val="DE8E96"/>
                  </a:gs>
                  <a:gs pos="100000">
                    <a:srgbClr val="F8E8EA"/>
                  </a:gs>
                </a:gsLst>
                <a:lin ang="540000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1" name="Gerader Verbinder 50">
                <a:extLst>
                  <a:ext uri="{FF2B5EF4-FFF2-40B4-BE49-F238E27FC236}">
                    <a16:creationId xmlns:a16="http://schemas.microsoft.com/office/drawing/2014/main" id="{6D06B9D0-A447-4902-BBEC-71DCC07AA4D2}"/>
                  </a:ext>
                </a:extLst>
              </p:cNvPr>
              <p:cNvSpPr/>
              <p:nvPr/>
            </p:nvSpPr>
            <p:spPr>
              <a:xfrm flipV="1">
                <a:off x="3938759" y="3490919"/>
                <a:ext cx="74520" cy="5868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2" name="Gerader Verbinder 51">
                <a:extLst>
                  <a:ext uri="{FF2B5EF4-FFF2-40B4-BE49-F238E27FC236}">
                    <a16:creationId xmlns:a16="http://schemas.microsoft.com/office/drawing/2014/main" id="{10DBC72A-3F21-1DF2-FBF5-FF7677041650}"/>
                  </a:ext>
                </a:extLst>
              </p:cNvPr>
              <p:cNvSpPr/>
              <p:nvPr/>
            </p:nvSpPr>
            <p:spPr>
              <a:xfrm flipV="1">
                <a:off x="4087800" y="3726360"/>
                <a:ext cx="74520" cy="5867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3" name="Gerader Verbinder 52">
                <a:extLst>
                  <a:ext uri="{FF2B5EF4-FFF2-40B4-BE49-F238E27FC236}">
                    <a16:creationId xmlns:a16="http://schemas.microsoft.com/office/drawing/2014/main" id="{F5F88AE5-E75B-2779-47BD-1972084FAB6D}"/>
                  </a:ext>
                </a:extLst>
              </p:cNvPr>
              <p:cNvSpPr/>
              <p:nvPr/>
            </p:nvSpPr>
            <p:spPr>
              <a:xfrm flipV="1">
                <a:off x="4087800" y="384372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4" name="Gerader Verbinder 53">
                <a:extLst>
                  <a:ext uri="{FF2B5EF4-FFF2-40B4-BE49-F238E27FC236}">
                    <a16:creationId xmlns:a16="http://schemas.microsoft.com/office/drawing/2014/main" id="{B37BD9B7-4270-A26D-1AB4-A43F05D96E5A}"/>
                  </a:ext>
                </a:extLst>
              </p:cNvPr>
              <p:cNvSpPr/>
              <p:nvPr/>
            </p:nvSpPr>
            <p:spPr>
              <a:xfrm flipV="1">
                <a:off x="4087800" y="396144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5" name="Gerader Verbinder 54">
                <a:extLst>
                  <a:ext uri="{FF2B5EF4-FFF2-40B4-BE49-F238E27FC236}">
                    <a16:creationId xmlns:a16="http://schemas.microsoft.com/office/drawing/2014/main" id="{2DF01BD3-EC12-993C-266F-70223D8B9D60}"/>
                  </a:ext>
                </a:extLst>
              </p:cNvPr>
              <p:cNvSpPr/>
              <p:nvPr/>
            </p:nvSpPr>
            <p:spPr>
              <a:xfrm flipV="1">
                <a:off x="3790079" y="3373560"/>
                <a:ext cx="74521" cy="5867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6" name="Freihandform: Form 55">
                <a:extLst>
                  <a:ext uri="{FF2B5EF4-FFF2-40B4-BE49-F238E27FC236}">
                    <a16:creationId xmlns:a16="http://schemas.microsoft.com/office/drawing/2014/main" id="{D29C7F8F-3134-504E-6B19-982830617AFB}"/>
                  </a:ext>
                </a:extLst>
              </p:cNvPr>
              <p:cNvSpPr/>
              <p:nvPr/>
            </p:nvSpPr>
            <p:spPr>
              <a:xfrm>
                <a:off x="3641039" y="3255839"/>
                <a:ext cx="520919" cy="881640"/>
              </a:xfrm>
              <a:custGeom>
                <a:avLst/>
                <a:gdLst/>
                <a:ahLst/>
                <a:cxnLst>
                  <a:cxn ang="3cd4">
                    <a:pos x="hc" y="t"/>
                  </a:cxn>
                  <a:cxn ang="cd2">
                    <a:pos x="l" y="vc"/>
                  </a:cxn>
                  <a:cxn ang="cd4">
                    <a:pos x="hc" y="b"/>
                  </a:cxn>
                  <a:cxn ang="0">
                    <a:pos x="r" y="vc"/>
                  </a:cxn>
                </a:cxnLst>
                <a:rect l="l" t="t" r="r" b="b"/>
                <a:pathLst>
                  <a:path w="1448" h="2450">
                    <a:moveTo>
                      <a:pt x="207" y="0"/>
                    </a:moveTo>
                    <a:lnTo>
                      <a:pt x="1448" y="980"/>
                    </a:lnTo>
                    <a:lnTo>
                      <a:pt x="1448" y="2287"/>
                    </a:lnTo>
                    <a:lnTo>
                      <a:pt x="1241" y="2450"/>
                    </a:lnTo>
                    <a:lnTo>
                      <a:pt x="0" y="1470"/>
                    </a:lnTo>
                    <a:lnTo>
                      <a:pt x="0" y="163"/>
                    </a:lnTo>
                    <a:close/>
                  </a:path>
                </a:pathLst>
              </a:custGeom>
              <a:noFill/>
              <a:ln w="14400">
                <a:solidFill>
                  <a:srgbClr val="000000"/>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grpSp>
        <p:nvGrpSpPr>
          <p:cNvPr id="57" name="Gruppieren 56">
            <a:extLst>
              <a:ext uri="{FF2B5EF4-FFF2-40B4-BE49-F238E27FC236}">
                <a16:creationId xmlns:a16="http://schemas.microsoft.com/office/drawing/2014/main" id="{463E28D5-B730-CCA0-4004-C5CD84E84DCB}"/>
              </a:ext>
            </a:extLst>
          </p:cNvPr>
          <p:cNvGrpSpPr/>
          <p:nvPr/>
        </p:nvGrpSpPr>
        <p:grpSpPr>
          <a:xfrm>
            <a:off x="5303520" y="5505840"/>
            <a:ext cx="548280" cy="461159"/>
            <a:chOff x="5303520" y="5505840"/>
            <a:chExt cx="548280" cy="461159"/>
          </a:xfrm>
        </p:grpSpPr>
        <p:sp>
          <p:nvSpPr>
            <p:cNvPr id="58" name="Freihandform: Form 57">
              <a:extLst>
                <a:ext uri="{FF2B5EF4-FFF2-40B4-BE49-F238E27FC236}">
                  <a16:creationId xmlns:a16="http://schemas.microsoft.com/office/drawing/2014/main" id="{16145BA9-1EF0-9748-5048-C20331633123}"/>
                </a:ext>
              </a:extLst>
            </p:cNvPr>
            <p:cNvSpPr/>
            <p:nvPr/>
          </p:nvSpPr>
          <p:spPr>
            <a:xfrm>
              <a:off x="5572800" y="5759640"/>
              <a:ext cx="279000" cy="195840"/>
            </a:xfrm>
            <a:custGeom>
              <a:avLst/>
              <a:gdLst/>
              <a:ahLst/>
              <a:cxnLst>
                <a:cxn ang="3cd4">
                  <a:pos x="hc" y="t"/>
                </a:cxn>
                <a:cxn ang="cd2">
                  <a:pos x="l" y="vc"/>
                </a:cxn>
                <a:cxn ang="cd4">
                  <a:pos x="hc" y="b"/>
                </a:cxn>
                <a:cxn ang="0">
                  <a:pos x="r" y="vc"/>
                </a:cxn>
              </a:cxnLst>
              <a:rect l="l" t="t" r="r" b="b"/>
              <a:pathLst>
                <a:path w="776" h="545">
                  <a:moveTo>
                    <a:pt x="0" y="545"/>
                  </a:moveTo>
                  <a:cubicBezTo>
                    <a:pt x="199" y="545"/>
                    <a:pt x="711" y="288"/>
                    <a:pt x="762" y="192"/>
                  </a:cubicBezTo>
                  <a:cubicBezTo>
                    <a:pt x="813" y="96"/>
                    <a:pt x="711" y="0"/>
                    <a:pt x="661" y="0"/>
                  </a:cubicBezTo>
                  <a:cubicBezTo>
                    <a:pt x="661" y="137"/>
                    <a:pt x="0" y="316"/>
                    <a:pt x="0" y="545"/>
                  </a:cubicBezTo>
                  <a:close/>
                </a:path>
              </a:pathLst>
            </a:custGeom>
            <a:solidFill>
              <a:srgbClr val="DDDDDD"/>
            </a:solidFill>
            <a:ln w="14400">
              <a:solidFill>
                <a:srgbClr val="DDDDDD"/>
              </a:solidFill>
              <a:prstDash val="solid"/>
              <a:round/>
            </a:ln>
          </p:spPr>
          <p:txBody>
            <a:bodyPr wrap="squar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59" name="Gruppieren 58">
              <a:extLst>
                <a:ext uri="{FF2B5EF4-FFF2-40B4-BE49-F238E27FC236}">
                  <a16:creationId xmlns:a16="http://schemas.microsoft.com/office/drawing/2014/main" id="{2B9787E1-DC04-DCFD-E4C1-033C7919BA52}"/>
                </a:ext>
              </a:extLst>
            </p:cNvPr>
            <p:cNvGrpSpPr/>
            <p:nvPr/>
          </p:nvGrpSpPr>
          <p:grpSpPr>
            <a:xfrm>
              <a:off x="5303520" y="5505840"/>
              <a:ext cx="511560" cy="461159"/>
              <a:chOff x="5303520" y="5505840"/>
              <a:chExt cx="511560" cy="461159"/>
            </a:xfrm>
          </p:grpSpPr>
          <p:sp>
            <p:nvSpPr>
              <p:cNvPr id="60" name="Freihandform: Form 59">
                <a:extLst>
                  <a:ext uri="{FF2B5EF4-FFF2-40B4-BE49-F238E27FC236}">
                    <a16:creationId xmlns:a16="http://schemas.microsoft.com/office/drawing/2014/main" id="{F89DE005-B4A9-0F9A-E95D-3EE21821F556}"/>
                  </a:ext>
                </a:extLst>
              </p:cNvPr>
              <p:cNvSpPr/>
              <p:nvPr/>
            </p:nvSpPr>
            <p:spPr>
              <a:xfrm>
                <a:off x="5303520" y="5667479"/>
                <a:ext cx="255600" cy="299520"/>
              </a:xfrm>
              <a:custGeom>
                <a:avLst/>
                <a:gdLst/>
                <a:ahLst/>
                <a:cxnLst>
                  <a:cxn ang="3cd4">
                    <a:pos x="hc" y="t"/>
                  </a:cxn>
                  <a:cxn ang="cd2">
                    <a:pos x="l" y="vc"/>
                  </a:cxn>
                  <a:cxn ang="cd4">
                    <a:pos x="hc" y="b"/>
                  </a:cxn>
                  <a:cxn ang="0">
                    <a:pos x="r" y="vc"/>
                  </a:cxn>
                </a:cxnLst>
                <a:rect l="l" t="t" r="r" b="b"/>
                <a:pathLst>
                  <a:path w="711" h="833">
                    <a:moveTo>
                      <a:pt x="0" y="385"/>
                    </a:moveTo>
                    <a:lnTo>
                      <a:pt x="0" y="0"/>
                    </a:lnTo>
                    <a:lnTo>
                      <a:pt x="711" y="449"/>
                    </a:lnTo>
                    <a:lnTo>
                      <a:pt x="711" y="833"/>
                    </a:lnTo>
                    <a:close/>
                  </a:path>
                </a:pathLst>
              </a:custGeom>
              <a:gradFill>
                <a:gsLst>
                  <a:gs pos="0">
                    <a:srgbClr val="0073BC"/>
                  </a:gs>
                  <a:gs pos="100000">
                    <a:srgbClr val="7FB9DD"/>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1" name="Freihandform: Form 60">
                <a:extLst>
                  <a:ext uri="{FF2B5EF4-FFF2-40B4-BE49-F238E27FC236}">
                    <a16:creationId xmlns:a16="http://schemas.microsoft.com/office/drawing/2014/main" id="{B6FAFF96-98D0-6D6B-66CA-0342ADE84FEA}"/>
                  </a:ext>
                </a:extLst>
              </p:cNvPr>
              <p:cNvSpPr/>
              <p:nvPr/>
            </p:nvSpPr>
            <p:spPr>
              <a:xfrm>
                <a:off x="5559480" y="5667479"/>
                <a:ext cx="255600" cy="299520"/>
              </a:xfrm>
              <a:custGeom>
                <a:avLst/>
                <a:gdLst/>
                <a:ahLst/>
                <a:cxnLst>
                  <a:cxn ang="3cd4">
                    <a:pos x="hc" y="t"/>
                  </a:cxn>
                  <a:cxn ang="cd2">
                    <a:pos x="l" y="vc"/>
                  </a:cxn>
                  <a:cxn ang="cd4">
                    <a:pos x="hc" y="b"/>
                  </a:cxn>
                  <a:cxn ang="0">
                    <a:pos x="r" y="vc"/>
                  </a:cxn>
                </a:cxnLst>
                <a:rect l="l" t="t" r="r" b="b"/>
                <a:pathLst>
                  <a:path w="711" h="833">
                    <a:moveTo>
                      <a:pt x="0" y="833"/>
                    </a:moveTo>
                    <a:lnTo>
                      <a:pt x="0" y="449"/>
                    </a:lnTo>
                    <a:lnTo>
                      <a:pt x="711" y="0"/>
                    </a:lnTo>
                    <a:lnTo>
                      <a:pt x="711" y="385"/>
                    </a:lnTo>
                    <a:close/>
                  </a:path>
                </a:pathLst>
              </a:custGeom>
              <a:gradFill>
                <a:gsLst>
                  <a:gs pos="0">
                    <a:srgbClr val="7FB9DD"/>
                  </a:gs>
                  <a:gs pos="100000">
                    <a:srgbClr val="0073BC"/>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2" name="Freihandform: Form 61">
                <a:extLst>
                  <a:ext uri="{FF2B5EF4-FFF2-40B4-BE49-F238E27FC236}">
                    <a16:creationId xmlns:a16="http://schemas.microsoft.com/office/drawing/2014/main" id="{9726CA80-06AC-7A65-CA75-04998B6602AF}"/>
                  </a:ext>
                </a:extLst>
              </p:cNvPr>
              <p:cNvSpPr/>
              <p:nvPr/>
            </p:nvSpPr>
            <p:spPr>
              <a:xfrm>
                <a:off x="5303520" y="5505840"/>
                <a:ext cx="511559" cy="322560"/>
              </a:xfrm>
              <a:custGeom>
                <a:avLst/>
                <a:gdLst/>
                <a:ahLst/>
                <a:cxnLst>
                  <a:cxn ang="3cd4">
                    <a:pos x="hc" y="t"/>
                  </a:cxn>
                  <a:cxn ang="cd2">
                    <a:pos x="l" y="vc"/>
                  </a:cxn>
                  <a:cxn ang="cd4">
                    <a:pos x="hc" y="b"/>
                  </a:cxn>
                  <a:cxn ang="0">
                    <a:pos x="r" y="vc"/>
                  </a:cxn>
                </a:cxnLst>
                <a:rect l="l" t="t" r="r" b="b"/>
                <a:pathLst>
                  <a:path w="1422" h="897">
                    <a:moveTo>
                      <a:pt x="711" y="897"/>
                    </a:moveTo>
                    <a:lnTo>
                      <a:pt x="0" y="449"/>
                    </a:lnTo>
                    <a:lnTo>
                      <a:pt x="711" y="0"/>
                    </a:lnTo>
                    <a:lnTo>
                      <a:pt x="1422" y="449"/>
                    </a:lnTo>
                    <a:close/>
                  </a:path>
                </a:pathLst>
              </a:custGeom>
              <a:gradFill>
                <a:gsLst>
                  <a:gs pos="0">
                    <a:srgbClr val="0073BC"/>
                  </a:gs>
                  <a:gs pos="100000">
                    <a:srgbClr val="7FB9DD"/>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3" name="Freihandform: Form 62">
                <a:extLst>
                  <a:ext uri="{FF2B5EF4-FFF2-40B4-BE49-F238E27FC236}">
                    <a16:creationId xmlns:a16="http://schemas.microsoft.com/office/drawing/2014/main" id="{B9A74205-3337-4A98-351D-204A32275647}"/>
                  </a:ext>
                </a:extLst>
              </p:cNvPr>
              <p:cNvSpPr/>
              <p:nvPr/>
            </p:nvSpPr>
            <p:spPr>
              <a:xfrm>
                <a:off x="5303520" y="5505840"/>
                <a:ext cx="511559" cy="461159"/>
              </a:xfrm>
              <a:custGeom>
                <a:avLst/>
                <a:gdLst/>
                <a:ahLst/>
                <a:cxnLst>
                  <a:cxn ang="3cd4">
                    <a:pos x="hc" y="t"/>
                  </a:cxn>
                  <a:cxn ang="cd2">
                    <a:pos x="l" y="vc"/>
                  </a:cxn>
                  <a:cxn ang="cd4">
                    <a:pos x="hc" y="b"/>
                  </a:cxn>
                  <a:cxn ang="0">
                    <a:pos x="r" y="vc"/>
                  </a:cxn>
                </a:cxnLst>
                <a:rect l="l" t="t" r="r" b="b"/>
                <a:pathLst>
                  <a:path w="1422" h="1282">
                    <a:moveTo>
                      <a:pt x="0" y="833"/>
                    </a:moveTo>
                    <a:lnTo>
                      <a:pt x="0" y="449"/>
                    </a:lnTo>
                    <a:lnTo>
                      <a:pt x="711" y="0"/>
                    </a:lnTo>
                    <a:lnTo>
                      <a:pt x="1422" y="449"/>
                    </a:lnTo>
                    <a:lnTo>
                      <a:pt x="1422" y="833"/>
                    </a:lnTo>
                    <a:lnTo>
                      <a:pt x="711" y="1282"/>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4" name="Freihandform: Form 63">
                <a:extLst>
                  <a:ext uri="{FF2B5EF4-FFF2-40B4-BE49-F238E27FC236}">
                    <a16:creationId xmlns:a16="http://schemas.microsoft.com/office/drawing/2014/main" id="{471DA69E-49E3-83EA-5FB0-D8BEDD589EA5}"/>
                  </a:ext>
                </a:extLst>
              </p:cNvPr>
              <p:cNvSpPr/>
              <p:nvPr/>
            </p:nvSpPr>
            <p:spPr>
              <a:xfrm>
                <a:off x="5413320" y="5621400"/>
                <a:ext cx="164160" cy="80280"/>
              </a:xfrm>
              <a:custGeom>
                <a:avLst/>
                <a:gdLst/>
                <a:ahLst/>
                <a:cxnLst>
                  <a:cxn ang="3cd4">
                    <a:pos x="hc" y="t"/>
                  </a:cxn>
                  <a:cxn ang="cd2">
                    <a:pos x="l" y="vc"/>
                  </a:cxn>
                  <a:cxn ang="cd4">
                    <a:pos x="hc" y="b"/>
                  </a:cxn>
                  <a:cxn ang="0">
                    <a:pos x="r" y="vc"/>
                  </a:cxn>
                </a:cxnLst>
                <a:rect l="l" t="t" r="r" b="b"/>
                <a:pathLst>
                  <a:path w="457" h="224">
                    <a:moveTo>
                      <a:pt x="152" y="0"/>
                    </a:moveTo>
                    <a:lnTo>
                      <a:pt x="102" y="32"/>
                    </a:lnTo>
                    <a:lnTo>
                      <a:pt x="305" y="160"/>
                    </a:lnTo>
                    <a:lnTo>
                      <a:pt x="457" y="192"/>
                    </a:lnTo>
                    <a:lnTo>
                      <a:pt x="406" y="224"/>
                    </a:lnTo>
                    <a:lnTo>
                      <a:pt x="254" y="192"/>
                    </a:lnTo>
                    <a:lnTo>
                      <a:pt x="51" y="64"/>
                    </a:lnTo>
                    <a:lnTo>
                      <a:pt x="0" y="96"/>
                    </a:lnTo>
                    <a:lnTo>
                      <a:pt x="0"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5" name="Freihandform: Form 64">
                <a:extLst>
                  <a:ext uri="{FF2B5EF4-FFF2-40B4-BE49-F238E27FC236}">
                    <a16:creationId xmlns:a16="http://schemas.microsoft.com/office/drawing/2014/main" id="{35F4FA6C-ED25-4BA0-AC6E-C22F5F2B2873}"/>
                  </a:ext>
                </a:extLst>
              </p:cNvPr>
              <p:cNvSpPr/>
              <p:nvPr/>
            </p:nvSpPr>
            <p:spPr>
              <a:xfrm>
                <a:off x="5541120" y="5632919"/>
                <a:ext cx="164160" cy="80280"/>
              </a:xfrm>
              <a:custGeom>
                <a:avLst/>
                <a:gdLst/>
                <a:ahLst/>
                <a:cxnLst>
                  <a:cxn ang="3cd4">
                    <a:pos x="hc" y="t"/>
                  </a:cxn>
                  <a:cxn ang="cd2">
                    <a:pos x="l" y="vc"/>
                  </a:cxn>
                  <a:cxn ang="cd4">
                    <a:pos x="hc" y="b"/>
                  </a:cxn>
                  <a:cxn ang="0">
                    <a:pos x="r" y="vc"/>
                  </a:cxn>
                </a:cxnLst>
                <a:rect l="l" t="t" r="r" b="b"/>
                <a:pathLst>
                  <a:path w="457" h="224">
                    <a:moveTo>
                      <a:pt x="407" y="160"/>
                    </a:moveTo>
                    <a:lnTo>
                      <a:pt x="457" y="128"/>
                    </a:lnTo>
                    <a:lnTo>
                      <a:pt x="457" y="224"/>
                    </a:lnTo>
                    <a:lnTo>
                      <a:pt x="305" y="224"/>
                    </a:lnTo>
                    <a:lnTo>
                      <a:pt x="356" y="192"/>
                    </a:lnTo>
                    <a:lnTo>
                      <a:pt x="153" y="64"/>
                    </a:lnTo>
                    <a:lnTo>
                      <a:pt x="0" y="32"/>
                    </a:lnTo>
                    <a:lnTo>
                      <a:pt x="51" y="0"/>
                    </a:lnTo>
                    <a:lnTo>
                      <a:pt x="204" y="3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6" name="Freihandform: Form 65">
                <a:extLst>
                  <a:ext uri="{FF2B5EF4-FFF2-40B4-BE49-F238E27FC236}">
                    <a16:creationId xmlns:a16="http://schemas.microsoft.com/office/drawing/2014/main" id="{FB23FD47-8EAF-C27B-5419-7FD05862AAA9}"/>
                  </a:ext>
                </a:extLst>
              </p:cNvPr>
              <p:cNvSpPr/>
              <p:nvPr/>
            </p:nvSpPr>
            <p:spPr>
              <a:xfrm>
                <a:off x="5486399" y="5655959"/>
                <a:ext cx="127440" cy="103320"/>
              </a:xfrm>
              <a:custGeom>
                <a:avLst/>
                <a:gdLst/>
                <a:ahLst/>
                <a:cxnLst>
                  <a:cxn ang="3cd4">
                    <a:pos x="hc" y="t"/>
                  </a:cxn>
                  <a:cxn ang="cd2">
                    <a:pos x="l" y="vc"/>
                  </a:cxn>
                  <a:cxn ang="cd4">
                    <a:pos x="hc" y="b"/>
                  </a:cxn>
                  <a:cxn ang="0">
                    <a:pos x="r" y="vc"/>
                  </a:cxn>
                </a:cxnLst>
                <a:rect l="l" t="t" r="r" b="b"/>
                <a:pathLst>
                  <a:path w="355" h="288">
                    <a:moveTo>
                      <a:pt x="51" y="224"/>
                    </a:moveTo>
                    <a:lnTo>
                      <a:pt x="254" y="96"/>
                    </a:lnTo>
                    <a:lnTo>
                      <a:pt x="305" y="0"/>
                    </a:lnTo>
                    <a:lnTo>
                      <a:pt x="355" y="32"/>
                    </a:lnTo>
                    <a:lnTo>
                      <a:pt x="305" y="128"/>
                    </a:lnTo>
                    <a:lnTo>
                      <a:pt x="101" y="256"/>
                    </a:lnTo>
                    <a:lnTo>
                      <a:pt x="152" y="288"/>
                    </a:lnTo>
                    <a:lnTo>
                      <a:pt x="0" y="288"/>
                    </a:lnTo>
                    <a:lnTo>
                      <a:pt x="0" y="19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7" name="Freihandform: Form 66">
                <a:extLst>
                  <a:ext uri="{FF2B5EF4-FFF2-40B4-BE49-F238E27FC236}">
                    <a16:creationId xmlns:a16="http://schemas.microsoft.com/office/drawing/2014/main" id="{B6C7B5F9-9845-0DBF-321A-A91700513271}"/>
                  </a:ext>
                </a:extLst>
              </p:cNvPr>
              <p:cNvSpPr/>
              <p:nvPr/>
            </p:nvSpPr>
            <p:spPr>
              <a:xfrm>
                <a:off x="5504759" y="5574960"/>
                <a:ext cx="127440" cy="103320"/>
              </a:xfrm>
              <a:custGeom>
                <a:avLst/>
                <a:gdLst/>
                <a:ahLst/>
                <a:cxnLst>
                  <a:cxn ang="3cd4">
                    <a:pos x="hc" y="t"/>
                  </a:cxn>
                  <a:cxn ang="cd2">
                    <a:pos x="l" y="vc"/>
                  </a:cxn>
                  <a:cxn ang="cd4">
                    <a:pos x="hc" y="b"/>
                  </a:cxn>
                  <a:cxn ang="0">
                    <a:pos x="r" y="vc"/>
                  </a:cxn>
                </a:cxnLst>
                <a:rect l="l" t="t" r="r" b="b"/>
                <a:pathLst>
                  <a:path w="355" h="288">
                    <a:moveTo>
                      <a:pt x="253" y="32"/>
                    </a:moveTo>
                    <a:lnTo>
                      <a:pt x="203" y="0"/>
                    </a:lnTo>
                    <a:lnTo>
                      <a:pt x="355" y="0"/>
                    </a:lnTo>
                    <a:lnTo>
                      <a:pt x="355" y="96"/>
                    </a:lnTo>
                    <a:lnTo>
                      <a:pt x="305" y="64"/>
                    </a:lnTo>
                    <a:lnTo>
                      <a:pt x="101" y="192"/>
                    </a:lnTo>
                    <a:lnTo>
                      <a:pt x="51" y="288"/>
                    </a:lnTo>
                    <a:lnTo>
                      <a:pt x="0" y="256"/>
                    </a:lnTo>
                    <a:lnTo>
                      <a:pt x="51" y="16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cxnSp>
        <p:nvCxnSpPr>
          <p:cNvPr id="68" name="Gerade Verbindung mit Pfeil 67">
            <a:extLst>
              <a:ext uri="{FF2B5EF4-FFF2-40B4-BE49-F238E27FC236}">
                <a16:creationId xmlns:a16="http://schemas.microsoft.com/office/drawing/2014/main" id="{976E2EDC-81DA-2045-4AE9-255E95446D6D}"/>
              </a:ext>
            </a:extLst>
          </p:cNvPr>
          <p:cNvCxnSpPr/>
          <p:nvPr/>
        </p:nvCxnSpPr>
        <p:spPr>
          <a:xfrm flipH="1">
            <a:off x="5092560" y="5967360"/>
            <a:ext cx="453240" cy="367200"/>
          </a:xfrm>
          <a:prstGeom prst="straightConnector1">
            <a:avLst/>
          </a:prstGeom>
          <a:noFill/>
          <a:ln w="29160">
            <a:solidFill>
              <a:srgbClr val="000000"/>
            </a:solidFill>
            <a:prstDash val="solid"/>
          </a:ln>
        </p:spPr>
      </p:cxnSp>
      <p:cxnSp>
        <p:nvCxnSpPr>
          <p:cNvPr id="69" name="Gerade Verbindung mit Pfeil 68">
            <a:extLst>
              <a:ext uri="{FF2B5EF4-FFF2-40B4-BE49-F238E27FC236}">
                <a16:creationId xmlns:a16="http://schemas.microsoft.com/office/drawing/2014/main" id="{E216DD5F-0FEE-F3FC-E78F-4ADDAECB9D32}"/>
              </a:ext>
            </a:extLst>
          </p:cNvPr>
          <p:cNvCxnSpPr/>
          <p:nvPr/>
        </p:nvCxnSpPr>
        <p:spPr>
          <a:xfrm flipH="1">
            <a:off x="5545800" y="5169600"/>
            <a:ext cx="124920" cy="336240"/>
          </a:xfrm>
          <a:prstGeom prst="straightConnector1">
            <a:avLst/>
          </a:prstGeom>
          <a:noFill/>
          <a:ln w="0">
            <a:solidFill>
              <a:srgbClr val="000000"/>
            </a:solidFill>
            <a:prstDash val="solid"/>
          </a:ln>
        </p:spPr>
      </p:cxnSp>
      <p:sp>
        <p:nvSpPr>
          <p:cNvPr id="70" name="Freihandform: Form 69">
            <a:extLst>
              <a:ext uri="{FF2B5EF4-FFF2-40B4-BE49-F238E27FC236}">
                <a16:creationId xmlns:a16="http://schemas.microsoft.com/office/drawing/2014/main" id="{1C959561-97D9-E0AC-C493-F7E9AA5DABA2}"/>
              </a:ext>
            </a:extLst>
          </p:cNvPr>
          <p:cNvSpPr/>
          <p:nvPr/>
        </p:nvSpPr>
        <p:spPr>
          <a:xfrm>
            <a:off x="4890600" y="4480560"/>
            <a:ext cx="1418760" cy="689399"/>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32CD32"/>
              </a:gs>
              <a:gs pos="100000">
                <a:srgbClr val="FF4500"/>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000000"/>
                </a:solidFill>
                <a:latin typeface="Arial Narrow" pitchFamily="34"/>
                <a:ea typeface="DejaVu Sans" pitchFamily="2"/>
                <a:cs typeface="Lohit Hindi" pitchFamily="2"/>
              </a:rPr>
              <a:t>10.1.1.0/27</a:t>
            </a:r>
          </a:p>
        </p:txBody>
      </p:sp>
      <p:cxnSp>
        <p:nvCxnSpPr>
          <p:cNvPr id="71" name="Gerade Verbindung mit Pfeil 70">
            <a:extLst>
              <a:ext uri="{FF2B5EF4-FFF2-40B4-BE49-F238E27FC236}">
                <a16:creationId xmlns:a16="http://schemas.microsoft.com/office/drawing/2014/main" id="{3B84E86D-2EE3-15AF-F7AC-92C601CCB00B}"/>
              </a:ext>
            </a:extLst>
          </p:cNvPr>
          <p:cNvCxnSpPr/>
          <p:nvPr/>
        </p:nvCxnSpPr>
        <p:spPr>
          <a:xfrm flipH="1" flipV="1">
            <a:off x="3946320" y="4137840"/>
            <a:ext cx="944280" cy="641520"/>
          </a:xfrm>
          <a:prstGeom prst="straightConnector1">
            <a:avLst/>
          </a:prstGeom>
          <a:noFill/>
          <a:ln w="0">
            <a:solidFill>
              <a:srgbClr val="000000"/>
            </a:solidFill>
            <a:prstDash val="solid"/>
          </a:ln>
        </p:spPr>
      </p:cxnSp>
      <p:sp>
        <p:nvSpPr>
          <p:cNvPr id="72" name="Textfeld 71">
            <a:extLst>
              <a:ext uri="{FF2B5EF4-FFF2-40B4-BE49-F238E27FC236}">
                <a16:creationId xmlns:a16="http://schemas.microsoft.com/office/drawing/2014/main" id="{E22B8CA1-0CD2-EAEA-DC2C-061F27BFD760}"/>
              </a:ext>
            </a:extLst>
          </p:cNvPr>
          <p:cNvSpPr txBox="1"/>
          <p:nvPr/>
        </p:nvSpPr>
        <p:spPr>
          <a:xfrm>
            <a:off x="4405679" y="5456160"/>
            <a:ext cx="1019519" cy="30204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10.1.2.99</a:t>
            </a:r>
          </a:p>
        </p:txBody>
      </p:sp>
      <p:sp>
        <p:nvSpPr>
          <p:cNvPr id="73" name="Textfeld 72">
            <a:extLst>
              <a:ext uri="{FF2B5EF4-FFF2-40B4-BE49-F238E27FC236}">
                <a16:creationId xmlns:a16="http://schemas.microsoft.com/office/drawing/2014/main" id="{9296648C-B210-361F-DD26-64AA52B6B6EE}"/>
              </a:ext>
            </a:extLst>
          </p:cNvPr>
          <p:cNvSpPr txBox="1"/>
          <p:nvPr/>
        </p:nvSpPr>
        <p:spPr>
          <a:xfrm>
            <a:off x="2006640" y="7105680"/>
            <a:ext cx="1188719" cy="302040"/>
          </a:xfrm>
          <a:prstGeom prst="rect">
            <a:avLst/>
          </a:prstGeom>
          <a:solidFill>
            <a:srgbClr val="B8860B"/>
          </a:solid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FFFFFF"/>
                </a:solidFill>
                <a:latin typeface="Liberation Sans" pitchFamily="18"/>
                <a:ea typeface="Noto Sans CJK SC Regular" pitchFamily="2"/>
                <a:cs typeface="Lohit Devanagari" pitchFamily="2"/>
              </a:rPr>
              <a:t>10.1.1.*</a:t>
            </a:r>
          </a:p>
        </p:txBody>
      </p:sp>
      <p:sp>
        <p:nvSpPr>
          <p:cNvPr id="74" name="Textfeld 73">
            <a:extLst>
              <a:ext uri="{FF2B5EF4-FFF2-40B4-BE49-F238E27FC236}">
                <a16:creationId xmlns:a16="http://schemas.microsoft.com/office/drawing/2014/main" id="{6838B4AD-E305-326A-79ED-C4A6618436E1}"/>
              </a:ext>
            </a:extLst>
          </p:cNvPr>
          <p:cNvSpPr txBox="1"/>
          <p:nvPr/>
        </p:nvSpPr>
        <p:spPr>
          <a:xfrm>
            <a:off x="4793760" y="7110000"/>
            <a:ext cx="1188719" cy="302040"/>
          </a:xfrm>
          <a:prstGeom prst="rect">
            <a:avLst/>
          </a:prstGeom>
          <a:solidFill>
            <a:srgbClr val="32CD32"/>
          </a:solid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000000"/>
                </a:solidFill>
                <a:latin typeface="Liberation Sans" pitchFamily="18"/>
                <a:ea typeface="Noto Sans CJK SC Regular" pitchFamily="2"/>
                <a:cs typeface="Lohit Devanagari" pitchFamily="2"/>
              </a:rPr>
              <a:t>10.1.2.*</a:t>
            </a:r>
          </a:p>
        </p:txBody>
      </p:sp>
      <p:sp>
        <p:nvSpPr>
          <p:cNvPr id="75" name="Textfeld 74">
            <a:extLst>
              <a:ext uri="{FF2B5EF4-FFF2-40B4-BE49-F238E27FC236}">
                <a16:creationId xmlns:a16="http://schemas.microsoft.com/office/drawing/2014/main" id="{74A1C4A8-001C-47D6-2795-6EEFEFA5B55B}"/>
              </a:ext>
            </a:extLst>
          </p:cNvPr>
          <p:cNvSpPr txBox="1"/>
          <p:nvPr/>
        </p:nvSpPr>
        <p:spPr>
          <a:xfrm>
            <a:off x="4051800" y="3961440"/>
            <a:ext cx="118871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10.1.2.1</a:t>
            </a:r>
          </a:p>
        </p:txBody>
      </p:sp>
      <p:sp>
        <p:nvSpPr>
          <p:cNvPr id="76" name="Textfeld 75">
            <a:extLst>
              <a:ext uri="{FF2B5EF4-FFF2-40B4-BE49-F238E27FC236}">
                <a16:creationId xmlns:a16="http://schemas.microsoft.com/office/drawing/2014/main" id="{CD7196B3-8A30-916C-30ED-C2D0230246B9}"/>
              </a:ext>
            </a:extLst>
          </p:cNvPr>
          <p:cNvSpPr txBox="1"/>
          <p:nvPr/>
        </p:nvSpPr>
        <p:spPr>
          <a:xfrm>
            <a:off x="1005840" y="71640"/>
            <a:ext cx="6217919" cy="950039"/>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Arquitectura Workaround #2</a:t>
            </a:r>
          </a:p>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(Cluster Individual por Ramal)</a:t>
            </a:r>
          </a:p>
        </p:txBody>
      </p:sp>
      <p:sp>
        <p:nvSpPr>
          <p:cNvPr id="77" name="Freihandform: Form 76">
            <a:extLst>
              <a:ext uri="{FF2B5EF4-FFF2-40B4-BE49-F238E27FC236}">
                <a16:creationId xmlns:a16="http://schemas.microsoft.com/office/drawing/2014/main" id="{5DA2DE57-AEC3-75EC-973C-1E01EC1ADFBF}"/>
              </a:ext>
            </a:extLst>
          </p:cNvPr>
          <p:cNvSpPr/>
          <p:nvPr/>
        </p:nvSpPr>
        <p:spPr>
          <a:xfrm>
            <a:off x="1920239" y="4480560"/>
            <a:ext cx="1418760" cy="689399"/>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808000"/>
              </a:gs>
              <a:gs pos="100000">
                <a:srgbClr val="4169E1"/>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10.1.2.0/27</a:t>
            </a:r>
          </a:p>
        </p:txBody>
      </p:sp>
      <p:cxnSp>
        <p:nvCxnSpPr>
          <p:cNvPr id="78" name="Gerade Verbindung mit Pfeil 77">
            <a:extLst>
              <a:ext uri="{FF2B5EF4-FFF2-40B4-BE49-F238E27FC236}">
                <a16:creationId xmlns:a16="http://schemas.microsoft.com/office/drawing/2014/main" id="{DBDEBA2F-8324-B004-A823-917BB05D4B17}"/>
              </a:ext>
            </a:extLst>
          </p:cNvPr>
          <p:cNvCxnSpPr/>
          <p:nvPr/>
        </p:nvCxnSpPr>
        <p:spPr>
          <a:xfrm flipH="1">
            <a:off x="2984040" y="4137840"/>
            <a:ext cx="962280" cy="342720"/>
          </a:xfrm>
          <a:prstGeom prst="straightConnector1">
            <a:avLst/>
          </a:prstGeom>
          <a:noFill/>
          <a:ln w="0">
            <a:solidFill>
              <a:srgbClr val="000000"/>
            </a:solidFill>
            <a:prstDash val="solid"/>
          </a:ln>
        </p:spPr>
      </p:cxnSp>
      <p:sp>
        <p:nvSpPr>
          <p:cNvPr id="79" name="Textfeld 78">
            <a:extLst>
              <a:ext uri="{FF2B5EF4-FFF2-40B4-BE49-F238E27FC236}">
                <a16:creationId xmlns:a16="http://schemas.microsoft.com/office/drawing/2014/main" id="{040AA85D-6248-1623-AE09-2CAC09666322}"/>
              </a:ext>
            </a:extLst>
          </p:cNvPr>
          <p:cNvSpPr txBox="1"/>
          <p:nvPr/>
        </p:nvSpPr>
        <p:spPr>
          <a:xfrm>
            <a:off x="2824560" y="3965400"/>
            <a:ext cx="118871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10.1.1.1</a:t>
            </a:r>
          </a:p>
        </p:txBody>
      </p:sp>
      <p:sp>
        <p:nvSpPr>
          <p:cNvPr id="80" name="Textfeld 79">
            <a:extLst>
              <a:ext uri="{FF2B5EF4-FFF2-40B4-BE49-F238E27FC236}">
                <a16:creationId xmlns:a16="http://schemas.microsoft.com/office/drawing/2014/main" id="{CD5414D6-A828-3B55-9C35-95F1851F8BE9}"/>
              </a:ext>
            </a:extLst>
          </p:cNvPr>
          <p:cNvSpPr txBox="1"/>
          <p:nvPr/>
        </p:nvSpPr>
        <p:spPr>
          <a:xfrm>
            <a:off x="2854080" y="5456160"/>
            <a:ext cx="1019519" cy="30204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10.1.1.99</a:t>
            </a:r>
          </a:p>
        </p:txBody>
      </p:sp>
      <p:cxnSp>
        <p:nvCxnSpPr>
          <p:cNvPr id="81" name="Gerade Verbindung mit Pfeil 80">
            <a:extLst>
              <a:ext uri="{FF2B5EF4-FFF2-40B4-BE49-F238E27FC236}">
                <a16:creationId xmlns:a16="http://schemas.microsoft.com/office/drawing/2014/main" id="{59434624-D56C-779E-82C2-F87E4D4818A3}"/>
              </a:ext>
            </a:extLst>
          </p:cNvPr>
          <p:cNvCxnSpPr/>
          <p:nvPr/>
        </p:nvCxnSpPr>
        <p:spPr>
          <a:xfrm flipH="1">
            <a:off x="2366280" y="5953680"/>
            <a:ext cx="253440" cy="380880"/>
          </a:xfrm>
          <a:prstGeom prst="straightConnector1">
            <a:avLst/>
          </a:prstGeom>
          <a:noFill/>
          <a:ln w="29160">
            <a:solidFill>
              <a:srgbClr val="000000"/>
            </a:solidFill>
            <a:prstDash val="solid"/>
          </a:ln>
        </p:spPr>
      </p:cxnSp>
      <p:grpSp>
        <p:nvGrpSpPr>
          <p:cNvPr id="82" name="Gruppieren 81">
            <a:extLst>
              <a:ext uri="{FF2B5EF4-FFF2-40B4-BE49-F238E27FC236}">
                <a16:creationId xmlns:a16="http://schemas.microsoft.com/office/drawing/2014/main" id="{C417C643-E7C3-8053-41CF-41BF63943EBF}"/>
              </a:ext>
            </a:extLst>
          </p:cNvPr>
          <p:cNvGrpSpPr/>
          <p:nvPr/>
        </p:nvGrpSpPr>
        <p:grpSpPr>
          <a:xfrm>
            <a:off x="2377439" y="5492160"/>
            <a:ext cx="548281" cy="461160"/>
            <a:chOff x="2377439" y="5492160"/>
            <a:chExt cx="548281" cy="461160"/>
          </a:xfrm>
        </p:grpSpPr>
        <p:sp>
          <p:nvSpPr>
            <p:cNvPr id="83" name="Freihandform: Form 82">
              <a:extLst>
                <a:ext uri="{FF2B5EF4-FFF2-40B4-BE49-F238E27FC236}">
                  <a16:creationId xmlns:a16="http://schemas.microsoft.com/office/drawing/2014/main" id="{E75233DD-2B89-A86F-82C1-3555DAD90467}"/>
                </a:ext>
              </a:extLst>
            </p:cNvPr>
            <p:cNvSpPr/>
            <p:nvPr/>
          </p:nvSpPr>
          <p:spPr>
            <a:xfrm>
              <a:off x="2646720" y="5745960"/>
              <a:ext cx="279000" cy="195840"/>
            </a:xfrm>
            <a:custGeom>
              <a:avLst/>
              <a:gdLst/>
              <a:ahLst/>
              <a:cxnLst>
                <a:cxn ang="3cd4">
                  <a:pos x="hc" y="t"/>
                </a:cxn>
                <a:cxn ang="cd2">
                  <a:pos x="l" y="vc"/>
                </a:cxn>
                <a:cxn ang="cd4">
                  <a:pos x="hc" y="b"/>
                </a:cxn>
                <a:cxn ang="0">
                  <a:pos x="r" y="vc"/>
                </a:cxn>
              </a:cxnLst>
              <a:rect l="l" t="t" r="r" b="b"/>
              <a:pathLst>
                <a:path w="776" h="545">
                  <a:moveTo>
                    <a:pt x="0" y="545"/>
                  </a:moveTo>
                  <a:cubicBezTo>
                    <a:pt x="199" y="545"/>
                    <a:pt x="711" y="288"/>
                    <a:pt x="762" y="192"/>
                  </a:cubicBezTo>
                  <a:cubicBezTo>
                    <a:pt x="813" y="96"/>
                    <a:pt x="711" y="0"/>
                    <a:pt x="661" y="0"/>
                  </a:cubicBezTo>
                  <a:cubicBezTo>
                    <a:pt x="661" y="137"/>
                    <a:pt x="0" y="316"/>
                    <a:pt x="0" y="545"/>
                  </a:cubicBezTo>
                  <a:close/>
                </a:path>
              </a:pathLst>
            </a:custGeom>
            <a:solidFill>
              <a:srgbClr val="DDDDDD"/>
            </a:solidFill>
            <a:ln w="14400">
              <a:solidFill>
                <a:srgbClr val="DDDDDD"/>
              </a:solidFill>
              <a:prstDash val="solid"/>
              <a:round/>
            </a:ln>
          </p:spPr>
          <p:txBody>
            <a:bodyPr wrap="squar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84" name="Gruppieren 83">
              <a:extLst>
                <a:ext uri="{FF2B5EF4-FFF2-40B4-BE49-F238E27FC236}">
                  <a16:creationId xmlns:a16="http://schemas.microsoft.com/office/drawing/2014/main" id="{0257EB32-A70D-26D9-2031-92C8FDF976BD}"/>
                </a:ext>
              </a:extLst>
            </p:cNvPr>
            <p:cNvGrpSpPr/>
            <p:nvPr/>
          </p:nvGrpSpPr>
          <p:grpSpPr>
            <a:xfrm>
              <a:off x="2377439" y="5492160"/>
              <a:ext cx="511561" cy="461160"/>
              <a:chOff x="2377439" y="5492160"/>
              <a:chExt cx="511561" cy="461160"/>
            </a:xfrm>
          </p:grpSpPr>
          <p:sp>
            <p:nvSpPr>
              <p:cNvPr id="85" name="Freihandform: Form 84">
                <a:extLst>
                  <a:ext uri="{FF2B5EF4-FFF2-40B4-BE49-F238E27FC236}">
                    <a16:creationId xmlns:a16="http://schemas.microsoft.com/office/drawing/2014/main" id="{79A9F076-E521-CA02-6506-DE2A5E2CA231}"/>
                  </a:ext>
                </a:extLst>
              </p:cNvPr>
              <p:cNvSpPr/>
              <p:nvPr/>
            </p:nvSpPr>
            <p:spPr>
              <a:xfrm>
                <a:off x="2377439" y="5653800"/>
                <a:ext cx="255600" cy="299520"/>
              </a:xfrm>
              <a:custGeom>
                <a:avLst/>
                <a:gdLst/>
                <a:ahLst/>
                <a:cxnLst>
                  <a:cxn ang="3cd4">
                    <a:pos x="hc" y="t"/>
                  </a:cxn>
                  <a:cxn ang="cd2">
                    <a:pos x="l" y="vc"/>
                  </a:cxn>
                  <a:cxn ang="cd4">
                    <a:pos x="hc" y="b"/>
                  </a:cxn>
                  <a:cxn ang="0">
                    <a:pos x="r" y="vc"/>
                  </a:cxn>
                </a:cxnLst>
                <a:rect l="l" t="t" r="r" b="b"/>
                <a:pathLst>
                  <a:path w="711" h="833">
                    <a:moveTo>
                      <a:pt x="0" y="385"/>
                    </a:moveTo>
                    <a:lnTo>
                      <a:pt x="0" y="0"/>
                    </a:lnTo>
                    <a:lnTo>
                      <a:pt x="711" y="449"/>
                    </a:lnTo>
                    <a:lnTo>
                      <a:pt x="711" y="833"/>
                    </a:lnTo>
                    <a:close/>
                  </a:path>
                </a:pathLst>
              </a:custGeom>
              <a:gradFill>
                <a:gsLst>
                  <a:gs pos="0">
                    <a:srgbClr val="0073BC"/>
                  </a:gs>
                  <a:gs pos="100000">
                    <a:srgbClr val="7FB9DD"/>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6" name="Freihandform: Form 85">
                <a:extLst>
                  <a:ext uri="{FF2B5EF4-FFF2-40B4-BE49-F238E27FC236}">
                    <a16:creationId xmlns:a16="http://schemas.microsoft.com/office/drawing/2014/main" id="{47A28C24-B87F-4AEF-4060-97DEEDB316E5}"/>
                  </a:ext>
                </a:extLst>
              </p:cNvPr>
              <p:cNvSpPr/>
              <p:nvPr/>
            </p:nvSpPr>
            <p:spPr>
              <a:xfrm>
                <a:off x="2633400" y="5653800"/>
                <a:ext cx="255600" cy="299520"/>
              </a:xfrm>
              <a:custGeom>
                <a:avLst/>
                <a:gdLst/>
                <a:ahLst/>
                <a:cxnLst>
                  <a:cxn ang="3cd4">
                    <a:pos x="hc" y="t"/>
                  </a:cxn>
                  <a:cxn ang="cd2">
                    <a:pos x="l" y="vc"/>
                  </a:cxn>
                  <a:cxn ang="cd4">
                    <a:pos x="hc" y="b"/>
                  </a:cxn>
                  <a:cxn ang="0">
                    <a:pos x="r" y="vc"/>
                  </a:cxn>
                </a:cxnLst>
                <a:rect l="l" t="t" r="r" b="b"/>
                <a:pathLst>
                  <a:path w="711" h="833">
                    <a:moveTo>
                      <a:pt x="0" y="833"/>
                    </a:moveTo>
                    <a:lnTo>
                      <a:pt x="0" y="449"/>
                    </a:lnTo>
                    <a:lnTo>
                      <a:pt x="711" y="0"/>
                    </a:lnTo>
                    <a:lnTo>
                      <a:pt x="711" y="385"/>
                    </a:lnTo>
                    <a:close/>
                  </a:path>
                </a:pathLst>
              </a:custGeom>
              <a:gradFill>
                <a:gsLst>
                  <a:gs pos="0">
                    <a:srgbClr val="7FB9DD"/>
                  </a:gs>
                  <a:gs pos="100000">
                    <a:srgbClr val="0073BC"/>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7" name="Freihandform: Form 86">
                <a:extLst>
                  <a:ext uri="{FF2B5EF4-FFF2-40B4-BE49-F238E27FC236}">
                    <a16:creationId xmlns:a16="http://schemas.microsoft.com/office/drawing/2014/main" id="{F681363E-82DB-E628-5AF3-F88B5839AD89}"/>
                  </a:ext>
                </a:extLst>
              </p:cNvPr>
              <p:cNvSpPr/>
              <p:nvPr/>
            </p:nvSpPr>
            <p:spPr>
              <a:xfrm>
                <a:off x="2377439" y="5492160"/>
                <a:ext cx="511559" cy="322560"/>
              </a:xfrm>
              <a:custGeom>
                <a:avLst/>
                <a:gdLst/>
                <a:ahLst/>
                <a:cxnLst>
                  <a:cxn ang="3cd4">
                    <a:pos x="hc" y="t"/>
                  </a:cxn>
                  <a:cxn ang="cd2">
                    <a:pos x="l" y="vc"/>
                  </a:cxn>
                  <a:cxn ang="cd4">
                    <a:pos x="hc" y="b"/>
                  </a:cxn>
                  <a:cxn ang="0">
                    <a:pos x="r" y="vc"/>
                  </a:cxn>
                </a:cxnLst>
                <a:rect l="l" t="t" r="r" b="b"/>
                <a:pathLst>
                  <a:path w="1422" h="897">
                    <a:moveTo>
                      <a:pt x="711" y="897"/>
                    </a:moveTo>
                    <a:lnTo>
                      <a:pt x="0" y="449"/>
                    </a:lnTo>
                    <a:lnTo>
                      <a:pt x="711" y="0"/>
                    </a:lnTo>
                    <a:lnTo>
                      <a:pt x="1422" y="449"/>
                    </a:lnTo>
                    <a:close/>
                  </a:path>
                </a:pathLst>
              </a:custGeom>
              <a:gradFill>
                <a:gsLst>
                  <a:gs pos="0">
                    <a:srgbClr val="0073BC"/>
                  </a:gs>
                  <a:gs pos="100000">
                    <a:srgbClr val="7FB9DD"/>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8" name="Freihandform: Form 87">
                <a:extLst>
                  <a:ext uri="{FF2B5EF4-FFF2-40B4-BE49-F238E27FC236}">
                    <a16:creationId xmlns:a16="http://schemas.microsoft.com/office/drawing/2014/main" id="{B4B3134F-A8C7-3097-E510-77BFBEFA90BE}"/>
                  </a:ext>
                </a:extLst>
              </p:cNvPr>
              <p:cNvSpPr/>
              <p:nvPr/>
            </p:nvSpPr>
            <p:spPr>
              <a:xfrm>
                <a:off x="2377439" y="5492160"/>
                <a:ext cx="511559" cy="461159"/>
              </a:xfrm>
              <a:custGeom>
                <a:avLst/>
                <a:gdLst/>
                <a:ahLst/>
                <a:cxnLst>
                  <a:cxn ang="3cd4">
                    <a:pos x="hc" y="t"/>
                  </a:cxn>
                  <a:cxn ang="cd2">
                    <a:pos x="l" y="vc"/>
                  </a:cxn>
                  <a:cxn ang="cd4">
                    <a:pos x="hc" y="b"/>
                  </a:cxn>
                  <a:cxn ang="0">
                    <a:pos x="r" y="vc"/>
                  </a:cxn>
                </a:cxnLst>
                <a:rect l="l" t="t" r="r" b="b"/>
                <a:pathLst>
                  <a:path w="1422" h="1282">
                    <a:moveTo>
                      <a:pt x="0" y="833"/>
                    </a:moveTo>
                    <a:lnTo>
                      <a:pt x="0" y="449"/>
                    </a:lnTo>
                    <a:lnTo>
                      <a:pt x="711" y="0"/>
                    </a:lnTo>
                    <a:lnTo>
                      <a:pt x="1422" y="449"/>
                    </a:lnTo>
                    <a:lnTo>
                      <a:pt x="1422" y="833"/>
                    </a:lnTo>
                    <a:lnTo>
                      <a:pt x="711" y="1282"/>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9" name="Freihandform: Form 88">
                <a:extLst>
                  <a:ext uri="{FF2B5EF4-FFF2-40B4-BE49-F238E27FC236}">
                    <a16:creationId xmlns:a16="http://schemas.microsoft.com/office/drawing/2014/main" id="{0510939A-4A52-83AC-51B5-60579087E33B}"/>
                  </a:ext>
                </a:extLst>
              </p:cNvPr>
              <p:cNvSpPr/>
              <p:nvPr/>
            </p:nvSpPr>
            <p:spPr>
              <a:xfrm>
                <a:off x="2487240" y="5607720"/>
                <a:ext cx="164160" cy="80280"/>
              </a:xfrm>
              <a:custGeom>
                <a:avLst/>
                <a:gdLst/>
                <a:ahLst/>
                <a:cxnLst>
                  <a:cxn ang="3cd4">
                    <a:pos x="hc" y="t"/>
                  </a:cxn>
                  <a:cxn ang="cd2">
                    <a:pos x="l" y="vc"/>
                  </a:cxn>
                  <a:cxn ang="cd4">
                    <a:pos x="hc" y="b"/>
                  </a:cxn>
                  <a:cxn ang="0">
                    <a:pos x="r" y="vc"/>
                  </a:cxn>
                </a:cxnLst>
                <a:rect l="l" t="t" r="r" b="b"/>
                <a:pathLst>
                  <a:path w="457" h="224">
                    <a:moveTo>
                      <a:pt x="152" y="0"/>
                    </a:moveTo>
                    <a:lnTo>
                      <a:pt x="102" y="32"/>
                    </a:lnTo>
                    <a:lnTo>
                      <a:pt x="305" y="160"/>
                    </a:lnTo>
                    <a:lnTo>
                      <a:pt x="457" y="192"/>
                    </a:lnTo>
                    <a:lnTo>
                      <a:pt x="406" y="224"/>
                    </a:lnTo>
                    <a:lnTo>
                      <a:pt x="254" y="192"/>
                    </a:lnTo>
                    <a:lnTo>
                      <a:pt x="51" y="64"/>
                    </a:lnTo>
                    <a:lnTo>
                      <a:pt x="0" y="96"/>
                    </a:lnTo>
                    <a:lnTo>
                      <a:pt x="0"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0" name="Freihandform: Form 89">
                <a:extLst>
                  <a:ext uri="{FF2B5EF4-FFF2-40B4-BE49-F238E27FC236}">
                    <a16:creationId xmlns:a16="http://schemas.microsoft.com/office/drawing/2014/main" id="{776252FC-C9C3-C961-DB09-B0EBB6A457A6}"/>
                  </a:ext>
                </a:extLst>
              </p:cNvPr>
              <p:cNvSpPr/>
              <p:nvPr/>
            </p:nvSpPr>
            <p:spPr>
              <a:xfrm>
                <a:off x="2615039" y="5619240"/>
                <a:ext cx="164160" cy="80280"/>
              </a:xfrm>
              <a:custGeom>
                <a:avLst/>
                <a:gdLst/>
                <a:ahLst/>
                <a:cxnLst>
                  <a:cxn ang="3cd4">
                    <a:pos x="hc" y="t"/>
                  </a:cxn>
                  <a:cxn ang="cd2">
                    <a:pos x="l" y="vc"/>
                  </a:cxn>
                  <a:cxn ang="cd4">
                    <a:pos x="hc" y="b"/>
                  </a:cxn>
                  <a:cxn ang="0">
                    <a:pos x="r" y="vc"/>
                  </a:cxn>
                </a:cxnLst>
                <a:rect l="l" t="t" r="r" b="b"/>
                <a:pathLst>
                  <a:path w="457" h="224">
                    <a:moveTo>
                      <a:pt x="407" y="160"/>
                    </a:moveTo>
                    <a:lnTo>
                      <a:pt x="457" y="128"/>
                    </a:lnTo>
                    <a:lnTo>
                      <a:pt x="457" y="224"/>
                    </a:lnTo>
                    <a:lnTo>
                      <a:pt x="305" y="224"/>
                    </a:lnTo>
                    <a:lnTo>
                      <a:pt x="356" y="192"/>
                    </a:lnTo>
                    <a:lnTo>
                      <a:pt x="153" y="64"/>
                    </a:lnTo>
                    <a:lnTo>
                      <a:pt x="0" y="32"/>
                    </a:lnTo>
                    <a:lnTo>
                      <a:pt x="51" y="0"/>
                    </a:lnTo>
                    <a:lnTo>
                      <a:pt x="204" y="3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1" name="Freihandform: Form 90">
                <a:extLst>
                  <a:ext uri="{FF2B5EF4-FFF2-40B4-BE49-F238E27FC236}">
                    <a16:creationId xmlns:a16="http://schemas.microsoft.com/office/drawing/2014/main" id="{8D94639C-9CB9-6528-F4AD-161B72292DCE}"/>
                  </a:ext>
                </a:extLst>
              </p:cNvPr>
              <p:cNvSpPr/>
              <p:nvPr/>
            </p:nvSpPr>
            <p:spPr>
              <a:xfrm>
                <a:off x="2560319" y="5642280"/>
                <a:ext cx="127440" cy="103320"/>
              </a:xfrm>
              <a:custGeom>
                <a:avLst/>
                <a:gdLst/>
                <a:ahLst/>
                <a:cxnLst>
                  <a:cxn ang="3cd4">
                    <a:pos x="hc" y="t"/>
                  </a:cxn>
                  <a:cxn ang="cd2">
                    <a:pos x="l" y="vc"/>
                  </a:cxn>
                  <a:cxn ang="cd4">
                    <a:pos x="hc" y="b"/>
                  </a:cxn>
                  <a:cxn ang="0">
                    <a:pos x="r" y="vc"/>
                  </a:cxn>
                </a:cxnLst>
                <a:rect l="l" t="t" r="r" b="b"/>
                <a:pathLst>
                  <a:path w="355" h="288">
                    <a:moveTo>
                      <a:pt x="51" y="224"/>
                    </a:moveTo>
                    <a:lnTo>
                      <a:pt x="254" y="96"/>
                    </a:lnTo>
                    <a:lnTo>
                      <a:pt x="305" y="0"/>
                    </a:lnTo>
                    <a:lnTo>
                      <a:pt x="355" y="32"/>
                    </a:lnTo>
                    <a:lnTo>
                      <a:pt x="305" y="128"/>
                    </a:lnTo>
                    <a:lnTo>
                      <a:pt x="101" y="256"/>
                    </a:lnTo>
                    <a:lnTo>
                      <a:pt x="152" y="288"/>
                    </a:lnTo>
                    <a:lnTo>
                      <a:pt x="0" y="288"/>
                    </a:lnTo>
                    <a:lnTo>
                      <a:pt x="0" y="19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2" name="Freihandform: Form 91">
                <a:extLst>
                  <a:ext uri="{FF2B5EF4-FFF2-40B4-BE49-F238E27FC236}">
                    <a16:creationId xmlns:a16="http://schemas.microsoft.com/office/drawing/2014/main" id="{C980C263-445F-80B7-8A16-4908E59CB56C}"/>
                  </a:ext>
                </a:extLst>
              </p:cNvPr>
              <p:cNvSpPr/>
              <p:nvPr/>
            </p:nvSpPr>
            <p:spPr>
              <a:xfrm>
                <a:off x="2578680" y="5561279"/>
                <a:ext cx="127440" cy="103320"/>
              </a:xfrm>
              <a:custGeom>
                <a:avLst/>
                <a:gdLst/>
                <a:ahLst/>
                <a:cxnLst>
                  <a:cxn ang="3cd4">
                    <a:pos x="hc" y="t"/>
                  </a:cxn>
                  <a:cxn ang="cd2">
                    <a:pos x="l" y="vc"/>
                  </a:cxn>
                  <a:cxn ang="cd4">
                    <a:pos x="hc" y="b"/>
                  </a:cxn>
                  <a:cxn ang="0">
                    <a:pos x="r" y="vc"/>
                  </a:cxn>
                </a:cxnLst>
                <a:rect l="l" t="t" r="r" b="b"/>
                <a:pathLst>
                  <a:path w="355" h="288">
                    <a:moveTo>
                      <a:pt x="253" y="32"/>
                    </a:moveTo>
                    <a:lnTo>
                      <a:pt x="203" y="0"/>
                    </a:lnTo>
                    <a:lnTo>
                      <a:pt x="355" y="0"/>
                    </a:lnTo>
                    <a:lnTo>
                      <a:pt x="355" y="96"/>
                    </a:lnTo>
                    <a:lnTo>
                      <a:pt x="305" y="64"/>
                    </a:lnTo>
                    <a:lnTo>
                      <a:pt x="101" y="192"/>
                    </a:lnTo>
                    <a:lnTo>
                      <a:pt x="51" y="288"/>
                    </a:lnTo>
                    <a:lnTo>
                      <a:pt x="0" y="256"/>
                    </a:lnTo>
                    <a:lnTo>
                      <a:pt x="51" y="16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cxnSp>
        <p:nvCxnSpPr>
          <p:cNvPr id="93" name="Gerade Verbindung mit Pfeil 92">
            <a:extLst>
              <a:ext uri="{FF2B5EF4-FFF2-40B4-BE49-F238E27FC236}">
                <a16:creationId xmlns:a16="http://schemas.microsoft.com/office/drawing/2014/main" id="{9C1E42EE-B476-8163-54E2-F5D9A3F9304D}"/>
              </a:ext>
            </a:extLst>
          </p:cNvPr>
          <p:cNvCxnSpPr/>
          <p:nvPr/>
        </p:nvCxnSpPr>
        <p:spPr>
          <a:xfrm>
            <a:off x="2558519" y="5169600"/>
            <a:ext cx="61201" cy="322560"/>
          </a:xfrm>
          <a:prstGeom prst="straightConnector1">
            <a:avLst/>
          </a:prstGeom>
          <a:noFill/>
          <a:ln w="0">
            <a:solidFill>
              <a:srgbClr val="000000"/>
            </a:solidFill>
            <a:prstDash val="solid"/>
          </a:ln>
        </p:spPr>
      </p:cxnSp>
      <p:grpSp>
        <p:nvGrpSpPr>
          <p:cNvPr id="94" name="Gruppieren 93">
            <a:extLst>
              <a:ext uri="{FF2B5EF4-FFF2-40B4-BE49-F238E27FC236}">
                <a16:creationId xmlns:a16="http://schemas.microsoft.com/office/drawing/2014/main" id="{2446F98D-CF80-F838-FBCA-D2E711C21D34}"/>
              </a:ext>
            </a:extLst>
          </p:cNvPr>
          <p:cNvGrpSpPr/>
          <p:nvPr/>
        </p:nvGrpSpPr>
        <p:grpSpPr>
          <a:xfrm>
            <a:off x="3664440" y="2199960"/>
            <a:ext cx="512280" cy="523440"/>
            <a:chOff x="3664440" y="2199960"/>
            <a:chExt cx="512280" cy="523440"/>
          </a:xfrm>
        </p:grpSpPr>
        <p:sp>
          <p:nvSpPr>
            <p:cNvPr id="95" name="Freihandform: Form 94">
              <a:extLst>
                <a:ext uri="{FF2B5EF4-FFF2-40B4-BE49-F238E27FC236}">
                  <a16:creationId xmlns:a16="http://schemas.microsoft.com/office/drawing/2014/main" id="{3DDABE8C-408A-F47E-68F0-5182000C586D}"/>
                </a:ext>
              </a:extLst>
            </p:cNvPr>
            <p:cNvSpPr/>
            <p:nvPr/>
          </p:nvSpPr>
          <p:spPr>
            <a:xfrm>
              <a:off x="3992400" y="2505240"/>
              <a:ext cx="184320" cy="203400"/>
            </a:xfrm>
            <a:custGeom>
              <a:avLst/>
              <a:gdLst/>
              <a:ahLst/>
              <a:cxnLst>
                <a:cxn ang="3cd4">
                  <a:pos x="hc" y="t"/>
                </a:cxn>
                <a:cxn ang="cd2">
                  <a:pos x="l" y="vc"/>
                </a:cxn>
                <a:cxn ang="cd4">
                  <a:pos x="hc" y="b"/>
                </a:cxn>
                <a:cxn ang="0">
                  <a:pos x="r" y="vc"/>
                </a:cxn>
              </a:cxnLst>
              <a:rect l="l" t="t" r="r" b="b"/>
              <a:pathLst>
                <a:path w="513" h="566">
                  <a:moveTo>
                    <a:pt x="0" y="566"/>
                  </a:moveTo>
                  <a:cubicBezTo>
                    <a:pt x="223" y="566"/>
                    <a:pt x="513" y="404"/>
                    <a:pt x="513" y="242"/>
                  </a:cubicBezTo>
                  <a:cubicBezTo>
                    <a:pt x="513" y="81"/>
                    <a:pt x="504" y="0"/>
                    <a:pt x="342" y="0"/>
                  </a:cubicBezTo>
                  <a:cubicBezTo>
                    <a:pt x="342" y="173"/>
                    <a:pt x="0" y="334"/>
                    <a:pt x="0" y="566"/>
                  </a:cubicBezTo>
                  <a:close/>
                </a:path>
              </a:pathLst>
            </a:custGeom>
            <a:solidFill>
              <a:srgbClr val="DDDDDD"/>
            </a:solidFill>
            <a:ln w="14400">
              <a:solidFill>
                <a:srgbClr val="DDDDDD"/>
              </a:solidFill>
              <a:prstDash val="solid"/>
              <a:round/>
            </a:ln>
          </p:spPr>
          <p:txBody>
            <a:bodyPr wrap="squar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6" name="Freihandform: Form 95">
              <a:extLst>
                <a:ext uri="{FF2B5EF4-FFF2-40B4-BE49-F238E27FC236}">
                  <a16:creationId xmlns:a16="http://schemas.microsoft.com/office/drawing/2014/main" id="{95A3F09A-146A-B6D8-4AAB-902B94D16BD7}"/>
                </a:ext>
              </a:extLst>
            </p:cNvPr>
            <p:cNvSpPr/>
            <p:nvPr/>
          </p:nvSpPr>
          <p:spPr>
            <a:xfrm>
              <a:off x="3664440" y="2374560"/>
              <a:ext cx="450720" cy="348840"/>
            </a:xfrm>
            <a:custGeom>
              <a:avLst/>
              <a:gdLst/>
              <a:ahLst/>
              <a:cxnLst>
                <a:cxn ang="3cd4">
                  <a:pos x="hc" y="t"/>
                </a:cxn>
                <a:cxn ang="cd2">
                  <a:pos x="l" y="vc"/>
                </a:cxn>
                <a:cxn ang="cd4">
                  <a:pos x="hc" y="b"/>
                </a:cxn>
                <a:cxn ang="0">
                  <a:pos x="r" y="vc"/>
                </a:cxn>
              </a:cxnLst>
              <a:rect l="l" t="t" r="r" b="b"/>
              <a:pathLst>
                <a:path w="1253" h="970">
                  <a:moveTo>
                    <a:pt x="1253" y="0"/>
                  </a:moveTo>
                  <a:cubicBezTo>
                    <a:pt x="1253" y="0"/>
                    <a:pt x="1253" y="647"/>
                    <a:pt x="1253" y="485"/>
                  </a:cubicBezTo>
                  <a:cubicBezTo>
                    <a:pt x="1253" y="768"/>
                    <a:pt x="982" y="970"/>
                    <a:pt x="627" y="970"/>
                  </a:cubicBezTo>
                  <a:cubicBezTo>
                    <a:pt x="272" y="970"/>
                    <a:pt x="0" y="768"/>
                    <a:pt x="0" y="485"/>
                  </a:cubicBezTo>
                  <a:cubicBezTo>
                    <a:pt x="0" y="485"/>
                    <a:pt x="0" y="283"/>
                    <a:pt x="0" y="0"/>
                  </a:cubicBezTo>
                  <a:cubicBezTo>
                    <a:pt x="0" y="283"/>
                    <a:pt x="285" y="485"/>
                    <a:pt x="627" y="485"/>
                  </a:cubicBezTo>
                  <a:cubicBezTo>
                    <a:pt x="969" y="485"/>
                    <a:pt x="1253" y="283"/>
                    <a:pt x="1253" y="0"/>
                  </a:cubicBezTo>
                  <a:close/>
                </a:path>
              </a:pathLst>
            </a:custGeom>
            <a:gradFill>
              <a:gsLst>
                <a:gs pos="0">
                  <a:srgbClr val="0073BC"/>
                </a:gs>
                <a:gs pos="50000">
                  <a:srgbClr val="7FB9DD"/>
                </a:gs>
                <a:gs pos="100000">
                  <a:srgbClr val="0073BC"/>
                </a:gs>
              </a:gsLst>
              <a:lin ang="0"/>
            </a:gra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7" name="Freihandform: Form 96">
              <a:extLst>
                <a:ext uri="{FF2B5EF4-FFF2-40B4-BE49-F238E27FC236}">
                  <a16:creationId xmlns:a16="http://schemas.microsoft.com/office/drawing/2014/main" id="{7A625E79-1BAD-5881-BD95-59E57916D623}"/>
                </a:ext>
              </a:extLst>
            </p:cNvPr>
            <p:cNvSpPr/>
            <p:nvPr/>
          </p:nvSpPr>
          <p:spPr>
            <a:xfrm>
              <a:off x="3664440" y="2199960"/>
              <a:ext cx="450720" cy="348480"/>
            </a:xfrm>
            <a:custGeom>
              <a:avLst/>
              <a:gdLst/>
              <a:ahLst/>
              <a:cxnLst>
                <a:cxn ang="3cd4">
                  <a:pos x="hc" y="t"/>
                </a:cxn>
                <a:cxn ang="cd2">
                  <a:pos x="l" y="vc"/>
                </a:cxn>
                <a:cxn ang="cd4">
                  <a:pos x="hc" y="b"/>
                </a:cxn>
                <a:cxn ang="0">
                  <a:pos x="r" y="vc"/>
                </a:cxn>
              </a:cxnLst>
              <a:rect l="l" t="t" r="r" b="b"/>
              <a:pathLst>
                <a:path w="1253" h="969">
                  <a:moveTo>
                    <a:pt x="626" y="0"/>
                  </a:moveTo>
                  <a:cubicBezTo>
                    <a:pt x="981" y="0"/>
                    <a:pt x="1253" y="210"/>
                    <a:pt x="1253" y="484"/>
                  </a:cubicBezTo>
                  <a:cubicBezTo>
                    <a:pt x="1253" y="759"/>
                    <a:pt x="981" y="969"/>
                    <a:pt x="626" y="969"/>
                  </a:cubicBezTo>
                  <a:cubicBezTo>
                    <a:pt x="271" y="969"/>
                    <a:pt x="0" y="759"/>
                    <a:pt x="0" y="484"/>
                  </a:cubicBezTo>
                  <a:cubicBezTo>
                    <a:pt x="0" y="210"/>
                    <a:pt x="271" y="0"/>
                    <a:pt x="626" y="0"/>
                  </a:cubicBezTo>
                  <a:close/>
                </a:path>
              </a:pathLst>
            </a:custGeom>
            <a:gradFill>
              <a:gsLst>
                <a:gs pos="0">
                  <a:srgbClr val="0073BC"/>
                </a:gs>
                <a:gs pos="100000">
                  <a:srgbClr val="7FB9DD"/>
                </a:gs>
              </a:gsLst>
              <a:lin ang="5400000"/>
            </a:gra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8" name="Freihandform: Form 97">
              <a:extLst>
                <a:ext uri="{FF2B5EF4-FFF2-40B4-BE49-F238E27FC236}">
                  <a16:creationId xmlns:a16="http://schemas.microsoft.com/office/drawing/2014/main" id="{9DFF5A67-C83E-9323-DBE2-26417608DD99}"/>
                </a:ext>
              </a:extLst>
            </p:cNvPr>
            <p:cNvSpPr/>
            <p:nvPr/>
          </p:nvSpPr>
          <p:spPr>
            <a:xfrm>
              <a:off x="3910680" y="2388960"/>
              <a:ext cx="122760" cy="86760"/>
            </a:xfrm>
            <a:custGeom>
              <a:avLst/>
              <a:gdLst/>
              <a:ahLst/>
              <a:cxnLst>
                <a:cxn ang="3cd4">
                  <a:pos x="hc" y="t"/>
                </a:cxn>
                <a:cxn ang="cd2">
                  <a:pos x="l" y="vc"/>
                </a:cxn>
                <a:cxn ang="cd4">
                  <a:pos x="hc" y="b"/>
                </a:cxn>
                <a:cxn ang="0">
                  <a:pos x="r" y="vc"/>
                </a:cxn>
              </a:cxnLst>
              <a:rect l="l" t="t" r="r" b="b"/>
              <a:pathLst>
                <a:path w="342" h="242">
                  <a:moveTo>
                    <a:pt x="171" y="0"/>
                  </a:moveTo>
                  <a:lnTo>
                    <a:pt x="114" y="40"/>
                  </a:lnTo>
                  <a:lnTo>
                    <a:pt x="342" y="202"/>
                  </a:lnTo>
                  <a:lnTo>
                    <a:pt x="285" y="242"/>
                  </a:lnTo>
                  <a:lnTo>
                    <a:pt x="57" y="81"/>
                  </a:lnTo>
                  <a:lnTo>
                    <a:pt x="0" y="121"/>
                  </a:lnTo>
                  <a:lnTo>
                    <a:pt x="0"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9" name="Freihandform: Form 98">
              <a:extLst>
                <a:ext uri="{FF2B5EF4-FFF2-40B4-BE49-F238E27FC236}">
                  <a16:creationId xmlns:a16="http://schemas.microsoft.com/office/drawing/2014/main" id="{564FBA03-5272-3ACB-EB3E-89C575FE6FAA}"/>
                </a:ext>
              </a:extLst>
            </p:cNvPr>
            <p:cNvSpPr/>
            <p:nvPr/>
          </p:nvSpPr>
          <p:spPr>
            <a:xfrm>
              <a:off x="3746520" y="2272680"/>
              <a:ext cx="122760" cy="86760"/>
            </a:xfrm>
            <a:custGeom>
              <a:avLst/>
              <a:gdLst/>
              <a:ahLst/>
              <a:cxnLst>
                <a:cxn ang="3cd4">
                  <a:pos x="hc" y="t"/>
                </a:cxn>
                <a:cxn ang="cd2">
                  <a:pos x="l" y="vc"/>
                </a:cxn>
                <a:cxn ang="cd4">
                  <a:pos x="hc" y="b"/>
                </a:cxn>
                <a:cxn ang="0">
                  <a:pos x="r" y="vc"/>
                </a:cxn>
              </a:cxnLst>
              <a:rect l="l" t="t" r="r" b="b"/>
              <a:pathLst>
                <a:path w="342" h="242">
                  <a:moveTo>
                    <a:pt x="285" y="162"/>
                  </a:moveTo>
                  <a:lnTo>
                    <a:pt x="342" y="121"/>
                  </a:lnTo>
                  <a:lnTo>
                    <a:pt x="342" y="242"/>
                  </a:lnTo>
                  <a:lnTo>
                    <a:pt x="171" y="242"/>
                  </a:lnTo>
                  <a:lnTo>
                    <a:pt x="227" y="202"/>
                  </a:lnTo>
                  <a:lnTo>
                    <a:pt x="0" y="40"/>
                  </a:lnTo>
                  <a:lnTo>
                    <a:pt x="57"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0" name="Freihandform: Form 99">
              <a:extLst>
                <a:ext uri="{FF2B5EF4-FFF2-40B4-BE49-F238E27FC236}">
                  <a16:creationId xmlns:a16="http://schemas.microsoft.com/office/drawing/2014/main" id="{D769CC0D-69B3-C303-19D6-1A8875E2D8E2}"/>
                </a:ext>
              </a:extLst>
            </p:cNvPr>
            <p:cNvSpPr/>
            <p:nvPr/>
          </p:nvSpPr>
          <p:spPr>
            <a:xfrm>
              <a:off x="3746520" y="2388960"/>
              <a:ext cx="122760" cy="86760"/>
            </a:xfrm>
            <a:custGeom>
              <a:avLst/>
              <a:gdLst/>
              <a:ahLst/>
              <a:cxnLst>
                <a:cxn ang="3cd4">
                  <a:pos x="hc" y="t"/>
                </a:cxn>
                <a:cxn ang="cd2">
                  <a:pos x="l" y="vc"/>
                </a:cxn>
                <a:cxn ang="cd4">
                  <a:pos x="hc" y="b"/>
                </a:cxn>
                <a:cxn ang="0">
                  <a:pos x="r" y="vc"/>
                </a:cxn>
              </a:cxnLst>
              <a:rect l="l" t="t" r="r" b="b"/>
              <a:pathLst>
                <a:path w="342" h="242">
                  <a:moveTo>
                    <a:pt x="57" y="162"/>
                  </a:moveTo>
                  <a:lnTo>
                    <a:pt x="285" y="0"/>
                  </a:lnTo>
                  <a:lnTo>
                    <a:pt x="342" y="40"/>
                  </a:lnTo>
                  <a:lnTo>
                    <a:pt x="114" y="202"/>
                  </a:lnTo>
                  <a:lnTo>
                    <a:pt x="171" y="242"/>
                  </a:lnTo>
                  <a:lnTo>
                    <a:pt x="0" y="242"/>
                  </a:lnTo>
                  <a:lnTo>
                    <a:pt x="0" y="121"/>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1" name="Freihandform: Form 100">
              <a:extLst>
                <a:ext uri="{FF2B5EF4-FFF2-40B4-BE49-F238E27FC236}">
                  <a16:creationId xmlns:a16="http://schemas.microsoft.com/office/drawing/2014/main" id="{2EABDFC1-3380-E35E-5CD2-E15FCA500523}"/>
                </a:ext>
              </a:extLst>
            </p:cNvPr>
            <p:cNvSpPr/>
            <p:nvPr/>
          </p:nvSpPr>
          <p:spPr>
            <a:xfrm>
              <a:off x="3910680" y="2272680"/>
              <a:ext cx="122760" cy="86760"/>
            </a:xfrm>
            <a:custGeom>
              <a:avLst/>
              <a:gdLst/>
              <a:ahLst/>
              <a:cxnLst>
                <a:cxn ang="3cd4">
                  <a:pos x="hc" y="t"/>
                </a:cxn>
                <a:cxn ang="cd2">
                  <a:pos x="l" y="vc"/>
                </a:cxn>
                <a:cxn ang="cd4">
                  <a:pos x="hc" y="b"/>
                </a:cxn>
                <a:cxn ang="0">
                  <a:pos x="r" y="vc"/>
                </a:cxn>
              </a:cxnLst>
              <a:rect l="l" t="t" r="r" b="b"/>
              <a:pathLst>
                <a:path w="342" h="242">
                  <a:moveTo>
                    <a:pt x="227" y="40"/>
                  </a:moveTo>
                  <a:lnTo>
                    <a:pt x="171" y="0"/>
                  </a:lnTo>
                  <a:lnTo>
                    <a:pt x="342" y="0"/>
                  </a:lnTo>
                  <a:lnTo>
                    <a:pt x="342" y="121"/>
                  </a:lnTo>
                  <a:lnTo>
                    <a:pt x="285" y="81"/>
                  </a:lnTo>
                  <a:lnTo>
                    <a:pt x="57" y="242"/>
                  </a:lnTo>
                  <a:lnTo>
                    <a:pt x="0" y="20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2" name="Freihandform: Form 101">
              <a:extLst>
                <a:ext uri="{FF2B5EF4-FFF2-40B4-BE49-F238E27FC236}">
                  <a16:creationId xmlns:a16="http://schemas.microsoft.com/office/drawing/2014/main" id="{A7C11667-6B68-041C-CA38-58FA94ACF6BD}"/>
                </a:ext>
              </a:extLst>
            </p:cNvPr>
            <p:cNvSpPr/>
            <p:nvPr/>
          </p:nvSpPr>
          <p:spPr>
            <a:xfrm>
              <a:off x="3664440" y="2199960"/>
              <a:ext cx="450720" cy="523079"/>
            </a:xfrm>
            <a:custGeom>
              <a:avLst/>
              <a:gdLst/>
              <a:ahLst/>
              <a:cxnLst>
                <a:cxn ang="3cd4">
                  <a:pos x="hc" y="t"/>
                </a:cxn>
                <a:cxn ang="cd2">
                  <a:pos x="l" y="vc"/>
                </a:cxn>
                <a:cxn ang="cd4">
                  <a:pos x="hc" y="b"/>
                </a:cxn>
                <a:cxn ang="0">
                  <a:pos x="r" y="vc"/>
                </a:cxn>
              </a:cxnLst>
              <a:rect l="l" t="t" r="r" b="b"/>
              <a:pathLst>
                <a:path w="1253" h="1454">
                  <a:moveTo>
                    <a:pt x="626" y="0"/>
                  </a:moveTo>
                  <a:cubicBezTo>
                    <a:pt x="981" y="0"/>
                    <a:pt x="1253" y="210"/>
                    <a:pt x="1253" y="485"/>
                  </a:cubicBezTo>
                  <a:lnTo>
                    <a:pt x="1253" y="970"/>
                  </a:lnTo>
                  <a:cubicBezTo>
                    <a:pt x="1253" y="1252"/>
                    <a:pt x="968" y="1454"/>
                    <a:pt x="627" y="1454"/>
                  </a:cubicBezTo>
                  <a:cubicBezTo>
                    <a:pt x="285" y="1454"/>
                    <a:pt x="0" y="1252"/>
                    <a:pt x="0" y="970"/>
                  </a:cubicBezTo>
                  <a:cubicBezTo>
                    <a:pt x="0" y="970"/>
                    <a:pt x="0" y="485"/>
                    <a:pt x="0" y="484"/>
                  </a:cubicBezTo>
                  <a:cubicBezTo>
                    <a:pt x="0" y="210"/>
                    <a:pt x="271" y="0"/>
                    <a:pt x="626" y="0"/>
                  </a:cubicBezTo>
                  <a:close/>
                </a:path>
              </a:pathLst>
            </a:custGeom>
            <a:noFill/>
            <a:ln w="14400">
              <a:solidFill>
                <a:srgbClr val="000000"/>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nvGrpSpPr>
          <p:cNvPr id="103" name="Gruppieren 102">
            <a:extLst>
              <a:ext uri="{FF2B5EF4-FFF2-40B4-BE49-F238E27FC236}">
                <a16:creationId xmlns:a16="http://schemas.microsoft.com/office/drawing/2014/main" id="{1E3AFB16-F6CE-DEDA-0F2D-A11BA5D459BB}"/>
              </a:ext>
            </a:extLst>
          </p:cNvPr>
          <p:cNvGrpSpPr/>
          <p:nvPr/>
        </p:nvGrpSpPr>
        <p:grpSpPr>
          <a:xfrm>
            <a:off x="3645000" y="3251880"/>
            <a:ext cx="610200" cy="881640"/>
            <a:chOff x="3645000" y="3251880"/>
            <a:chExt cx="610200" cy="881640"/>
          </a:xfrm>
        </p:grpSpPr>
        <p:sp>
          <p:nvSpPr>
            <p:cNvPr id="104" name="Freihandform: Form 103">
              <a:extLst>
                <a:ext uri="{FF2B5EF4-FFF2-40B4-BE49-F238E27FC236}">
                  <a16:creationId xmlns:a16="http://schemas.microsoft.com/office/drawing/2014/main" id="{1FF3226B-90E3-284B-5DE9-0E59EEA3B53D}"/>
                </a:ext>
              </a:extLst>
            </p:cNvPr>
            <p:cNvSpPr/>
            <p:nvPr/>
          </p:nvSpPr>
          <p:spPr>
            <a:xfrm>
              <a:off x="4091760" y="3957480"/>
              <a:ext cx="163440" cy="176040"/>
            </a:xfrm>
            <a:custGeom>
              <a:avLst/>
              <a:gdLst/>
              <a:ahLst/>
              <a:cxnLst>
                <a:cxn ang="3cd4">
                  <a:pos x="hc" y="t"/>
                </a:cxn>
                <a:cxn ang="cd2">
                  <a:pos x="l" y="vc"/>
                </a:cxn>
                <a:cxn ang="cd4">
                  <a:pos x="hc" y="b"/>
                </a:cxn>
                <a:cxn ang="0">
                  <a:pos x="r" y="vc"/>
                </a:cxn>
              </a:cxnLst>
              <a:rect l="l" t="t" r="r" b="b"/>
              <a:pathLst>
                <a:path w="455" h="490">
                  <a:moveTo>
                    <a:pt x="0" y="490"/>
                  </a:moveTo>
                  <a:cubicBezTo>
                    <a:pt x="113" y="490"/>
                    <a:pt x="455" y="359"/>
                    <a:pt x="455" y="229"/>
                  </a:cubicBezTo>
                  <a:cubicBezTo>
                    <a:pt x="455" y="98"/>
                    <a:pt x="290" y="0"/>
                    <a:pt x="207" y="0"/>
                  </a:cubicBezTo>
                  <a:cubicBezTo>
                    <a:pt x="207" y="98"/>
                    <a:pt x="0" y="359"/>
                    <a:pt x="0" y="49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105" name="Gruppieren 104">
              <a:extLst>
                <a:ext uri="{FF2B5EF4-FFF2-40B4-BE49-F238E27FC236}">
                  <a16:creationId xmlns:a16="http://schemas.microsoft.com/office/drawing/2014/main" id="{45966721-E9EB-4A5F-355E-E564FB7155FC}"/>
                </a:ext>
              </a:extLst>
            </p:cNvPr>
            <p:cNvGrpSpPr/>
            <p:nvPr/>
          </p:nvGrpSpPr>
          <p:grpSpPr>
            <a:xfrm>
              <a:off x="3645000" y="3251880"/>
              <a:ext cx="521280" cy="881640"/>
              <a:chOff x="3645000" y="3251880"/>
              <a:chExt cx="521280" cy="881640"/>
            </a:xfrm>
          </p:grpSpPr>
          <p:sp>
            <p:nvSpPr>
              <p:cNvPr id="106" name="Freihandform: Form 105">
                <a:extLst>
                  <a:ext uri="{FF2B5EF4-FFF2-40B4-BE49-F238E27FC236}">
                    <a16:creationId xmlns:a16="http://schemas.microsoft.com/office/drawing/2014/main" id="{75B6DF28-2978-11AE-5066-A29E08850DDA}"/>
                  </a:ext>
                </a:extLst>
              </p:cNvPr>
              <p:cNvSpPr/>
              <p:nvPr/>
            </p:nvSpPr>
            <p:spPr>
              <a:xfrm>
                <a:off x="3645000" y="3310560"/>
                <a:ext cx="446400" cy="822960"/>
              </a:xfrm>
              <a:custGeom>
                <a:avLst/>
                <a:gdLst/>
                <a:ahLst/>
                <a:cxnLst>
                  <a:cxn ang="3cd4">
                    <a:pos x="hc" y="t"/>
                  </a:cxn>
                  <a:cxn ang="cd2">
                    <a:pos x="l" y="vc"/>
                  </a:cxn>
                  <a:cxn ang="cd4">
                    <a:pos x="hc" y="b"/>
                  </a:cxn>
                  <a:cxn ang="0">
                    <a:pos x="r" y="vc"/>
                  </a:cxn>
                </a:cxnLst>
                <a:rect l="l" t="t" r="r" b="b"/>
                <a:pathLst>
                  <a:path w="1241" h="2287">
                    <a:moveTo>
                      <a:pt x="0" y="1307"/>
                    </a:moveTo>
                    <a:lnTo>
                      <a:pt x="0" y="0"/>
                    </a:lnTo>
                    <a:lnTo>
                      <a:pt x="1241" y="980"/>
                    </a:lnTo>
                    <a:lnTo>
                      <a:pt x="1241" y="2287"/>
                    </a:lnTo>
                    <a:close/>
                  </a:path>
                </a:pathLst>
              </a:custGeom>
              <a:gradFill>
                <a:gsLst>
                  <a:gs pos="0">
                    <a:srgbClr val="DE8E96"/>
                  </a:gs>
                  <a:gs pos="100000">
                    <a:srgbClr val="F8E8EA"/>
                  </a:gs>
                </a:gsLst>
                <a:lin ang="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7" name="Gerader Verbinder 106">
                <a:extLst>
                  <a:ext uri="{FF2B5EF4-FFF2-40B4-BE49-F238E27FC236}">
                    <a16:creationId xmlns:a16="http://schemas.microsoft.com/office/drawing/2014/main" id="{1E352A84-C289-0D56-090C-930D0AD367B6}"/>
                  </a:ext>
                </a:extLst>
              </p:cNvPr>
              <p:cNvSpPr/>
              <p:nvPr/>
            </p:nvSpPr>
            <p:spPr>
              <a:xfrm>
                <a:off x="3645000" y="3663360"/>
                <a:ext cx="446760"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8" name="Gerader Verbinder 107">
                <a:extLst>
                  <a:ext uri="{FF2B5EF4-FFF2-40B4-BE49-F238E27FC236}">
                    <a16:creationId xmlns:a16="http://schemas.microsoft.com/office/drawing/2014/main" id="{2371F483-91E1-B4CD-CE09-179F40CC8B33}"/>
                  </a:ext>
                </a:extLst>
              </p:cNvPr>
              <p:cNvSpPr/>
              <p:nvPr/>
            </p:nvSpPr>
            <p:spPr>
              <a:xfrm>
                <a:off x="3645000" y="3546000"/>
                <a:ext cx="446760"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9" name="Gerader Verbinder 108">
                <a:extLst>
                  <a:ext uri="{FF2B5EF4-FFF2-40B4-BE49-F238E27FC236}">
                    <a16:creationId xmlns:a16="http://schemas.microsoft.com/office/drawing/2014/main" id="{68449618-D337-0015-7F29-9C7DD229CE18}"/>
                  </a:ext>
                </a:extLst>
              </p:cNvPr>
              <p:cNvSpPr/>
              <p:nvPr/>
            </p:nvSpPr>
            <p:spPr>
              <a:xfrm>
                <a:off x="3645000" y="3428280"/>
                <a:ext cx="446760"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0" name="Gerader Verbinder 109">
                <a:extLst>
                  <a:ext uri="{FF2B5EF4-FFF2-40B4-BE49-F238E27FC236}">
                    <a16:creationId xmlns:a16="http://schemas.microsoft.com/office/drawing/2014/main" id="{7A955D18-4FF1-D33E-34F9-C63F9FC38B1A}"/>
                  </a:ext>
                </a:extLst>
              </p:cNvPr>
              <p:cNvSpPr/>
              <p:nvPr/>
            </p:nvSpPr>
            <p:spPr>
              <a:xfrm>
                <a:off x="3794040" y="366336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1" name="Gerader Verbinder 110">
                <a:extLst>
                  <a:ext uri="{FF2B5EF4-FFF2-40B4-BE49-F238E27FC236}">
                    <a16:creationId xmlns:a16="http://schemas.microsoft.com/office/drawing/2014/main" id="{C95A3CAC-57E3-A491-7A6F-EF58338FE3E7}"/>
                  </a:ext>
                </a:extLst>
              </p:cNvPr>
              <p:cNvSpPr/>
              <p:nvPr/>
            </p:nvSpPr>
            <p:spPr>
              <a:xfrm>
                <a:off x="3942720" y="354600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2" name="Gerader Verbinder 111">
                <a:extLst>
                  <a:ext uri="{FF2B5EF4-FFF2-40B4-BE49-F238E27FC236}">
                    <a16:creationId xmlns:a16="http://schemas.microsoft.com/office/drawing/2014/main" id="{FB00E83B-DB48-5652-9363-3EE0A6FD6333}"/>
                  </a:ext>
                </a:extLst>
              </p:cNvPr>
              <p:cNvSpPr/>
              <p:nvPr/>
            </p:nvSpPr>
            <p:spPr>
              <a:xfrm>
                <a:off x="4017240" y="395748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3" name="Gerader Verbinder 112">
                <a:extLst>
                  <a:ext uri="{FF2B5EF4-FFF2-40B4-BE49-F238E27FC236}">
                    <a16:creationId xmlns:a16="http://schemas.microsoft.com/office/drawing/2014/main" id="{63A1FF08-743C-16FE-E9B3-26865EC36B26}"/>
                  </a:ext>
                </a:extLst>
              </p:cNvPr>
              <p:cNvSpPr/>
              <p:nvPr/>
            </p:nvSpPr>
            <p:spPr>
              <a:xfrm>
                <a:off x="3868559" y="383976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4" name="Gerader Verbinder 113">
                <a:extLst>
                  <a:ext uri="{FF2B5EF4-FFF2-40B4-BE49-F238E27FC236}">
                    <a16:creationId xmlns:a16="http://schemas.microsoft.com/office/drawing/2014/main" id="{420D6BCA-61C8-0156-6240-B053901DA64D}"/>
                  </a:ext>
                </a:extLst>
              </p:cNvPr>
              <p:cNvSpPr/>
              <p:nvPr/>
            </p:nvSpPr>
            <p:spPr>
              <a:xfrm>
                <a:off x="3719520" y="372240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5" name="Gerader Verbinder 114">
                <a:extLst>
                  <a:ext uri="{FF2B5EF4-FFF2-40B4-BE49-F238E27FC236}">
                    <a16:creationId xmlns:a16="http://schemas.microsoft.com/office/drawing/2014/main" id="{202CF814-A6E7-4519-42D6-F53030A99E8A}"/>
                  </a:ext>
                </a:extLst>
              </p:cNvPr>
              <p:cNvSpPr/>
              <p:nvPr/>
            </p:nvSpPr>
            <p:spPr>
              <a:xfrm>
                <a:off x="3794040" y="342828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6" name="Gerader Verbinder 115">
                <a:extLst>
                  <a:ext uri="{FF2B5EF4-FFF2-40B4-BE49-F238E27FC236}">
                    <a16:creationId xmlns:a16="http://schemas.microsoft.com/office/drawing/2014/main" id="{EEE16DE8-205D-0602-BC8F-E9C0D1AD7B25}"/>
                  </a:ext>
                </a:extLst>
              </p:cNvPr>
              <p:cNvSpPr/>
              <p:nvPr/>
            </p:nvSpPr>
            <p:spPr>
              <a:xfrm>
                <a:off x="3868559" y="360468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7" name="Gerader Verbinder 116">
                <a:extLst>
                  <a:ext uri="{FF2B5EF4-FFF2-40B4-BE49-F238E27FC236}">
                    <a16:creationId xmlns:a16="http://schemas.microsoft.com/office/drawing/2014/main" id="{CDCD37F1-7931-53EF-5828-F626D72ED5BE}"/>
                  </a:ext>
                </a:extLst>
              </p:cNvPr>
              <p:cNvSpPr/>
              <p:nvPr/>
            </p:nvSpPr>
            <p:spPr>
              <a:xfrm>
                <a:off x="3942720" y="378108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8" name="Gerader Verbinder 117">
                <a:extLst>
                  <a:ext uri="{FF2B5EF4-FFF2-40B4-BE49-F238E27FC236}">
                    <a16:creationId xmlns:a16="http://schemas.microsoft.com/office/drawing/2014/main" id="{F1BF5755-4FD8-2CD3-81A7-87301192F7DB}"/>
                  </a:ext>
                </a:extLst>
              </p:cNvPr>
              <p:cNvSpPr/>
              <p:nvPr/>
            </p:nvSpPr>
            <p:spPr>
              <a:xfrm>
                <a:off x="4017240" y="372240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9" name="Gerader Verbinder 118">
                <a:extLst>
                  <a:ext uri="{FF2B5EF4-FFF2-40B4-BE49-F238E27FC236}">
                    <a16:creationId xmlns:a16="http://schemas.microsoft.com/office/drawing/2014/main" id="{03FF50D3-4967-4F2B-87B4-43205C351384}"/>
                  </a:ext>
                </a:extLst>
              </p:cNvPr>
              <p:cNvSpPr/>
              <p:nvPr/>
            </p:nvSpPr>
            <p:spPr>
              <a:xfrm>
                <a:off x="3719520" y="348696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0" name="Freihandform: Form 119">
                <a:extLst>
                  <a:ext uri="{FF2B5EF4-FFF2-40B4-BE49-F238E27FC236}">
                    <a16:creationId xmlns:a16="http://schemas.microsoft.com/office/drawing/2014/main" id="{956A0AD2-A7C1-0DE7-DBFC-B9E7FB7D9DAD}"/>
                  </a:ext>
                </a:extLst>
              </p:cNvPr>
              <p:cNvSpPr/>
              <p:nvPr/>
            </p:nvSpPr>
            <p:spPr>
              <a:xfrm>
                <a:off x="4091760" y="3604680"/>
                <a:ext cx="74160" cy="528840"/>
              </a:xfrm>
              <a:custGeom>
                <a:avLst/>
                <a:gdLst/>
                <a:ahLst/>
                <a:cxnLst>
                  <a:cxn ang="3cd4">
                    <a:pos x="hc" y="t"/>
                  </a:cxn>
                  <a:cxn ang="cd2">
                    <a:pos x="l" y="vc"/>
                  </a:cxn>
                  <a:cxn ang="cd4">
                    <a:pos x="hc" y="b"/>
                  </a:cxn>
                  <a:cxn ang="0">
                    <a:pos x="r" y="vc"/>
                  </a:cxn>
                </a:cxnLst>
                <a:rect l="l" t="t" r="r" b="b"/>
                <a:pathLst>
                  <a:path w="207" h="1470">
                    <a:moveTo>
                      <a:pt x="0" y="1470"/>
                    </a:moveTo>
                    <a:lnTo>
                      <a:pt x="0" y="163"/>
                    </a:lnTo>
                    <a:lnTo>
                      <a:pt x="207" y="0"/>
                    </a:lnTo>
                    <a:lnTo>
                      <a:pt x="207" y="1307"/>
                    </a:lnTo>
                    <a:close/>
                  </a:path>
                </a:pathLst>
              </a:custGeom>
              <a:gradFill>
                <a:gsLst>
                  <a:gs pos="0">
                    <a:srgbClr val="F8E8EA"/>
                  </a:gs>
                  <a:gs pos="100000">
                    <a:srgbClr val="DE8E96"/>
                  </a:gs>
                </a:gsLst>
                <a:path path="rect">
                  <a:fillToRect l="70000" t="30000" r="30000" b="70000"/>
                </a:path>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1" name="Freihandform: Form 120">
                <a:extLst>
                  <a:ext uri="{FF2B5EF4-FFF2-40B4-BE49-F238E27FC236}">
                    <a16:creationId xmlns:a16="http://schemas.microsoft.com/office/drawing/2014/main" id="{E378E9F1-4827-1679-03F0-81231D2A7DD6}"/>
                  </a:ext>
                </a:extLst>
              </p:cNvPr>
              <p:cNvSpPr/>
              <p:nvPr/>
            </p:nvSpPr>
            <p:spPr>
              <a:xfrm>
                <a:off x="3645000" y="3251880"/>
                <a:ext cx="520919" cy="411120"/>
              </a:xfrm>
              <a:custGeom>
                <a:avLst/>
                <a:gdLst/>
                <a:ahLst/>
                <a:cxnLst>
                  <a:cxn ang="3cd4">
                    <a:pos x="hc" y="t"/>
                  </a:cxn>
                  <a:cxn ang="cd2">
                    <a:pos x="l" y="vc"/>
                  </a:cxn>
                  <a:cxn ang="cd4">
                    <a:pos x="hc" y="b"/>
                  </a:cxn>
                  <a:cxn ang="0">
                    <a:pos x="r" y="vc"/>
                  </a:cxn>
                </a:cxnLst>
                <a:rect l="l" t="t" r="r" b="b"/>
                <a:pathLst>
                  <a:path w="1448" h="1143">
                    <a:moveTo>
                      <a:pt x="1241" y="1143"/>
                    </a:moveTo>
                    <a:lnTo>
                      <a:pt x="0" y="163"/>
                    </a:lnTo>
                    <a:lnTo>
                      <a:pt x="207" y="0"/>
                    </a:lnTo>
                    <a:lnTo>
                      <a:pt x="1448" y="980"/>
                    </a:lnTo>
                    <a:close/>
                  </a:path>
                </a:pathLst>
              </a:custGeom>
              <a:gradFill>
                <a:gsLst>
                  <a:gs pos="0">
                    <a:srgbClr val="DE8E96"/>
                  </a:gs>
                  <a:gs pos="100000">
                    <a:srgbClr val="F8E8EA"/>
                  </a:gs>
                </a:gsLst>
                <a:lin ang="540000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2" name="Gerader Verbinder 121">
                <a:extLst>
                  <a:ext uri="{FF2B5EF4-FFF2-40B4-BE49-F238E27FC236}">
                    <a16:creationId xmlns:a16="http://schemas.microsoft.com/office/drawing/2014/main" id="{A4FBA7A2-2F61-F9A2-4791-A82700172BC8}"/>
                  </a:ext>
                </a:extLst>
              </p:cNvPr>
              <p:cNvSpPr/>
              <p:nvPr/>
            </p:nvSpPr>
            <p:spPr>
              <a:xfrm flipV="1">
                <a:off x="3942720" y="348696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3" name="Gerader Verbinder 122">
                <a:extLst>
                  <a:ext uri="{FF2B5EF4-FFF2-40B4-BE49-F238E27FC236}">
                    <a16:creationId xmlns:a16="http://schemas.microsoft.com/office/drawing/2014/main" id="{C225FC3F-9650-A0BE-83B9-C59CEDDD248C}"/>
                  </a:ext>
                </a:extLst>
              </p:cNvPr>
              <p:cNvSpPr/>
              <p:nvPr/>
            </p:nvSpPr>
            <p:spPr>
              <a:xfrm flipV="1">
                <a:off x="4091760" y="372240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4" name="Gerader Verbinder 123">
                <a:extLst>
                  <a:ext uri="{FF2B5EF4-FFF2-40B4-BE49-F238E27FC236}">
                    <a16:creationId xmlns:a16="http://schemas.microsoft.com/office/drawing/2014/main" id="{80560E7B-09D4-7D2E-0DEF-1AC16A603AB8}"/>
                  </a:ext>
                </a:extLst>
              </p:cNvPr>
              <p:cNvSpPr/>
              <p:nvPr/>
            </p:nvSpPr>
            <p:spPr>
              <a:xfrm flipV="1">
                <a:off x="4091760" y="383976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5" name="Gerader Verbinder 124">
                <a:extLst>
                  <a:ext uri="{FF2B5EF4-FFF2-40B4-BE49-F238E27FC236}">
                    <a16:creationId xmlns:a16="http://schemas.microsoft.com/office/drawing/2014/main" id="{C2FF04AD-63A3-5A53-8AEB-58F98EBEA498}"/>
                  </a:ext>
                </a:extLst>
              </p:cNvPr>
              <p:cNvSpPr/>
              <p:nvPr/>
            </p:nvSpPr>
            <p:spPr>
              <a:xfrm flipV="1">
                <a:off x="4091760" y="395748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6" name="Gerader Verbinder 125">
                <a:extLst>
                  <a:ext uri="{FF2B5EF4-FFF2-40B4-BE49-F238E27FC236}">
                    <a16:creationId xmlns:a16="http://schemas.microsoft.com/office/drawing/2014/main" id="{F54D02C5-8689-0F06-4793-3F96EB38F484}"/>
                  </a:ext>
                </a:extLst>
              </p:cNvPr>
              <p:cNvSpPr/>
              <p:nvPr/>
            </p:nvSpPr>
            <p:spPr>
              <a:xfrm flipV="1">
                <a:off x="3794040" y="3369600"/>
                <a:ext cx="74519"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7" name="Freihandform: Form 126">
                <a:extLst>
                  <a:ext uri="{FF2B5EF4-FFF2-40B4-BE49-F238E27FC236}">
                    <a16:creationId xmlns:a16="http://schemas.microsoft.com/office/drawing/2014/main" id="{C13E7B51-6F2F-B3BD-FC48-0170DB4F86E7}"/>
                  </a:ext>
                </a:extLst>
              </p:cNvPr>
              <p:cNvSpPr/>
              <p:nvPr/>
            </p:nvSpPr>
            <p:spPr>
              <a:xfrm>
                <a:off x="3645000" y="3251880"/>
                <a:ext cx="520919" cy="881640"/>
              </a:xfrm>
              <a:custGeom>
                <a:avLst/>
                <a:gdLst/>
                <a:ahLst/>
                <a:cxnLst>
                  <a:cxn ang="3cd4">
                    <a:pos x="hc" y="t"/>
                  </a:cxn>
                  <a:cxn ang="cd2">
                    <a:pos x="l" y="vc"/>
                  </a:cxn>
                  <a:cxn ang="cd4">
                    <a:pos x="hc" y="b"/>
                  </a:cxn>
                  <a:cxn ang="0">
                    <a:pos x="r" y="vc"/>
                  </a:cxn>
                </a:cxnLst>
                <a:rect l="l" t="t" r="r" b="b"/>
                <a:pathLst>
                  <a:path w="1448" h="2450">
                    <a:moveTo>
                      <a:pt x="207" y="0"/>
                    </a:moveTo>
                    <a:lnTo>
                      <a:pt x="1448" y="980"/>
                    </a:lnTo>
                    <a:lnTo>
                      <a:pt x="1448" y="2287"/>
                    </a:lnTo>
                    <a:lnTo>
                      <a:pt x="1241" y="2450"/>
                    </a:lnTo>
                    <a:lnTo>
                      <a:pt x="0" y="1470"/>
                    </a:lnTo>
                    <a:lnTo>
                      <a:pt x="0" y="163"/>
                    </a:lnTo>
                    <a:close/>
                  </a:path>
                </a:pathLst>
              </a:custGeom>
              <a:noFill/>
              <a:ln w="14400">
                <a:solidFill>
                  <a:srgbClr val="000000"/>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sp>
        <p:nvSpPr>
          <p:cNvPr id="128" name="Freihandform: Form 127">
            <a:extLst>
              <a:ext uri="{FF2B5EF4-FFF2-40B4-BE49-F238E27FC236}">
                <a16:creationId xmlns:a16="http://schemas.microsoft.com/office/drawing/2014/main" id="{5A3EDB4B-6059-3789-1996-B5D4B4E534B7}"/>
              </a:ext>
            </a:extLst>
          </p:cNvPr>
          <p:cNvSpPr/>
          <p:nvPr/>
        </p:nvSpPr>
        <p:spPr>
          <a:xfrm>
            <a:off x="2273400" y="969840"/>
            <a:ext cx="1188719" cy="578520"/>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4169E1"/>
              </a:gs>
              <a:gs pos="100000">
                <a:srgbClr val="4169E1"/>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Carrier A</a:t>
            </a:r>
          </a:p>
        </p:txBody>
      </p:sp>
      <p:sp>
        <p:nvSpPr>
          <p:cNvPr id="129" name="Freihandform: Form 128">
            <a:extLst>
              <a:ext uri="{FF2B5EF4-FFF2-40B4-BE49-F238E27FC236}">
                <a16:creationId xmlns:a16="http://schemas.microsoft.com/office/drawing/2014/main" id="{393FF937-71D9-2DC1-FEFB-1223A74086D6}"/>
              </a:ext>
            </a:extLst>
          </p:cNvPr>
          <p:cNvSpPr/>
          <p:nvPr/>
        </p:nvSpPr>
        <p:spPr>
          <a:xfrm>
            <a:off x="4467960" y="999720"/>
            <a:ext cx="1144440" cy="548640"/>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FF4500"/>
              </a:gs>
              <a:gs pos="100000">
                <a:srgbClr val="FF4500"/>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Carrier B</a:t>
            </a:r>
          </a:p>
        </p:txBody>
      </p:sp>
      <p:cxnSp>
        <p:nvCxnSpPr>
          <p:cNvPr id="130" name="Gerade Verbindung mit Pfeil 129">
            <a:extLst>
              <a:ext uri="{FF2B5EF4-FFF2-40B4-BE49-F238E27FC236}">
                <a16:creationId xmlns:a16="http://schemas.microsoft.com/office/drawing/2014/main" id="{8C427AEA-9F56-DECB-5D96-2884EF34A932}"/>
              </a:ext>
            </a:extLst>
          </p:cNvPr>
          <p:cNvCxnSpPr/>
          <p:nvPr/>
        </p:nvCxnSpPr>
        <p:spPr>
          <a:xfrm flipH="1">
            <a:off x="3920760" y="1548360"/>
            <a:ext cx="1062360" cy="651600"/>
          </a:xfrm>
          <a:prstGeom prst="straightConnector1">
            <a:avLst/>
          </a:prstGeom>
          <a:noFill/>
          <a:ln w="29160">
            <a:solidFill>
              <a:srgbClr val="FF4500"/>
            </a:solidFill>
            <a:prstDash val="solid"/>
          </a:ln>
        </p:spPr>
      </p:cxnSp>
      <p:cxnSp>
        <p:nvCxnSpPr>
          <p:cNvPr id="131" name="Gerade Verbindung mit Pfeil 130">
            <a:extLst>
              <a:ext uri="{FF2B5EF4-FFF2-40B4-BE49-F238E27FC236}">
                <a16:creationId xmlns:a16="http://schemas.microsoft.com/office/drawing/2014/main" id="{66364B0F-2978-101D-2A4D-2F74AE3EB052}"/>
              </a:ext>
            </a:extLst>
          </p:cNvPr>
          <p:cNvCxnSpPr/>
          <p:nvPr/>
        </p:nvCxnSpPr>
        <p:spPr>
          <a:xfrm>
            <a:off x="2986560" y="1528560"/>
            <a:ext cx="934200" cy="671400"/>
          </a:xfrm>
          <a:prstGeom prst="straightConnector1">
            <a:avLst/>
          </a:prstGeom>
          <a:noFill/>
          <a:ln w="29160">
            <a:solidFill>
              <a:srgbClr val="4169E1"/>
            </a:solidFill>
            <a:prstDash val="solid"/>
          </a:ln>
        </p:spPr>
      </p:cxnSp>
      <p:sp>
        <p:nvSpPr>
          <p:cNvPr id="132" name="Textfeld 131">
            <a:extLst>
              <a:ext uri="{FF2B5EF4-FFF2-40B4-BE49-F238E27FC236}">
                <a16:creationId xmlns:a16="http://schemas.microsoft.com/office/drawing/2014/main" id="{E5E97C94-4DA2-B3BC-80FF-BFDCFB6E3319}"/>
              </a:ext>
            </a:extLst>
          </p:cNvPr>
          <p:cNvSpPr txBox="1"/>
          <p:nvPr/>
        </p:nvSpPr>
        <p:spPr>
          <a:xfrm>
            <a:off x="545760" y="3092400"/>
            <a:ext cx="2743199" cy="1488960"/>
          </a:xfrm>
          <a:prstGeom prst="rect">
            <a:avLst/>
          </a:prstGeom>
          <a:noFill/>
          <a:ln>
            <a:noFill/>
          </a:ln>
        </p:spPr>
        <p:txBody>
          <a:bodyPr wrap="none" lIns="90000" tIns="45000" rIns="90000" bIns="45000" anchorCtr="0" compatLnSpc="0">
            <a:spAutoFit/>
          </a:bodyPr>
          <a:lstStyle/>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NAT A:</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50.1.1.A → 10.1.1.99</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10.1.1.0/27→50.1.1.A</a:t>
            </a:r>
          </a:p>
          <a:p>
            <a:pPr marL="0" marR="0" lvl="0" indent="0" algn="l" hangingPunct="0">
              <a:lnSpc>
                <a:spcPct val="100000"/>
              </a:lnSpc>
              <a:spcBef>
                <a:spcPts val="0"/>
              </a:spcBef>
              <a:spcAft>
                <a:spcPts val="0"/>
              </a:spcAft>
              <a:buNone/>
              <a:tabLst/>
            </a:pPr>
            <a:endParaRPr lang="es-VE" sz="1400" b="0" i="0" u="none" strike="noStrike" kern="1200" cap="none">
              <a:ln>
                <a:noFill/>
              </a:ln>
              <a:latin typeface="Liberation Sans" pitchFamily="18"/>
              <a:ea typeface="Noto Sans CJK SC Regular" pitchFamily="2"/>
              <a:cs typeface="Lohit Devanagari" pitchFamily="2"/>
            </a:endParaRPr>
          </a:p>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NAT B:</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60.1.1.B → 10.1.2.99</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10.1.2.0/27→60.1.1.B</a:t>
            </a:r>
          </a:p>
        </p:txBody>
      </p:sp>
      <p:sp>
        <p:nvSpPr>
          <p:cNvPr id="133" name="Textfeld 132">
            <a:extLst>
              <a:ext uri="{FF2B5EF4-FFF2-40B4-BE49-F238E27FC236}">
                <a16:creationId xmlns:a16="http://schemas.microsoft.com/office/drawing/2014/main" id="{E1F8355A-B951-4001-913B-84C330833CAE}"/>
              </a:ext>
            </a:extLst>
          </p:cNvPr>
          <p:cNvSpPr txBox="1"/>
          <p:nvPr/>
        </p:nvSpPr>
        <p:spPr>
          <a:xfrm>
            <a:off x="552600" y="1800720"/>
            <a:ext cx="2743199" cy="755639"/>
          </a:xfrm>
          <a:prstGeom prst="rect">
            <a:avLst/>
          </a:prstGeom>
          <a:noFill/>
          <a:ln>
            <a:noFill/>
          </a:ln>
        </p:spPr>
        <p:txBody>
          <a:bodyPr wrap="none" lIns="90000" tIns="45000" rIns="90000" bIns="45000" anchorCtr="0" compatLnSpc="0">
            <a:spAutoFit/>
          </a:bodyPr>
          <a:lstStyle/>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DNS: .ejemplo.com</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www0 → 50.1.1.A</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www0 → 60.1.1.B</a:t>
            </a:r>
          </a:p>
        </p:txBody>
      </p:sp>
      <p:sp>
        <p:nvSpPr>
          <p:cNvPr id="134" name="Textfeld 133">
            <a:extLst>
              <a:ext uri="{FF2B5EF4-FFF2-40B4-BE49-F238E27FC236}">
                <a16:creationId xmlns:a16="http://schemas.microsoft.com/office/drawing/2014/main" id="{6426CED9-C78E-D6A8-C9C0-47880852E3D8}"/>
              </a:ext>
            </a:extLst>
          </p:cNvPr>
          <p:cNvSpPr txBox="1"/>
          <p:nvPr/>
        </p:nvSpPr>
        <p:spPr>
          <a:xfrm>
            <a:off x="4301640" y="2908440"/>
            <a:ext cx="128015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FF4500"/>
                </a:solidFill>
                <a:latin typeface="Liberation Sans" pitchFamily="18"/>
                <a:ea typeface="Noto Sans CJK SC Regular" pitchFamily="2"/>
                <a:cs typeface="Lohit Devanagari" pitchFamily="2"/>
              </a:rPr>
              <a:t>60.1.1.B</a:t>
            </a:r>
          </a:p>
        </p:txBody>
      </p:sp>
      <p:sp>
        <p:nvSpPr>
          <p:cNvPr id="135" name="Textfeld 134">
            <a:extLst>
              <a:ext uri="{FF2B5EF4-FFF2-40B4-BE49-F238E27FC236}">
                <a16:creationId xmlns:a16="http://schemas.microsoft.com/office/drawing/2014/main" id="{0A269E90-206A-6A5C-19D9-BDEB9028C7EB}"/>
              </a:ext>
            </a:extLst>
          </p:cNvPr>
          <p:cNvSpPr txBox="1"/>
          <p:nvPr/>
        </p:nvSpPr>
        <p:spPr>
          <a:xfrm>
            <a:off x="2081880" y="2922119"/>
            <a:ext cx="128015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4169E1"/>
                </a:solidFill>
                <a:latin typeface="Liberation Sans" pitchFamily="18"/>
                <a:ea typeface="Noto Sans CJK SC Regular" pitchFamily="2"/>
                <a:cs typeface="Lohit Devanagari" pitchFamily="2"/>
              </a:rPr>
              <a:t>50.1.1.A</a:t>
            </a:r>
          </a:p>
        </p:txBody>
      </p:sp>
      <p:cxnSp>
        <p:nvCxnSpPr>
          <p:cNvPr id="136" name="Verbinder: gekrümmt 135">
            <a:extLst>
              <a:ext uri="{FF2B5EF4-FFF2-40B4-BE49-F238E27FC236}">
                <a16:creationId xmlns:a16="http://schemas.microsoft.com/office/drawing/2014/main" id="{39BDD58E-0F40-97C8-A76E-95707B7E0125}"/>
              </a:ext>
            </a:extLst>
          </p:cNvPr>
          <p:cNvCxnSpPr/>
          <p:nvPr/>
        </p:nvCxnSpPr>
        <p:spPr>
          <a:xfrm rot="5400000">
            <a:off x="3482460" y="3145140"/>
            <a:ext cx="1378080" cy="11160"/>
          </a:xfrm>
          <a:prstGeom prst="curvedConnector3">
            <a:avLst>
              <a:gd name="adj1" fmla="val 50000"/>
            </a:avLst>
          </a:prstGeom>
          <a:noFill/>
          <a:ln w="29160">
            <a:solidFill>
              <a:srgbClr val="FF4500"/>
            </a:solidFill>
            <a:prstDash val="solid"/>
          </a:ln>
        </p:spPr>
      </p:cxnSp>
      <p:cxnSp>
        <p:nvCxnSpPr>
          <p:cNvPr id="137" name="Verbinder: gekrümmt 136">
            <a:extLst>
              <a:ext uri="{FF2B5EF4-FFF2-40B4-BE49-F238E27FC236}">
                <a16:creationId xmlns:a16="http://schemas.microsoft.com/office/drawing/2014/main" id="{176396F4-7A2B-91DA-630E-49DE49875368}"/>
              </a:ext>
            </a:extLst>
          </p:cNvPr>
          <p:cNvCxnSpPr/>
          <p:nvPr/>
        </p:nvCxnSpPr>
        <p:spPr>
          <a:xfrm rot="5400000">
            <a:off x="2995200" y="3111840"/>
            <a:ext cx="1319400" cy="19080"/>
          </a:xfrm>
          <a:prstGeom prst="curvedConnector3">
            <a:avLst>
              <a:gd name="adj1" fmla="val 50000"/>
            </a:avLst>
          </a:prstGeom>
          <a:noFill/>
          <a:ln w="29160">
            <a:solidFill>
              <a:srgbClr val="4169E1"/>
            </a:solidFill>
            <a:prstDash val="solid"/>
          </a:ln>
        </p:spPr>
      </p:cxnSp>
      <p:grpSp>
        <p:nvGrpSpPr>
          <p:cNvPr id="138" name="Gruppieren 137">
            <a:extLst>
              <a:ext uri="{FF2B5EF4-FFF2-40B4-BE49-F238E27FC236}">
                <a16:creationId xmlns:a16="http://schemas.microsoft.com/office/drawing/2014/main" id="{B7A624CC-1ABD-D381-8631-FD7EDA6E8158}"/>
              </a:ext>
            </a:extLst>
          </p:cNvPr>
          <p:cNvGrpSpPr/>
          <p:nvPr/>
        </p:nvGrpSpPr>
        <p:grpSpPr>
          <a:xfrm>
            <a:off x="2692440" y="6309360"/>
            <a:ext cx="601920" cy="726840"/>
            <a:chOff x="2692440" y="6309360"/>
            <a:chExt cx="601920" cy="726840"/>
          </a:xfrm>
        </p:grpSpPr>
        <p:sp>
          <p:nvSpPr>
            <p:cNvPr id="139" name="Freihandform: Form 138">
              <a:extLst>
                <a:ext uri="{FF2B5EF4-FFF2-40B4-BE49-F238E27FC236}">
                  <a16:creationId xmlns:a16="http://schemas.microsoft.com/office/drawing/2014/main" id="{DC5316AB-F0F1-B2FE-6E71-6CE47FB8ACB1}"/>
                </a:ext>
              </a:extLst>
            </p:cNvPr>
            <p:cNvSpPr/>
            <p:nvPr/>
          </p:nvSpPr>
          <p:spPr>
            <a:xfrm>
              <a:off x="2913480" y="6815160"/>
              <a:ext cx="380880" cy="221040"/>
            </a:xfrm>
            <a:custGeom>
              <a:avLst/>
              <a:gdLst/>
              <a:ahLst/>
              <a:cxnLst>
                <a:cxn ang="3cd4">
                  <a:pos x="hc" y="t"/>
                </a:cxn>
                <a:cxn ang="cd2">
                  <a:pos x="l" y="vc"/>
                </a:cxn>
                <a:cxn ang="cd4">
                  <a:pos x="hc" y="b"/>
                </a:cxn>
                <a:cxn ang="0">
                  <a:pos x="r" y="vc"/>
                </a:cxn>
              </a:cxnLst>
              <a:rect l="l" t="t" r="r" b="b"/>
              <a:pathLst>
                <a:path w="1059" h="615">
                  <a:moveTo>
                    <a:pt x="0" y="615"/>
                  </a:moveTo>
                  <a:cubicBezTo>
                    <a:pt x="300" y="615"/>
                    <a:pt x="770" y="421"/>
                    <a:pt x="972" y="293"/>
                  </a:cubicBezTo>
                  <a:cubicBezTo>
                    <a:pt x="1175" y="165"/>
                    <a:pt x="972" y="0"/>
                    <a:pt x="870" y="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140" name="Gruppieren 139">
              <a:extLst>
                <a:ext uri="{FF2B5EF4-FFF2-40B4-BE49-F238E27FC236}">
                  <a16:creationId xmlns:a16="http://schemas.microsoft.com/office/drawing/2014/main" id="{08CB279E-0DAC-35F9-6B90-C38B5FBFF432}"/>
                </a:ext>
              </a:extLst>
            </p:cNvPr>
            <p:cNvGrpSpPr/>
            <p:nvPr/>
          </p:nvGrpSpPr>
          <p:grpSpPr>
            <a:xfrm>
              <a:off x="2692440" y="6309360"/>
              <a:ext cx="533880" cy="726840"/>
              <a:chOff x="2692440" y="6309360"/>
              <a:chExt cx="533880" cy="726840"/>
            </a:xfrm>
          </p:grpSpPr>
          <p:sp>
            <p:nvSpPr>
              <p:cNvPr id="141" name="Freihandform: Form 140">
                <a:extLst>
                  <a:ext uri="{FF2B5EF4-FFF2-40B4-BE49-F238E27FC236}">
                    <a16:creationId xmlns:a16="http://schemas.microsoft.com/office/drawing/2014/main" id="{F5246487-97DE-CAC2-4E6E-D2C5F538746C}"/>
                  </a:ext>
                </a:extLst>
              </p:cNvPr>
              <p:cNvSpPr/>
              <p:nvPr/>
            </p:nvSpPr>
            <p:spPr>
              <a:xfrm>
                <a:off x="2692440" y="6488640"/>
                <a:ext cx="220680" cy="547560"/>
              </a:xfrm>
              <a:custGeom>
                <a:avLst/>
                <a:gdLst/>
                <a:ahLst/>
                <a:cxnLst>
                  <a:cxn ang="3cd4">
                    <a:pos x="hc" y="t"/>
                  </a:cxn>
                  <a:cxn ang="cd2">
                    <a:pos x="l" y="vc"/>
                  </a:cxn>
                  <a:cxn ang="cd4">
                    <a:pos x="hc" y="b"/>
                  </a:cxn>
                  <a:cxn ang="0">
                    <a:pos x="r" y="vc"/>
                  </a:cxn>
                </a:cxnLst>
                <a:rect l="l" t="t" r="r" b="b"/>
                <a:pathLst>
                  <a:path w="614" h="1522">
                    <a:moveTo>
                      <a:pt x="0" y="1171"/>
                    </a:moveTo>
                    <a:lnTo>
                      <a:pt x="0" y="0"/>
                    </a:lnTo>
                    <a:lnTo>
                      <a:pt x="614" y="351"/>
                    </a:lnTo>
                    <a:lnTo>
                      <a:pt x="614" y="1522"/>
                    </a:lnTo>
                    <a:close/>
                  </a:path>
                </a:pathLst>
              </a:custGeom>
              <a:gradFill>
                <a:gsLst>
                  <a:gs pos="0">
                    <a:srgbClr val="B3B3B3"/>
                  </a:gs>
                  <a:gs pos="100000">
                    <a:srgbClr val="E5E5E5"/>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42" name="Freihandform: Form 141">
                <a:extLst>
                  <a:ext uri="{FF2B5EF4-FFF2-40B4-BE49-F238E27FC236}">
                    <a16:creationId xmlns:a16="http://schemas.microsoft.com/office/drawing/2014/main" id="{67FA84BF-07CE-3261-2566-2A7404685E46}"/>
                  </a:ext>
                </a:extLst>
              </p:cNvPr>
              <p:cNvSpPr/>
              <p:nvPr/>
            </p:nvSpPr>
            <p:spPr>
              <a:xfrm>
                <a:off x="2913480" y="6435720"/>
                <a:ext cx="312840" cy="600480"/>
              </a:xfrm>
              <a:custGeom>
                <a:avLst/>
                <a:gdLst/>
                <a:ahLst/>
                <a:cxnLst>
                  <a:cxn ang="3cd4">
                    <a:pos x="hc" y="t"/>
                  </a:cxn>
                  <a:cxn ang="cd2">
                    <a:pos x="l" y="vc"/>
                  </a:cxn>
                  <a:cxn ang="cd4">
                    <a:pos x="hc" y="b"/>
                  </a:cxn>
                  <a:cxn ang="0">
                    <a:pos x="r" y="vc"/>
                  </a:cxn>
                </a:cxnLst>
                <a:rect l="l" t="t" r="r" b="b"/>
                <a:pathLst>
                  <a:path w="870" h="1669">
                    <a:moveTo>
                      <a:pt x="0" y="1669"/>
                    </a:moveTo>
                    <a:lnTo>
                      <a:pt x="0" y="498"/>
                    </a:lnTo>
                    <a:lnTo>
                      <a:pt x="870" y="0"/>
                    </a:lnTo>
                    <a:lnTo>
                      <a:pt x="870" y="1171"/>
                    </a:lnTo>
                    <a:close/>
                  </a:path>
                </a:pathLst>
              </a:custGeom>
              <a:gradFill>
                <a:gsLst>
                  <a:gs pos="0">
                    <a:srgbClr val="E5E5E5"/>
                  </a:gs>
                  <a:gs pos="100000">
                    <a:srgbClr val="B3B3B3"/>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43" name="Freihandform: Form 142">
                <a:extLst>
                  <a:ext uri="{FF2B5EF4-FFF2-40B4-BE49-F238E27FC236}">
                    <a16:creationId xmlns:a16="http://schemas.microsoft.com/office/drawing/2014/main" id="{FC8026B6-1614-29D1-CAE3-1FBEFD7567D0}"/>
                  </a:ext>
                </a:extLst>
              </p:cNvPr>
              <p:cNvSpPr/>
              <p:nvPr/>
            </p:nvSpPr>
            <p:spPr>
              <a:xfrm>
                <a:off x="2692440" y="6309360"/>
                <a:ext cx="533880" cy="305280"/>
              </a:xfrm>
              <a:custGeom>
                <a:avLst/>
                <a:gdLst/>
                <a:ahLst/>
                <a:cxnLst>
                  <a:cxn ang="3cd4">
                    <a:pos x="hc" y="t"/>
                  </a:cxn>
                  <a:cxn ang="cd2">
                    <a:pos x="l" y="vc"/>
                  </a:cxn>
                  <a:cxn ang="cd4">
                    <a:pos x="hc" y="b"/>
                  </a:cxn>
                  <a:cxn ang="0">
                    <a:pos x="r" y="vc"/>
                  </a:cxn>
                </a:cxnLst>
                <a:rect l="l" t="t" r="r" b="b"/>
                <a:pathLst>
                  <a:path w="1484" h="849">
                    <a:moveTo>
                      <a:pt x="614" y="849"/>
                    </a:moveTo>
                    <a:lnTo>
                      <a:pt x="0" y="498"/>
                    </a:lnTo>
                    <a:lnTo>
                      <a:pt x="870" y="0"/>
                    </a:lnTo>
                    <a:lnTo>
                      <a:pt x="1484" y="351"/>
                    </a:lnTo>
                    <a:close/>
                  </a:path>
                </a:pathLst>
              </a:custGeom>
              <a:gradFill>
                <a:gsLst>
                  <a:gs pos="0">
                    <a:srgbClr val="B3B3B3"/>
                  </a:gs>
                  <a:gs pos="100000">
                    <a:srgbClr val="E5E5E5"/>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44" name="Freihandform: Form 143">
                <a:extLst>
                  <a:ext uri="{FF2B5EF4-FFF2-40B4-BE49-F238E27FC236}">
                    <a16:creationId xmlns:a16="http://schemas.microsoft.com/office/drawing/2014/main" id="{F52ED9FB-2F94-6D6F-E670-54DCC73ABCA9}"/>
                  </a:ext>
                </a:extLst>
              </p:cNvPr>
              <p:cNvSpPr/>
              <p:nvPr/>
            </p:nvSpPr>
            <p:spPr>
              <a:xfrm>
                <a:off x="2692440" y="6309360"/>
                <a:ext cx="533880" cy="726839"/>
              </a:xfrm>
              <a:custGeom>
                <a:avLst/>
                <a:gdLst/>
                <a:ahLst/>
                <a:cxnLst>
                  <a:cxn ang="3cd4">
                    <a:pos x="hc" y="t"/>
                  </a:cxn>
                  <a:cxn ang="cd2">
                    <a:pos x="l" y="vc"/>
                  </a:cxn>
                  <a:cxn ang="cd4">
                    <a:pos x="hc" y="b"/>
                  </a:cxn>
                  <a:cxn ang="0">
                    <a:pos x="r" y="vc"/>
                  </a:cxn>
                </a:cxnLst>
                <a:rect l="l" t="t" r="r" b="b"/>
                <a:pathLst>
                  <a:path w="1484" h="2020">
                    <a:moveTo>
                      <a:pt x="0" y="1669"/>
                    </a:moveTo>
                    <a:lnTo>
                      <a:pt x="0" y="498"/>
                    </a:lnTo>
                    <a:lnTo>
                      <a:pt x="870" y="0"/>
                    </a:lnTo>
                    <a:lnTo>
                      <a:pt x="1484" y="351"/>
                    </a:lnTo>
                    <a:lnTo>
                      <a:pt x="1484" y="1522"/>
                    </a:lnTo>
                    <a:lnTo>
                      <a:pt x="614" y="2020"/>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45" name="Gerader Verbinder 144">
                <a:extLst>
                  <a:ext uri="{FF2B5EF4-FFF2-40B4-BE49-F238E27FC236}">
                    <a16:creationId xmlns:a16="http://schemas.microsoft.com/office/drawing/2014/main" id="{D0CBAD35-6ECE-49C3-0C1E-6B57E65049F5}"/>
                  </a:ext>
                </a:extLst>
              </p:cNvPr>
              <p:cNvSpPr/>
              <p:nvPr/>
            </p:nvSpPr>
            <p:spPr>
              <a:xfrm flipH="1" flipV="1">
                <a:off x="2729160" y="6846840"/>
                <a:ext cx="147240" cy="8424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46" name="Gerader Verbinder 145">
                <a:extLst>
                  <a:ext uri="{FF2B5EF4-FFF2-40B4-BE49-F238E27FC236}">
                    <a16:creationId xmlns:a16="http://schemas.microsoft.com/office/drawing/2014/main" id="{4289E015-B4F2-FC4E-FBB5-8663FF8DADF7}"/>
                  </a:ext>
                </a:extLst>
              </p:cNvPr>
              <p:cNvSpPr/>
              <p:nvPr/>
            </p:nvSpPr>
            <p:spPr>
              <a:xfrm flipH="1" flipV="1">
                <a:off x="2729160" y="6888960"/>
                <a:ext cx="147240" cy="8424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47" name="Gerader Verbinder 146">
                <a:extLst>
                  <a:ext uri="{FF2B5EF4-FFF2-40B4-BE49-F238E27FC236}">
                    <a16:creationId xmlns:a16="http://schemas.microsoft.com/office/drawing/2014/main" id="{9AEED2A7-F7A3-ACCC-F6D9-0C246A32A4AE}"/>
                  </a:ext>
                </a:extLst>
              </p:cNvPr>
              <p:cNvSpPr/>
              <p:nvPr/>
            </p:nvSpPr>
            <p:spPr>
              <a:xfrm flipH="1" flipV="1">
                <a:off x="2729160" y="6868080"/>
                <a:ext cx="147240" cy="8424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48" name="Freihandform: Form 147">
                <a:extLst>
                  <a:ext uri="{FF2B5EF4-FFF2-40B4-BE49-F238E27FC236}">
                    <a16:creationId xmlns:a16="http://schemas.microsoft.com/office/drawing/2014/main" id="{FECDE413-2ED6-F1C3-25BA-9DCF2278C242}"/>
                  </a:ext>
                </a:extLst>
              </p:cNvPr>
              <p:cNvSpPr/>
              <p:nvPr/>
            </p:nvSpPr>
            <p:spPr>
              <a:xfrm>
                <a:off x="2710800" y="6551640"/>
                <a:ext cx="183960" cy="126000"/>
              </a:xfrm>
              <a:custGeom>
                <a:avLst/>
                <a:gdLst/>
                <a:ahLst/>
                <a:cxnLst>
                  <a:cxn ang="3cd4">
                    <a:pos x="hc" y="t"/>
                  </a:cxn>
                  <a:cxn ang="cd2">
                    <a:pos x="l" y="vc"/>
                  </a:cxn>
                  <a:cxn ang="cd4">
                    <a:pos x="hc" y="b"/>
                  </a:cxn>
                  <a:cxn ang="0">
                    <a:pos x="r" y="vc"/>
                  </a:cxn>
                </a:cxnLst>
                <a:rect l="l" t="t" r="r" b="b"/>
                <a:pathLst>
                  <a:path w="512" h="351" fill="none">
                    <a:moveTo>
                      <a:pt x="512" y="351"/>
                    </a:moveTo>
                    <a:lnTo>
                      <a:pt x="0" y="59"/>
                    </a:lnTo>
                    <a:lnTo>
                      <a:pt x="0" y="0"/>
                    </a:lnTo>
                  </a:path>
                </a:pathLst>
              </a:custGeom>
              <a:no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49" name="Freihandform: Form 148">
                <a:extLst>
                  <a:ext uri="{FF2B5EF4-FFF2-40B4-BE49-F238E27FC236}">
                    <a16:creationId xmlns:a16="http://schemas.microsoft.com/office/drawing/2014/main" id="{9094CA40-B843-2CF8-21D2-68920B39C99D}"/>
                  </a:ext>
                </a:extLst>
              </p:cNvPr>
              <p:cNvSpPr/>
              <p:nvPr/>
            </p:nvSpPr>
            <p:spPr>
              <a:xfrm>
                <a:off x="2714040" y="6551280"/>
                <a:ext cx="180720" cy="126720"/>
              </a:xfrm>
              <a:custGeom>
                <a:avLst/>
                <a:gdLst/>
                <a:ahLst/>
                <a:cxnLst>
                  <a:cxn ang="3cd4">
                    <a:pos x="hc" y="t"/>
                  </a:cxn>
                  <a:cxn ang="cd2">
                    <a:pos x="l" y="vc"/>
                  </a:cxn>
                  <a:cxn ang="cd4">
                    <a:pos x="hc" y="b"/>
                  </a:cxn>
                  <a:cxn ang="0">
                    <a:pos x="r" y="vc"/>
                  </a:cxn>
                </a:cxnLst>
                <a:rect l="l" t="t" r="r" b="b"/>
                <a:pathLst>
                  <a:path w="503" h="353" fill="none">
                    <a:moveTo>
                      <a:pt x="503" y="353"/>
                    </a:moveTo>
                    <a:lnTo>
                      <a:pt x="503" y="294"/>
                    </a:lnTo>
                    <a:lnTo>
                      <a:pt x="0" y="0"/>
                    </a:lnTo>
                  </a:path>
                </a:pathLst>
              </a:cu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50" name="Freihandform: Form 149">
                <a:extLst>
                  <a:ext uri="{FF2B5EF4-FFF2-40B4-BE49-F238E27FC236}">
                    <a16:creationId xmlns:a16="http://schemas.microsoft.com/office/drawing/2014/main" id="{8D202B65-4984-57D1-130A-6AB0EA5647DA}"/>
                  </a:ext>
                </a:extLst>
              </p:cNvPr>
              <p:cNvSpPr/>
              <p:nvPr/>
            </p:nvSpPr>
            <p:spPr>
              <a:xfrm>
                <a:off x="2779200" y="6762240"/>
                <a:ext cx="21240" cy="36720"/>
              </a:xfrm>
              <a:custGeom>
                <a:avLst/>
                <a:gdLst/>
                <a:ahLst/>
                <a:cxnLst>
                  <a:cxn ang="3cd4">
                    <a:pos x="hc" y="t"/>
                  </a:cxn>
                  <a:cxn ang="cd2">
                    <a:pos x="l" y="vc"/>
                  </a:cxn>
                  <a:cxn ang="cd4">
                    <a:pos x="hc" y="b"/>
                  </a:cxn>
                  <a:cxn ang="0">
                    <a:pos x="r" y="vc"/>
                  </a:cxn>
                </a:cxnLst>
                <a:rect l="l" t="t" r="r" b="b"/>
                <a:pathLst>
                  <a:path w="60" h="103">
                    <a:moveTo>
                      <a:pt x="0" y="69"/>
                    </a:moveTo>
                    <a:lnTo>
                      <a:pt x="0" y="0"/>
                    </a:lnTo>
                    <a:lnTo>
                      <a:pt x="60" y="34"/>
                    </a:lnTo>
                    <a:lnTo>
                      <a:pt x="60" y="103"/>
                    </a:lnTo>
                    <a:close/>
                  </a:path>
                </a:pathLst>
              </a:custGeom>
              <a:solidFill>
                <a:srgbClr val="39B54A"/>
              </a:solid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51" name="Gerader Verbinder 150">
                <a:extLst>
                  <a:ext uri="{FF2B5EF4-FFF2-40B4-BE49-F238E27FC236}">
                    <a16:creationId xmlns:a16="http://schemas.microsoft.com/office/drawing/2014/main" id="{EF6E0C18-43B0-73D7-7AD1-C6D94967A1F1}"/>
                  </a:ext>
                </a:extLst>
              </p:cNvPr>
              <p:cNvSpPr/>
              <p:nvPr/>
            </p:nvSpPr>
            <p:spPr>
              <a:xfrm flipH="1" flipV="1">
                <a:off x="2729160" y="6825599"/>
                <a:ext cx="147240" cy="84241"/>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cxnSp>
        <p:nvCxnSpPr>
          <p:cNvPr id="152" name="Gerade Verbindung mit Pfeil 151">
            <a:extLst>
              <a:ext uri="{FF2B5EF4-FFF2-40B4-BE49-F238E27FC236}">
                <a16:creationId xmlns:a16="http://schemas.microsoft.com/office/drawing/2014/main" id="{936A9FD7-3235-EF64-A8F7-2D1673583209}"/>
              </a:ext>
            </a:extLst>
          </p:cNvPr>
          <p:cNvCxnSpPr/>
          <p:nvPr/>
        </p:nvCxnSpPr>
        <p:spPr>
          <a:xfrm>
            <a:off x="2619720" y="5953680"/>
            <a:ext cx="388800" cy="355680"/>
          </a:xfrm>
          <a:prstGeom prst="straightConnector1">
            <a:avLst/>
          </a:prstGeom>
          <a:noFill/>
          <a:ln w="29160">
            <a:solidFill>
              <a:srgbClr val="000000"/>
            </a:solidFill>
            <a:prstDash val="solid"/>
          </a:ln>
        </p:spPr>
      </p:cxnSp>
      <p:grpSp>
        <p:nvGrpSpPr>
          <p:cNvPr id="153" name="Gruppieren 152">
            <a:extLst>
              <a:ext uri="{FF2B5EF4-FFF2-40B4-BE49-F238E27FC236}">
                <a16:creationId xmlns:a16="http://schemas.microsoft.com/office/drawing/2014/main" id="{A13859CC-ECA6-F1B1-A07C-653E35388B84}"/>
              </a:ext>
            </a:extLst>
          </p:cNvPr>
          <p:cNvGrpSpPr/>
          <p:nvPr/>
        </p:nvGrpSpPr>
        <p:grpSpPr>
          <a:xfrm>
            <a:off x="5365080" y="6309360"/>
            <a:ext cx="600480" cy="731160"/>
            <a:chOff x="5365080" y="6309360"/>
            <a:chExt cx="600480" cy="731160"/>
          </a:xfrm>
        </p:grpSpPr>
        <p:sp>
          <p:nvSpPr>
            <p:cNvPr id="154" name="Freihandform: Form 153">
              <a:extLst>
                <a:ext uri="{FF2B5EF4-FFF2-40B4-BE49-F238E27FC236}">
                  <a16:creationId xmlns:a16="http://schemas.microsoft.com/office/drawing/2014/main" id="{9EFC5B67-89F9-88E9-6C95-998D0E2247C1}"/>
                </a:ext>
              </a:extLst>
            </p:cNvPr>
            <p:cNvSpPr/>
            <p:nvPr/>
          </p:nvSpPr>
          <p:spPr>
            <a:xfrm>
              <a:off x="5585760" y="6818399"/>
              <a:ext cx="379800" cy="222120"/>
            </a:xfrm>
            <a:custGeom>
              <a:avLst/>
              <a:gdLst/>
              <a:ahLst/>
              <a:cxnLst>
                <a:cxn ang="3cd4">
                  <a:pos x="hc" y="t"/>
                </a:cxn>
                <a:cxn ang="cd2">
                  <a:pos x="l" y="vc"/>
                </a:cxn>
                <a:cxn ang="cd4">
                  <a:pos x="hc" y="b"/>
                </a:cxn>
                <a:cxn ang="0">
                  <a:pos x="r" y="vc"/>
                </a:cxn>
              </a:cxnLst>
              <a:rect l="l" t="t" r="r" b="b"/>
              <a:pathLst>
                <a:path w="1056" h="618">
                  <a:moveTo>
                    <a:pt x="0" y="618"/>
                  </a:moveTo>
                  <a:cubicBezTo>
                    <a:pt x="299" y="618"/>
                    <a:pt x="768" y="423"/>
                    <a:pt x="970" y="294"/>
                  </a:cubicBezTo>
                  <a:cubicBezTo>
                    <a:pt x="1172" y="166"/>
                    <a:pt x="970" y="0"/>
                    <a:pt x="868" y="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155" name="Gruppieren 154">
              <a:extLst>
                <a:ext uri="{FF2B5EF4-FFF2-40B4-BE49-F238E27FC236}">
                  <a16:creationId xmlns:a16="http://schemas.microsoft.com/office/drawing/2014/main" id="{A7CF5E98-9D24-A744-0816-2FF1E4A1B6DA}"/>
                </a:ext>
              </a:extLst>
            </p:cNvPr>
            <p:cNvGrpSpPr/>
            <p:nvPr/>
          </p:nvGrpSpPr>
          <p:grpSpPr>
            <a:xfrm>
              <a:off x="5365080" y="6309360"/>
              <a:ext cx="532800" cy="731160"/>
              <a:chOff x="5365080" y="6309360"/>
              <a:chExt cx="532800" cy="731160"/>
            </a:xfrm>
          </p:grpSpPr>
          <p:sp>
            <p:nvSpPr>
              <p:cNvPr id="156" name="Freihandform: Form 155">
                <a:extLst>
                  <a:ext uri="{FF2B5EF4-FFF2-40B4-BE49-F238E27FC236}">
                    <a16:creationId xmlns:a16="http://schemas.microsoft.com/office/drawing/2014/main" id="{A09646B2-ECC8-F186-C116-F6A9C7C3F8F8}"/>
                  </a:ext>
                </a:extLst>
              </p:cNvPr>
              <p:cNvSpPr/>
              <p:nvPr/>
            </p:nvSpPr>
            <p:spPr>
              <a:xfrm>
                <a:off x="5365080" y="6489720"/>
                <a:ext cx="220320" cy="550800"/>
              </a:xfrm>
              <a:custGeom>
                <a:avLst/>
                <a:gdLst/>
                <a:ahLst/>
                <a:cxnLst>
                  <a:cxn ang="3cd4">
                    <a:pos x="hc" y="t"/>
                  </a:cxn>
                  <a:cxn ang="cd2">
                    <a:pos x="l" y="vc"/>
                  </a:cxn>
                  <a:cxn ang="cd4">
                    <a:pos x="hc" y="b"/>
                  </a:cxn>
                  <a:cxn ang="0">
                    <a:pos x="r" y="vc"/>
                  </a:cxn>
                </a:cxnLst>
                <a:rect l="l" t="t" r="r" b="b"/>
                <a:pathLst>
                  <a:path w="613" h="1531">
                    <a:moveTo>
                      <a:pt x="0" y="1178"/>
                    </a:moveTo>
                    <a:lnTo>
                      <a:pt x="0" y="0"/>
                    </a:lnTo>
                    <a:lnTo>
                      <a:pt x="613" y="353"/>
                    </a:lnTo>
                    <a:lnTo>
                      <a:pt x="613" y="1531"/>
                    </a:lnTo>
                    <a:close/>
                  </a:path>
                </a:pathLst>
              </a:custGeom>
              <a:gradFill>
                <a:gsLst>
                  <a:gs pos="0">
                    <a:srgbClr val="B3B3B3"/>
                  </a:gs>
                  <a:gs pos="100000">
                    <a:srgbClr val="E5E5E5"/>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57" name="Freihandform: Form 156">
                <a:extLst>
                  <a:ext uri="{FF2B5EF4-FFF2-40B4-BE49-F238E27FC236}">
                    <a16:creationId xmlns:a16="http://schemas.microsoft.com/office/drawing/2014/main" id="{1D2DC55B-7F3B-C841-44A1-33280A21FDE6}"/>
                  </a:ext>
                </a:extLst>
              </p:cNvPr>
              <p:cNvSpPr/>
              <p:nvPr/>
            </p:nvSpPr>
            <p:spPr>
              <a:xfrm>
                <a:off x="5585760" y="6436440"/>
                <a:ext cx="312120" cy="604080"/>
              </a:xfrm>
              <a:custGeom>
                <a:avLst/>
                <a:gdLst/>
                <a:ahLst/>
                <a:cxnLst>
                  <a:cxn ang="3cd4">
                    <a:pos x="hc" y="t"/>
                  </a:cxn>
                  <a:cxn ang="cd2">
                    <a:pos x="l" y="vc"/>
                  </a:cxn>
                  <a:cxn ang="cd4">
                    <a:pos x="hc" y="b"/>
                  </a:cxn>
                  <a:cxn ang="0">
                    <a:pos x="r" y="vc"/>
                  </a:cxn>
                </a:cxnLst>
                <a:rect l="l" t="t" r="r" b="b"/>
                <a:pathLst>
                  <a:path w="868" h="1679">
                    <a:moveTo>
                      <a:pt x="0" y="1679"/>
                    </a:moveTo>
                    <a:lnTo>
                      <a:pt x="0" y="501"/>
                    </a:lnTo>
                    <a:lnTo>
                      <a:pt x="868" y="0"/>
                    </a:lnTo>
                    <a:lnTo>
                      <a:pt x="868" y="1178"/>
                    </a:lnTo>
                    <a:close/>
                  </a:path>
                </a:pathLst>
              </a:custGeom>
              <a:gradFill>
                <a:gsLst>
                  <a:gs pos="0">
                    <a:srgbClr val="E5E5E5"/>
                  </a:gs>
                  <a:gs pos="100000">
                    <a:srgbClr val="B3B3B3"/>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58" name="Freihandform: Form 157">
                <a:extLst>
                  <a:ext uri="{FF2B5EF4-FFF2-40B4-BE49-F238E27FC236}">
                    <a16:creationId xmlns:a16="http://schemas.microsoft.com/office/drawing/2014/main" id="{CC8EE6EB-D7A1-5157-E320-7D6A323FD068}"/>
                  </a:ext>
                </a:extLst>
              </p:cNvPr>
              <p:cNvSpPr/>
              <p:nvPr/>
            </p:nvSpPr>
            <p:spPr>
              <a:xfrm>
                <a:off x="5365080" y="6309360"/>
                <a:ext cx="532800" cy="307080"/>
              </a:xfrm>
              <a:custGeom>
                <a:avLst/>
                <a:gdLst/>
                <a:ahLst/>
                <a:cxnLst>
                  <a:cxn ang="3cd4">
                    <a:pos x="hc" y="t"/>
                  </a:cxn>
                  <a:cxn ang="cd2">
                    <a:pos x="l" y="vc"/>
                  </a:cxn>
                  <a:cxn ang="cd4">
                    <a:pos x="hc" y="b"/>
                  </a:cxn>
                  <a:cxn ang="0">
                    <a:pos x="r" y="vc"/>
                  </a:cxn>
                </a:cxnLst>
                <a:rect l="l" t="t" r="r" b="b"/>
                <a:pathLst>
                  <a:path w="1481" h="854">
                    <a:moveTo>
                      <a:pt x="613" y="854"/>
                    </a:moveTo>
                    <a:lnTo>
                      <a:pt x="0" y="501"/>
                    </a:lnTo>
                    <a:lnTo>
                      <a:pt x="868" y="0"/>
                    </a:lnTo>
                    <a:lnTo>
                      <a:pt x="1481" y="353"/>
                    </a:lnTo>
                    <a:close/>
                  </a:path>
                </a:pathLst>
              </a:custGeom>
              <a:gradFill>
                <a:gsLst>
                  <a:gs pos="0">
                    <a:srgbClr val="B3B3B3"/>
                  </a:gs>
                  <a:gs pos="100000">
                    <a:srgbClr val="E5E5E5"/>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59" name="Freihandform: Form 158">
                <a:extLst>
                  <a:ext uri="{FF2B5EF4-FFF2-40B4-BE49-F238E27FC236}">
                    <a16:creationId xmlns:a16="http://schemas.microsoft.com/office/drawing/2014/main" id="{4EABC667-517F-D608-7C91-946D3B0CB9C1}"/>
                  </a:ext>
                </a:extLst>
              </p:cNvPr>
              <p:cNvSpPr/>
              <p:nvPr/>
            </p:nvSpPr>
            <p:spPr>
              <a:xfrm>
                <a:off x="5365080" y="6309360"/>
                <a:ext cx="532800" cy="731159"/>
              </a:xfrm>
              <a:custGeom>
                <a:avLst/>
                <a:gdLst/>
                <a:ahLst/>
                <a:cxnLst>
                  <a:cxn ang="3cd4">
                    <a:pos x="hc" y="t"/>
                  </a:cxn>
                  <a:cxn ang="cd2">
                    <a:pos x="l" y="vc"/>
                  </a:cxn>
                  <a:cxn ang="cd4">
                    <a:pos x="hc" y="b"/>
                  </a:cxn>
                  <a:cxn ang="0">
                    <a:pos x="r" y="vc"/>
                  </a:cxn>
                </a:cxnLst>
                <a:rect l="l" t="t" r="r" b="b"/>
                <a:pathLst>
                  <a:path w="1481" h="2032">
                    <a:moveTo>
                      <a:pt x="0" y="1679"/>
                    </a:moveTo>
                    <a:lnTo>
                      <a:pt x="0" y="501"/>
                    </a:lnTo>
                    <a:lnTo>
                      <a:pt x="868" y="0"/>
                    </a:lnTo>
                    <a:lnTo>
                      <a:pt x="1481" y="353"/>
                    </a:lnTo>
                    <a:lnTo>
                      <a:pt x="1481" y="1531"/>
                    </a:lnTo>
                    <a:lnTo>
                      <a:pt x="613" y="2032"/>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60" name="Gerader Verbinder 159">
                <a:extLst>
                  <a:ext uri="{FF2B5EF4-FFF2-40B4-BE49-F238E27FC236}">
                    <a16:creationId xmlns:a16="http://schemas.microsoft.com/office/drawing/2014/main" id="{1DC53749-642F-F596-9F83-6EA52DC872C5}"/>
                  </a:ext>
                </a:extLst>
              </p:cNvPr>
              <p:cNvSpPr/>
              <p:nvPr/>
            </p:nvSpPr>
            <p:spPr>
              <a:xfrm flipH="1" flipV="1">
                <a:off x="5401800" y="6850079"/>
                <a:ext cx="147240" cy="84961"/>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61" name="Gerader Verbinder 160">
                <a:extLst>
                  <a:ext uri="{FF2B5EF4-FFF2-40B4-BE49-F238E27FC236}">
                    <a16:creationId xmlns:a16="http://schemas.microsoft.com/office/drawing/2014/main" id="{D270C7C1-50BC-9E29-3036-11480E275974}"/>
                  </a:ext>
                </a:extLst>
              </p:cNvPr>
              <p:cNvSpPr/>
              <p:nvPr/>
            </p:nvSpPr>
            <p:spPr>
              <a:xfrm flipH="1" flipV="1">
                <a:off x="5401800" y="6892560"/>
                <a:ext cx="147240" cy="84959"/>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62" name="Gerader Verbinder 161">
                <a:extLst>
                  <a:ext uri="{FF2B5EF4-FFF2-40B4-BE49-F238E27FC236}">
                    <a16:creationId xmlns:a16="http://schemas.microsoft.com/office/drawing/2014/main" id="{9DF69A26-5459-EF90-4398-EA71A7C91CBE}"/>
                  </a:ext>
                </a:extLst>
              </p:cNvPr>
              <p:cNvSpPr/>
              <p:nvPr/>
            </p:nvSpPr>
            <p:spPr>
              <a:xfrm flipH="1" flipV="1">
                <a:off x="5401800" y="687132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63" name="Freihandform: Form 162">
                <a:extLst>
                  <a:ext uri="{FF2B5EF4-FFF2-40B4-BE49-F238E27FC236}">
                    <a16:creationId xmlns:a16="http://schemas.microsoft.com/office/drawing/2014/main" id="{E86D6213-388B-09DB-F688-BBD30A89941D}"/>
                  </a:ext>
                </a:extLst>
              </p:cNvPr>
              <p:cNvSpPr/>
              <p:nvPr/>
            </p:nvSpPr>
            <p:spPr>
              <a:xfrm>
                <a:off x="5383440" y="6553080"/>
                <a:ext cx="183240" cy="126720"/>
              </a:xfrm>
              <a:custGeom>
                <a:avLst/>
                <a:gdLst/>
                <a:ahLst/>
                <a:cxnLst>
                  <a:cxn ang="3cd4">
                    <a:pos x="hc" y="t"/>
                  </a:cxn>
                  <a:cxn ang="cd2">
                    <a:pos x="l" y="vc"/>
                  </a:cxn>
                  <a:cxn ang="cd4">
                    <a:pos x="hc" y="b"/>
                  </a:cxn>
                  <a:cxn ang="0">
                    <a:pos x="r" y="vc"/>
                  </a:cxn>
                </a:cxnLst>
                <a:rect l="l" t="t" r="r" b="b"/>
                <a:pathLst>
                  <a:path w="510" h="353" fill="none">
                    <a:moveTo>
                      <a:pt x="510" y="353"/>
                    </a:moveTo>
                    <a:lnTo>
                      <a:pt x="0" y="59"/>
                    </a:lnTo>
                    <a:lnTo>
                      <a:pt x="0" y="0"/>
                    </a:lnTo>
                  </a:path>
                </a:pathLst>
              </a:custGeom>
              <a:no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64" name="Freihandform: Form 163">
                <a:extLst>
                  <a:ext uri="{FF2B5EF4-FFF2-40B4-BE49-F238E27FC236}">
                    <a16:creationId xmlns:a16="http://schemas.microsoft.com/office/drawing/2014/main" id="{23B87D7F-E3BC-6C28-4B98-538285B9EBC3}"/>
                  </a:ext>
                </a:extLst>
              </p:cNvPr>
              <p:cNvSpPr/>
              <p:nvPr/>
            </p:nvSpPr>
            <p:spPr>
              <a:xfrm>
                <a:off x="5386680" y="6552719"/>
                <a:ext cx="180360" cy="127440"/>
              </a:xfrm>
              <a:custGeom>
                <a:avLst/>
                <a:gdLst/>
                <a:ahLst/>
                <a:cxnLst>
                  <a:cxn ang="3cd4">
                    <a:pos x="hc" y="t"/>
                  </a:cxn>
                  <a:cxn ang="cd2">
                    <a:pos x="l" y="vc"/>
                  </a:cxn>
                  <a:cxn ang="cd4">
                    <a:pos x="hc" y="b"/>
                  </a:cxn>
                  <a:cxn ang="0">
                    <a:pos x="r" y="vc"/>
                  </a:cxn>
                </a:cxnLst>
                <a:rect l="l" t="t" r="r" b="b"/>
                <a:pathLst>
                  <a:path w="502" h="355" fill="none">
                    <a:moveTo>
                      <a:pt x="502" y="355"/>
                    </a:moveTo>
                    <a:lnTo>
                      <a:pt x="502" y="296"/>
                    </a:lnTo>
                    <a:lnTo>
                      <a:pt x="0" y="0"/>
                    </a:lnTo>
                  </a:path>
                </a:pathLst>
              </a:cu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65" name="Freihandform: Form 164">
                <a:extLst>
                  <a:ext uri="{FF2B5EF4-FFF2-40B4-BE49-F238E27FC236}">
                    <a16:creationId xmlns:a16="http://schemas.microsoft.com/office/drawing/2014/main" id="{335FEF19-B9B5-D2F3-9CFD-8D58CE5D0C56}"/>
                  </a:ext>
                </a:extLst>
              </p:cNvPr>
              <p:cNvSpPr/>
              <p:nvPr/>
            </p:nvSpPr>
            <p:spPr>
              <a:xfrm>
                <a:off x="5451480" y="6764760"/>
                <a:ext cx="21240" cy="37080"/>
              </a:xfrm>
              <a:custGeom>
                <a:avLst/>
                <a:gdLst/>
                <a:ahLst/>
                <a:cxnLst>
                  <a:cxn ang="3cd4">
                    <a:pos x="hc" y="t"/>
                  </a:cxn>
                  <a:cxn ang="cd2">
                    <a:pos x="l" y="vc"/>
                  </a:cxn>
                  <a:cxn ang="cd4">
                    <a:pos x="hc" y="b"/>
                  </a:cxn>
                  <a:cxn ang="0">
                    <a:pos x="r" y="vc"/>
                  </a:cxn>
                </a:cxnLst>
                <a:rect l="l" t="t" r="r" b="b"/>
                <a:pathLst>
                  <a:path w="60" h="104">
                    <a:moveTo>
                      <a:pt x="0" y="69"/>
                    </a:moveTo>
                    <a:lnTo>
                      <a:pt x="0" y="0"/>
                    </a:lnTo>
                    <a:lnTo>
                      <a:pt x="60" y="34"/>
                    </a:lnTo>
                    <a:lnTo>
                      <a:pt x="60" y="104"/>
                    </a:lnTo>
                    <a:close/>
                  </a:path>
                </a:pathLst>
              </a:custGeom>
              <a:solidFill>
                <a:srgbClr val="39B54A"/>
              </a:solid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66" name="Gerader Verbinder 165">
                <a:extLst>
                  <a:ext uri="{FF2B5EF4-FFF2-40B4-BE49-F238E27FC236}">
                    <a16:creationId xmlns:a16="http://schemas.microsoft.com/office/drawing/2014/main" id="{90F5E942-2D48-374B-BE3F-907C26C27B6F}"/>
                  </a:ext>
                </a:extLst>
              </p:cNvPr>
              <p:cNvSpPr/>
              <p:nvPr/>
            </p:nvSpPr>
            <p:spPr>
              <a:xfrm flipH="1" flipV="1">
                <a:off x="5401800" y="6828839"/>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cxnSp>
        <p:nvCxnSpPr>
          <p:cNvPr id="167" name="Gerade Verbindung mit Pfeil 166">
            <a:extLst>
              <a:ext uri="{FF2B5EF4-FFF2-40B4-BE49-F238E27FC236}">
                <a16:creationId xmlns:a16="http://schemas.microsoft.com/office/drawing/2014/main" id="{33167B0B-DBAF-44E4-B062-449E2EC800FA}"/>
              </a:ext>
            </a:extLst>
          </p:cNvPr>
          <p:cNvCxnSpPr/>
          <p:nvPr/>
        </p:nvCxnSpPr>
        <p:spPr>
          <a:xfrm>
            <a:off x="5545800" y="5967360"/>
            <a:ext cx="240120" cy="402840"/>
          </a:xfrm>
          <a:prstGeom prst="straightConnector1">
            <a:avLst/>
          </a:prstGeom>
          <a:noFill/>
          <a:ln w="29160">
            <a:solidFill>
              <a:srgbClr val="000000"/>
            </a:solidFill>
            <a:prstDash val="solid"/>
          </a:ln>
        </p:spPr>
      </p:cxnSp>
      <p:sp>
        <p:nvSpPr>
          <p:cNvPr id="168" name="Textfeld 167">
            <a:extLst>
              <a:ext uri="{FF2B5EF4-FFF2-40B4-BE49-F238E27FC236}">
                <a16:creationId xmlns:a16="http://schemas.microsoft.com/office/drawing/2014/main" id="{ED0BCC31-D78E-5EA3-E624-398EC801AC03}"/>
              </a:ext>
            </a:extLst>
          </p:cNvPr>
          <p:cNvSpPr txBox="1"/>
          <p:nvPr/>
        </p:nvSpPr>
        <p:spPr>
          <a:xfrm>
            <a:off x="401760" y="7623000"/>
            <a:ext cx="6766560" cy="2112119"/>
          </a:xfrm>
          <a:prstGeom prst="rect">
            <a:avLst/>
          </a:prstGeom>
          <a:noFill/>
          <a:ln>
            <a:noFill/>
          </a:ln>
        </p:spPr>
        <p:txBody>
          <a:bodyPr wrap="none" lIns="90000" tIns="45000" rIns="90000" bIns="45000" anchorCtr="0" compatLnSpc="0">
            <a:spAutoFit/>
          </a:bodyPr>
          <a:lstStyle/>
          <a:p>
            <a:pPr marL="0" marR="0" lvl="0"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Cada servidor Web debe tener una única interfaz de red conectada hacia una de las redes privadas segmentadas por Carrier (o Servicio), no puede estar activo en ambas redes en mismo momento.</a:t>
            </a:r>
          </a:p>
          <a:p>
            <a:pPr marL="0" marR="0" lvl="0" indent="0" algn="just" hangingPunct="0">
              <a:lnSpc>
                <a:spcPct val="100000"/>
              </a:lnSpc>
              <a:spcBef>
                <a:spcPts val="0"/>
              </a:spcBef>
              <a:spcAft>
                <a:spcPts val="0"/>
              </a:spcAft>
              <a:buSzPct val="45000"/>
              <a:buFont typeface="StarSymbol"/>
              <a:buChar char="●"/>
              <a:tabLst/>
            </a:pPr>
            <a:r>
              <a:rPr lang="es-VE" sz="1300" b="0" i="0" u="none" strike="noStrike" kern="1200" cap="none">
                <a:ln>
                  <a:noFill/>
                </a:ln>
                <a:latin typeface="Liberation Sans" pitchFamily="18"/>
                <a:ea typeface="Noto Sans CJK SC Regular" pitchFamily="2"/>
                <a:cs typeface="Lohit Devanagari" pitchFamily="2"/>
              </a:rPr>
              <a:t>Esto resuelve el problema de enrutamiento asimétrico con las mismas implicaciones de la alternativa paliativa #1. Sin embargo, a diferencia de la alternativa #1, no requiere inteligencia en el clúster para detectar problemas de red en los enlaces de Internet.</a:t>
            </a:r>
          </a:p>
          <a:p>
            <a:pPr marL="0" marR="0" lvl="0" indent="0" algn="just" hangingPunct="0">
              <a:lnSpc>
                <a:spcPct val="100000"/>
              </a:lnSpc>
              <a:spcBef>
                <a:spcPts val="0"/>
              </a:spcBef>
              <a:spcAft>
                <a:spcPts val="0"/>
              </a:spcAft>
              <a:buSzPct val="45000"/>
              <a:buFont typeface="StarSymbol"/>
              <a:buChar char="●"/>
              <a:tabLst/>
            </a:pPr>
            <a:r>
              <a:rPr lang="es-VE" sz="1300" b="1" i="0" u="none" strike="noStrike" kern="1200" cap="none">
                <a:ln>
                  <a:noFill/>
                </a:ln>
                <a:latin typeface="Liberation Sans" pitchFamily="18"/>
                <a:ea typeface="Noto Sans CJK SC Regular" pitchFamily="2"/>
                <a:cs typeface="Lohit Devanagari" pitchFamily="2"/>
              </a:rPr>
              <a:t>Esta arquitectura no es recomendada dado su costo y complejidad de administración para una misma localidad geográfica.</a:t>
            </a:r>
          </a:p>
        </p:txBody>
      </p:sp>
      <p:sp>
        <p:nvSpPr>
          <p:cNvPr id="169" name="Textfeld 168">
            <a:extLst>
              <a:ext uri="{FF2B5EF4-FFF2-40B4-BE49-F238E27FC236}">
                <a16:creationId xmlns:a16="http://schemas.microsoft.com/office/drawing/2014/main" id="{D0AED913-82CC-7180-3201-203A85CDDCC6}"/>
              </a:ext>
            </a:extLst>
          </p:cNvPr>
          <p:cNvSpPr txBox="1"/>
          <p:nvPr/>
        </p:nvSpPr>
        <p:spPr>
          <a:xfrm>
            <a:off x="6096240" y="6290999"/>
            <a:ext cx="1074960" cy="48996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Cluster #2</a:t>
            </a:r>
          </a:p>
          <a:p>
            <a:pPr marL="0" marR="0" lvl="0" indent="0" algn="ctr"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www0</a:t>
            </a:r>
          </a:p>
        </p:txBody>
      </p:sp>
      <p:sp>
        <p:nvSpPr>
          <p:cNvPr id="170" name="Textfeld 169">
            <a:extLst>
              <a:ext uri="{FF2B5EF4-FFF2-40B4-BE49-F238E27FC236}">
                <a16:creationId xmlns:a16="http://schemas.microsoft.com/office/drawing/2014/main" id="{19010F33-B8C1-EC14-6187-6660A1DDA467}"/>
              </a:ext>
            </a:extLst>
          </p:cNvPr>
          <p:cNvSpPr txBox="1"/>
          <p:nvPr/>
        </p:nvSpPr>
        <p:spPr>
          <a:xfrm>
            <a:off x="858959" y="6273359"/>
            <a:ext cx="1074960" cy="48996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Cluster #1</a:t>
            </a:r>
          </a:p>
          <a:p>
            <a:pPr marL="0" marR="0" lvl="0" indent="0" algn="ctr"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www0</a:t>
            </a:r>
          </a:p>
        </p:txBody>
      </p:sp>
      <p:sp>
        <p:nvSpPr>
          <p:cNvPr id="171" name="Textfeld 170">
            <a:extLst>
              <a:ext uri="{FF2B5EF4-FFF2-40B4-BE49-F238E27FC236}">
                <a16:creationId xmlns:a16="http://schemas.microsoft.com/office/drawing/2014/main" id="{494AAF31-EBFE-0105-1F95-3F4D339DC599}"/>
              </a:ext>
            </a:extLst>
          </p:cNvPr>
          <p:cNvSpPr txBox="1"/>
          <p:nvPr/>
        </p:nvSpPr>
        <p:spPr>
          <a:xfrm>
            <a:off x="1188719" y="5487839"/>
            <a:ext cx="1097280" cy="401400"/>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Balanceador</a:t>
            </a:r>
          </a:p>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(NLB)</a:t>
            </a:r>
          </a:p>
        </p:txBody>
      </p:sp>
      <p:sp>
        <p:nvSpPr>
          <p:cNvPr id="172" name="Textfeld 171">
            <a:extLst>
              <a:ext uri="{FF2B5EF4-FFF2-40B4-BE49-F238E27FC236}">
                <a16:creationId xmlns:a16="http://schemas.microsoft.com/office/drawing/2014/main" id="{33D8F4AC-5726-2F10-8D27-FC6218C31885}"/>
              </a:ext>
            </a:extLst>
          </p:cNvPr>
          <p:cNvSpPr txBox="1"/>
          <p:nvPr/>
        </p:nvSpPr>
        <p:spPr>
          <a:xfrm>
            <a:off x="5852160" y="5517360"/>
            <a:ext cx="1097280" cy="401400"/>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Balanceador</a:t>
            </a:r>
          </a:p>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(NLB)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Freihandform: Form 1">
            <a:extLst>
              <a:ext uri="{FF2B5EF4-FFF2-40B4-BE49-F238E27FC236}">
                <a16:creationId xmlns:a16="http://schemas.microsoft.com/office/drawing/2014/main" id="{04DE8D86-1176-EA60-3177-AC264C1B3D6C}"/>
              </a:ext>
            </a:extLst>
          </p:cNvPr>
          <p:cNvSpPr/>
          <p:nvPr/>
        </p:nvSpPr>
        <p:spPr>
          <a:xfrm>
            <a:off x="2926079" y="5669279"/>
            <a:ext cx="1920239" cy="1097280"/>
          </a:xfrm>
          <a:custGeom>
            <a:avLst/>
            <a:gdLst>
              <a:gd name="f0" fmla="val 0"/>
              <a:gd name="f1" fmla="val 21600"/>
            </a:gdLst>
            <a:ahLst/>
            <a:cxnLst>
              <a:cxn ang="3cd4">
                <a:pos x="hc" y="t"/>
              </a:cxn>
              <a:cxn ang="0">
                <a:pos x="r" y="vc"/>
              </a:cxn>
              <a:cxn ang="cd4">
                <a:pos x="hc" y="b"/>
              </a:cxn>
              <a:cxn ang="cd2">
                <a:pos x="l" y="vc"/>
              </a:cxn>
            </a:cxnLst>
            <a:rect l="l" t="t" r="r" b="b"/>
            <a:pathLst>
              <a:path w="21600" h="21600">
                <a:moveTo>
                  <a:pt x="f0" y="f0"/>
                </a:moveTo>
                <a:lnTo>
                  <a:pt x="f1" y="f0"/>
                </a:lnTo>
                <a:lnTo>
                  <a:pt x="f1" y="f1"/>
                </a:lnTo>
                <a:lnTo>
                  <a:pt x="f0" y="f1"/>
                </a:lnTo>
                <a:lnTo>
                  <a:pt x="f0" y="f0"/>
                </a:lnTo>
                <a:close/>
              </a:path>
            </a:pathLst>
          </a:custGeom>
          <a:solidFill>
            <a:srgbClr val="DCDCDC"/>
          </a:solidFill>
          <a:ln w="0">
            <a:solidFill>
              <a:srgbClr val="000000"/>
            </a:solidFill>
            <a:prstDash val="solid"/>
          </a:ln>
        </p:spPr>
        <p:txBody>
          <a:bodyPr wrap="non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3" name="Gruppieren 2">
            <a:extLst>
              <a:ext uri="{FF2B5EF4-FFF2-40B4-BE49-F238E27FC236}">
                <a16:creationId xmlns:a16="http://schemas.microsoft.com/office/drawing/2014/main" id="{7AE3CD22-C912-C529-F84E-99D07DF18BC4}"/>
              </a:ext>
            </a:extLst>
          </p:cNvPr>
          <p:cNvGrpSpPr/>
          <p:nvPr/>
        </p:nvGrpSpPr>
        <p:grpSpPr>
          <a:xfrm>
            <a:off x="3113639" y="5762880"/>
            <a:ext cx="601921" cy="726840"/>
            <a:chOff x="3113639" y="5762880"/>
            <a:chExt cx="601921" cy="726840"/>
          </a:xfrm>
        </p:grpSpPr>
        <p:sp>
          <p:nvSpPr>
            <p:cNvPr id="4" name="Freihandform: Form 3">
              <a:extLst>
                <a:ext uri="{FF2B5EF4-FFF2-40B4-BE49-F238E27FC236}">
                  <a16:creationId xmlns:a16="http://schemas.microsoft.com/office/drawing/2014/main" id="{9A6E2244-E668-74C4-39C5-A3A0D173755E}"/>
                </a:ext>
              </a:extLst>
            </p:cNvPr>
            <p:cNvSpPr/>
            <p:nvPr/>
          </p:nvSpPr>
          <p:spPr>
            <a:xfrm>
              <a:off x="3334680" y="6268680"/>
              <a:ext cx="380880" cy="221040"/>
            </a:xfrm>
            <a:custGeom>
              <a:avLst/>
              <a:gdLst/>
              <a:ahLst/>
              <a:cxnLst>
                <a:cxn ang="3cd4">
                  <a:pos x="hc" y="t"/>
                </a:cxn>
                <a:cxn ang="cd2">
                  <a:pos x="l" y="vc"/>
                </a:cxn>
                <a:cxn ang="cd4">
                  <a:pos x="hc" y="b"/>
                </a:cxn>
                <a:cxn ang="0">
                  <a:pos x="r" y="vc"/>
                </a:cxn>
              </a:cxnLst>
              <a:rect l="l" t="t" r="r" b="b"/>
              <a:pathLst>
                <a:path w="1059" h="615">
                  <a:moveTo>
                    <a:pt x="0" y="615"/>
                  </a:moveTo>
                  <a:cubicBezTo>
                    <a:pt x="300" y="615"/>
                    <a:pt x="770" y="421"/>
                    <a:pt x="972" y="293"/>
                  </a:cubicBezTo>
                  <a:cubicBezTo>
                    <a:pt x="1175" y="165"/>
                    <a:pt x="972" y="0"/>
                    <a:pt x="870" y="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5" name="Gruppieren 4">
              <a:extLst>
                <a:ext uri="{FF2B5EF4-FFF2-40B4-BE49-F238E27FC236}">
                  <a16:creationId xmlns:a16="http://schemas.microsoft.com/office/drawing/2014/main" id="{E5012CA1-4CDD-9158-7161-2CE19E70DD1F}"/>
                </a:ext>
              </a:extLst>
            </p:cNvPr>
            <p:cNvGrpSpPr/>
            <p:nvPr/>
          </p:nvGrpSpPr>
          <p:grpSpPr>
            <a:xfrm>
              <a:off x="3113639" y="5762880"/>
              <a:ext cx="533881" cy="726840"/>
              <a:chOff x="3113639" y="5762880"/>
              <a:chExt cx="533881" cy="726840"/>
            </a:xfrm>
          </p:grpSpPr>
          <p:sp>
            <p:nvSpPr>
              <p:cNvPr id="6" name="Freihandform: Form 5">
                <a:extLst>
                  <a:ext uri="{FF2B5EF4-FFF2-40B4-BE49-F238E27FC236}">
                    <a16:creationId xmlns:a16="http://schemas.microsoft.com/office/drawing/2014/main" id="{D00E8687-B916-97A5-CBB7-4AC0A0D97E17}"/>
                  </a:ext>
                </a:extLst>
              </p:cNvPr>
              <p:cNvSpPr/>
              <p:nvPr/>
            </p:nvSpPr>
            <p:spPr>
              <a:xfrm>
                <a:off x="3113639" y="5942160"/>
                <a:ext cx="220680" cy="547560"/>
              </a:xfrm>
              <a:custGeom>
                <a:avLst/>
                <a:gdLst/>
                <a:ahLst/>
                <a:cxnLst>
                  <a:cxn ang="3cd4">
                    <a:pos x="hc" y="t"/>
                  </a:cxn>
                  <a:cxn ang="cd2">
                    <a:pos x="l" y="vc"/>
                  </a:cxn>
                  <a:cxn ang="cd4">
                    <a:pos x="hc" y="b"/>
                  </a:cxn>
                  <a:cxn ang="0">
                    <a:pos x="r" y="vc"/>
                  </a:cxn>
                </a:cxnLst>
                <a:rect l="l" t="t" r="r" b="b"/>
                <a:pathLst>
                  <a:path w="614" h="1522">
                    <a:moveTo>
                      <a:pt x="0" y="1171"/>
                    </a:moveTo>
                    <a:lnTo>
                      <a:pt x="0" y="0"/>
                    </a:lnTo>
                    <a:lnTo>
                      <a:pt x="614" y="351"/>
                    </a:lnTo>
                    <a:lnTo>
                      <a:pt x="614" y="1522"/>
                    </a:lnTo>
                    <a:close/>
                  </a:path>
                </a:pathLst>
              </a:custGeom>
              <a:gradFill>
                <a:gsLst>
                  <a:gs pos="0">
                    <a:srgbClr val="B3B3B3"/>
                  </a:gs>
                  <a:gs pos="100000">
                    <a:srgbClr val="E5E5E5"/>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 name="Freihandform: Form 6">
                <a:extLst>
                  <a:ext uri="{FF2B5EF4-FFF2-40B4-BE49-F238E27FC236}">
                    <a16:creationId xmlns:a16="http://schemas.microsoft.com/office/drawing/2014/main" id="{AACADCA3-48D4-5767-A8E1-9AFDB778D738}"/>
                  </a:ext>
                </a:extLst>
              </p:cNvPr>
              <p:cNvSpPr/>
              <p:nvPr/>
            </p:nvSpPr>
            <p:spPr>
              <a:xfrm>
                <a:off x="3334680" y="5889240"/>
                <a:ext cx="312840" cy="600480"/>
              </a:xfrm>
              <a:custGeom>
                <a:avLst/>
                <a:gdLst/>
                <a:ahLst/>
                <a:cxnLst>
                  <a:cxn ang="3cd4">
                    <a:pos x="hc" y="t"/>
                  </a:cxn>
                  <a:cxn ang="cd2">
                    <a:pos x="l" y="vc"/>
                  </a:cxn>
                  <a:cxn ang="cd4">
                    <a:pos x="hc" y="b"/>
                  </a:cxn>
                  <a:cxn ang="0">
                    <a:pos x="r" y="vc"/>
                  </a:cxn>
                </a:cxnLst>
                <a:rect l="l" t="t" r="r" b="b"/>
                <a:pathLst>
                  <a:path w="870" h="1669">
                    <a:moveTo>
                      <a:pt x="0" y="1669"/>
                    </a:moveTo>
                    <a:lnTo>
                      <a:pt x="0" y="498"/>
                    </a:lnTo>
                    <a:lnTo>
                      <a:pt x="870" y="0"/>
                    </a:lnTo>
                    <a:lnTo>
                      <a:pt x="870" y="1171"/>
                    </a:lnTo>
                    <a:close/>
                  </a:path>
                </a:pathLst>
              </a:custGeom>
              <a:gradFill>
                <a:gsLst>
                  <a:gs pos="0">
                    <a:srgbClr val="E5E5E5"/>
                  </a:gs>
                  <a:gs pos="100000">
                    <a:srgbClr val="B3B3B3"/>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8" name="Freihandform: Form 7">
                <a:extLst>
                  <a:ext uri="{FF2B5EF4-FFF2-40B4-BE49-F238E27FC236}">
                    <a16:creationId xmlns:a16="http://schemas.microsoft.com/office/drawing/2014/main" id="{3E0904A9-2EB8-9126-72AE-D3A7ECFDB999}"/>
                  </a:ext>
                </a:extLst>
              </p:cNvPr>
              <p:cNvSpPr/>
              <p:nvPr/>
            </p:nvSpPr>
            <p:spPr>
              <a:xfrm>
                <a:off x="3113639" y="5762880"/>
                <a:ext cx="533880" cy="305280"/>
              </a:xfrm>
              <a:custGeom>
                <a:avLst/>
                <a:gdLst/>
                <a:ahLst/>
                <a:cxnLst>
                  <a:cxn ang="3cd4">
                    <a:pos x="hc" y="t"/>
                  </a:cxn>
                  <a:cxn ang="cd2">
                    <a:pos x="l" y="vc"/>
                  </a:cxn>
                  <a:cxn ang="cd4">
                    <a:pos x="hc" y="b"/>
                  </a:cxn>
                  <a:cxn ang="0">
                    <a:pos x="r" y="vc"/>
                  </a:cxn>
                </a:cxnLst>
                <a:rect l="l" t="t" r="r" b="b"/>
                <a:pathLst>
                  <a:path w="1484" h="849">
                    <a:moveTo>
                      <a:pt x="614" y="849"/>
                    </a:moveTo>
                    <a:lnTo>
                      <a:pt x="0" y="498"/>
                    </a:lnTo>
                    <a:lnTo>
                      <a:pt x="870" y="0"/>
                    </a:lnTo>
                    <a:lnTo>
                      <a:pt x="1484" y="351"/>
                    </a:lnTo>
                    <a:close/>
                  </a:path>
                </a:pathLst>
              </a:custGeom>
              <a:gradFill>
                <a:gsLst>
                  <a:gs pos="0">
                    <a:srgbClr val="B3B3B3"/>
                  </a:gs>
                  <a:gs pos="100000">
                    <a:srgbClr val="E5E5E5"/>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9" name="Freihandform: Form 8">
                <a:extLst>
                  <a:ext uri="{FF2B5EF4-FFF2-40B4-BE49-F238E27FC236}">
                    <a16:creationId xmlns:a16="http://schemas.microsoft.com/office/drawing/2014/main" id="{542671E1-7B5C-F4FC-124E-476111865203}"/>
                  </a:ext>
                </a:extLst>
              </p:cNvPr>
              <p:cNvSpPr/>
              <p:nvPr/>
            </p:nvSpPr>
            <p:spPr>
              <a:xfrm>
                <a:off x="3113639" y="5762880"/>
                <a:ext cx="533880" cy="726839"/>
              </a:xfrm>
              <a:custGeom>
                <a:avLst/>
                <a:gdLst/>
                <a:ahLst/>
                <a:cxnLst>
                  <a:cxn ang="3cd4">
                    <a:pos x="hc" y="t"/>
                  </a:cxn>
                  <a:cxn ang="cd2">
                    <a:pos x="l" y="vc"/>
                  </a:cxn>
                  <a:cxn ang="cd4">
                    <a:pos x="hc" y="b"/>
                  </a:cxn>
                  <a:cxn ang="0">
                    <a:pos x="r" y="vc"/>
                  </a:cxn>
                </a:cxnLst>
                <a:rect l="l" t="t" r="r" b="b"/>
                <a:pathLst>
                  <a:path w="1484" h="2020">
                    <a:moveTo>
                      <a:pt x="0" y="1669"/>
                    </a:moveTo>
                    <a:lnTo>
                      <a:pt x="0" y="498"/>
                    </a:lnTo>
                    <a:lnTo>
                      <a:pt x="870" y="0"/>
                    </a:lnTo>
                    <a:lnTo>
                      <a:pt x="1484" y="351"/>
                    </a:lnTo>
                    <a:lnTo>
                      <a:pt x="1484" y="1522"/>
                    </a:lnTo>
                    <a:lnTo>
                      <a:pt x="614" y="2020"/>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0" name="Gerader Verbinder 9">
                <a:extLst>
                  <a:ext uri="{FF2B5EF4-FFF2-40B4-BE49-F238E27FC236}">
                    <a16:creationId xmlns:a16="http://schemas.microsoft.com/office/drawing/2014/main" id="{74B2A3D1-8653-90EF-29B2-B97B83A8F505}"/>
                  </a:ext>
                </a:extLst>
              </p:cNvPr>
              <p:cNvSpPr/>
              <p:nvPr/>
            </p:nvSpPr>
            <p:spPr>
              <a:xfrm flipH="1" flipV="1">
                <a:off x="3150360" y="6300360"/>
                <a:ext cx="147240" cy="8424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1" name="Gerader Verbinder 10">
                <a:extLst>
                  <a:ext uri="{FF2B5EF4-FFF2-40B4-BE49-F238E27FC236}">
                    <a16:creationId xmlns:a16="http://schemas.microsoft.com/office/drawing/2014/main" id="{908FDE93-0ADD-A067-92EC-6582D79EAAB8}"/>
                  </a:ext>
                </a:extLst>
              </p:cNvPr>
              <p:cNvSpPr/>
              <p:nvPr/>
            </p:nvSpPr>
            <p:spPr>
              <a:xfrm flipH="1" flipV="1">
                <a:off x="3150360" y="6342480"/>
                <a:ext cx="147240" cy="8424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2" name="Gerader Verbinder 11">
                <a:extLst>
                  <a:ext uri="{FF2B5EF4-FFF2-40B4-BE49-F238E27FC236}">
                    <a16:creationId xmlns:a16="http://schemas.microsoft.com/office/drawing/2014/main" id="{C72B720C-2541-D091-A72F-F7484F9E81D1}"/>
                  </a:ext>
                </a:extLst>
              </p:cNvPr>
              <p:cNvSpPr/>
              <p:nvPr/>
            </p:nvSpPr>
            <p:spPr>
              <a:xfrm flipH="1" flipV="1">
                <a:off x="3150360" y="6321600"/>
                <a:ext cx="147240" cy="8424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3" name="Freihandform: Form 12">
                <a:extLst>
                  <a:ext uri="{FF2B5EF4-FFF2-40B4-BE49-F238E27FC236}">
                    <a16:creationId xmlns:a16="http://schemas.microsoft.com/office/drawing/2014/main" id="{1E379E30-D62C-3546-6E9C-7D32AFE22D91}"/>
                  </a:ext>
                </a:extLst>
              </p:cNvPr>
              <p:cNvSpPr/>
              <p:nvPr/>
            </p:nvSpPr>
            <p:spPr>
              <a:xfrm>
                <a:off x="3131999" y="6005160"/>
                <a:ext cx="183960" cy="126000"/>
              </a:xfrm>
              <a:custGeom>
                <a:avLst/>
                <a:gdLst/>
                <a:ahLst/>
                <a:cxnLst>
                  <a:cxn ang="3cd4">
                    <a:pos x="hc" y="t"/>
                  </a:cxn>
                  <a:cxn ang="cd2">
                    <a:pos x="l" y="vc"/>
                  </a:cxn>
                  <a:cxn ang="cd4">
                    <a:pos x="hc" y="b"/>
                  </a:cxn>
                  <a:cxn ang="0">
                    <a:pos x="r" y="vc"/>
                  </a:cxn>
                </a:cxnLst>
                <a:rect l="l" t="t" r="r" b="b"/>
                <a:pathLst>
                  <a:path w="512" h="351" fill="none">
                    <a:moveTo>
                      <a:pt x="512" y="351"/>
                    </a:moveTo>
                    <a:lnTo>
                      <a:pt x="0" y="59"/>
                    </a:lnTo>
                    <a:lnTo>
                      <a:pt x="0" y="0"/>
                    </a:lnTo>
                  </a:path>
                </a:pathLst>
              </a:custGeom>
              <a:no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4" name="Freihandform: Form 13">
                <a:extLst>
                  <a:ext uri="{FF2B5EF4-FFF2-40B4-BE49-F238E27FC236}">
                    <a16:creationId xmlns:a16="http://schemas.microsoft.com/office/drawing/2014/main" id="{5B33D846-1CC3-6D81-C5D1-5E48637250A7}"/>
                  </a:ext>
                </a:extLst>
              </p:cNvPr>
              <p:cNvSpPr/>
              <p:nvPr/>
            </p:nvSpPr>
            <p:spPr>
              <a:xfrm>
                <a:off x="3135240" y="6004800"/>
                <a:ext cx="180720" cy="126720"/>
              </a:xfrm>
              <a:custGeom>
                <a:avLst/>
                <a:gdLst/>
                <a:ahLst/>
                <a:cxnLst>
                  <a:cxn ang="3cd4">
                    <a:pos x="hc" y="t"/>
                  </a:cxn>
                  <a:cxn ang="cd2">
                    <a:pos x="l" y="vc"/>
                  </a:cxn>
                  <a:cxn ang="cd4">
                    <a:pos x="hc" y="b"/>
                  </a:cxn>
                  <a:cxn ang="0">
                    <a:pos x="r" y="vc"/>
                  </a:cxn>
                </a:cxnLst>
                <a:rect l="l" t="t" r="r" b="b"/>
                <a:pathLst>
                  <a:path w="503" h="353" fill="none">
                    <a:moveTo>
                      <a:pt x="503" y="353"/>
                    </a:moveTo>
                    <a:lnTo>
                      <a:pt x="503" y="294"/>
                    </a:lnTo>
                    <a:lnTo>
                      <a:pt x="0" y="0"/>
                    </a:lnTo>
                  </a:path>
                </a:pathLst>
              </a:cu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5" name="Freihandform: Form 14">
                <a:extLst>
                  <a:ext uri="{FF2B5EF4-FFF2-40B4-BE49-F238E27FC236}">
                    <a16:creationId xmlns:a16="http://schemas.microsoft.com/office/drawing/2014/main" id="{83EA4BF8-E4E1-8F62-179F-D76286320861}"/>
                  </a:ext>
                </a:extLst>
              </p:cNvPr>
              <p:cNvSpPr/>
              <p:nvPr/>
            </p:nvSpPr>
            <p:spPr>
              <a:xfrm>
                <a:off x="3200400" y="6215759"/>
                <a:ext cx="21240" cy="36720"/>
              </a:xfrm>
              <a:custGeom>
                <a:avLst/>
                <a:gdLst/>
                <a:ahLst/>
                <a:cxnLst>
                  <a:cxn ang="3cd4">
                    <a:pos x="hc" y="t"/>
                  </a:cxn>
                  <a:cxn ang="cd2">
                    <a:pos x="l" y="vc"/>
                  </a:cxn>
                  <a:cxn ang="cd4">
                    <a:pos x="hc" y="b"/>
                  </a:cxn>
                  <a:cxn ang="0">
                    <a:pos x="r" y="vc"/>
                  </a:cxn>
                </a:cxnLst>
                <a:rect l="l" t="t" r="r" b="b"/>
                <a:pathLst>
                  <a:path w="60" h="103">
                    <a:moveTo>
                      <a:pt x="0" y="69"/>
                    </a:moveTo>
                    <a:lnTo>
                      <a:pt x="0" y="0"/>
                    </a:lnTo>
                    <a:lnTo>
                      <a:pt x="60" y="34"/>
                    </a:lnTo>
                    <a:lnTo>
                      <a:pt x="60" y="103"/>
                    </a:lnTo>
                    <a:close/>
                  </a:path>
                </a:pathLst>
              </a:custGeom>
              <a:solidFill>
                <a:srgbClr val="39B54A"/>
              </a:solid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16" name="Gerader Verbinder 15">
                <a:extLst>
                  <a:ext uri="{FF2B5EF4-FFF2-40B4-BE49-F238E27FC236}">
                    <a16:creationId xmlns:a16="http://schemas.microsoft.com/office/drawing/2014/main" id="{1F75633F-EFA7-5636-B944-12E5CC04DB46}"/>
                  </a:ext>
                </a:extLst>
              </p:cNvPr>
              <p:cNvSpPr/>
              <p:nvPr/>
            </p:nvSpPr>
            <p:spPr>
              <a:xfrm flipH="1" flipV="1">
                <a:off x="3150360" y="6279119"/>
                <a:ext cx="147240" cy="84241"/>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grpSp>
        <p:nvGrpSpPr>
          <p:cNvPr id="17" name="Gruppieren 16">
            <a:extLst>
              <a:ext uri="{FF2B5EF4-FFF2-40B4-BE49-F238E27FC236}">
                <a16:creationId xmlns:a16="http://schemas.microsoft.com/office/drawing/2014/main" id="{261B3CEF-71E7-7310-2444-5C5F4C5E5B74}"/>
              </a:ext>
            </a:extLst>
          </p:cNvPr>
          <p:cNvGrpSpPr/>
          <p:nvPr/>
        </p:nvGrpSpPr>
        <p:grpSpPr>
          <a:xfrm>
            <a:off x="4120919" y="5758560"/>
            <a:ext cx="600481" cy="731160"/>
            <a:chOff x="4120919" y="5758560"/>
            <a:chExt cx="600481" cy="731160"/>
          </a:xfrm>
        </p:grpSpPr>
        <p:sp>
          <p:nvSpPr>
            <p:cNvPr id="18" name="Freihandform: Form 17">
              <a:extLst>
                <a:ext uri="{FF2B5EF4-FFF2-40B4-BE49-F238E27FC236}">
                  <a16:creationId xmlns:a16="http://schemas.microsoft.com/office/drawing/2014/main" id="{B521A043-40E0-1592-2EEB-39CC05E6C49A}"/>
                </a:ext>
              </a:extLst>
            </p:cNvPr>
            <p:cNvSpPr/>
            <p:nvPr/>
          </p:nvSpPr>
          <p:spPr>
            <a:xfrm>
              <a:off x="4341600" y="6267600"/>
              <a:ext cx="379800" cy="222120"/>
            </a:xfrm>
            <a:custGeom>
              <a:avLst/>
              <a:gdLst/>
              <a:ahLst/>
              <a:cxnLst>
                <a:cxn ang="3cd4">
                  <a:pos x="hc" y="t"/>
                </a:cxn>
                <a:cxn ang="cd2">
                  <a:pos x="l" y="vc"/>
                </a:cxn>
                <a:cxn ang="cd4">
                  <a:pos x="hc" y="b"/>
                </a:cxn>
                <a:cxn ang="0">
                  <a:pos x="r" y="vc"/>
                </a:cxn>
              </a:cxnLst>
              <a:rect l="l" t="t" r="r" b="b"/>
              <a:pathLst>
                <a:path w="1056" h="618">
                  <a:moveTo>
                    <a:pt x="0" y="618"/>
                  </a:moveTo>
                  <a:cubicBezTo>
                    <a:pt x="299" y="618"/>
                    <a:pt x="768" y="423"/>
                    <a:pt x="970" y="294"/>
                  </a:cubicBezTo>
                  <a:cubicBezTo>
                    <a:pt x="1172" y="166"/>
                    <a:pt x="970" y="0"/>
                    <a:pt x="868" y="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19" name="Gruppieren 18">
              <a:extLst>
                <a:ext uri="{FF2B5EF4-FFF2-40B4-BE49-F238E27FC236}">
                  <a16:creationId xmlns:a16="http://schemas.microsoft.com/office/drawing/2014/main" id="{A5C12BD7-6CA6-9C01-D323-DE1CAF71B9D8}"/>
                </a:ext>
              </a:extLst>
            </p:cNvPr>
            <p:cNvGrpSpPr/>
            <p:nvPr/>
          </p:nvGrpSpPr>
          <p:grpSpPr>
            <a:xfrm>
              <a:off x="4120919" y="5758560"/>
              <a:ext cx="532801" cy="731160"/>
              <a:chOff x="4120919" y="5758560"/>
              <a:chExt cx="532801" cy="731160"/>
            </a:xfrm>
          </p:grpSpPr>
          <p:sp>
            <p:nvSpPr>
              <p:cNvPr id="20" name="Freihandform: Form 19">
                <a:extLst>
                  <a:ext uri="{FF2B5EF4-FFF2-40B4-BE49-F238E27FC236}">
                    <a16:creationId xmlns:a16="http://schemas.microsoft.com/office/drawing/2014/main" id="{B1D4E970-AEA3-2A07-6C24-08BEFAC27DEC}"/>
                  </a:ext>
                </a:extLst>
              </p:cNvPr>
              <p:cNvSpPr/>
              <p:nvPr/>
            </p:nvSpPr>
            <p:spPr>
              <a:xfrm>
                <a:off x="4120919" y="5938920"/>
                <a:ext cx="220320" cy="550800"/>
              </a:xfrm>
              <a:custGeom>
                <a:avLst/>
                <a:gdLst/>
                <a:ahLst/>
                <a:cxnLst>
                  <a:cxn ang="3cd4">
                    <a:pos x="hc" y="t"/>
                  </a:cxn>
                  <a:cxn ang="cd2">
                    <a:pos x="l" y="vc"/>
                  </a:cxn>
                  <a:cxn ang="cd4">
                    <a:pos x="hc" y="b"/>
                  </a:cxn>
                  <a:cxn ang="0">
                    <a:pos x="r" y="vc"/>
                  </a:cxn>
                </a:cxnLst>
                <a:rect l="l" t="t" r="r" b="b"/>
                <a:pathLst>
                  <a:path w="613" h="1531">
                    <a:moveTo>
                      <a:pt x="0" y="1178"/>
                    </a:moveTo>
                    <a:lnTo>
                      <a:pt x="0" y="0"/>
                    </a:lnTo>
                    <a:lnTo>
                      <a:pt x="613" y="353"/>
                    </a:lnTo>
                    <a:lnTo>
                      <a:pt x="613" y="1531"/>
                    </a:lnTo>
                    <a:close/>
                  </a:path>
                </a:pathLst>
              </a:custGeom>
              <a:gradFill>
                <a:gsLst>
                  <a:gs pos="0">
                    <a:srgbClr val="B3B3B3"/>
                  </a:gs>
                  <a:gs pos="100000">
                    <a:srgbClr val="E5E5E5"/>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1" name="Freihandform: Form 20">
                <a:extLst>
                  <a:ext uri="{FF2B5EF4-FFF2-40B4-BE49-F238E27FC236}">
                    <a16:creationId xmlns:a16="http://schemas.microsoft.com/office/drawing/2014/main" id="{CAD725DF-3CCF-6AF7-79E4-EA094E1CC777}"/>
                  </a:ext>
                </a:extLst>
              </p:cNvPr>
              <p:cNvSpPr/>
              <p:nvPr/>
            </p:nvSpPr>
            <p:spPr>
              <a:xfrm>
                <a:off x="4341600" y="5885640"/>
                <a:ext cx="312120" cy="604080"/>
              </a:xfrm>
              <a:custGeom>
                <a:avLst/>
                <a:gdLst/>
                <a:ahLst/>
                <a:cxnLst>
                  <a:cxn ang="3cd4">
                    <a:pos x="hc" y="t"/>
                  </a:cxn>
                  <a:cxn ang="cd2">
                    <a:pos x="l" y="vc"/>
                  </a:cxn>
                  <a:cxn ang="cd4">
                    <a:pos x="hc" y="b"/>
                  </a:cxn>
                  <a:cxn ang="0">
                    <a:pos x="r" y="vc"/>
                  </a:cxn>
                </a:cxnLst>
                <a:rect l="l" t="t" r="r" b="b"/>
                <a:pathLst>
                  <a:path w="868" h="1679">
                    <a:moveTo>
                      <a:pt x="0" y="1679"/>
                    </a:moveTo>
                    <a:lnTo>
                      <a:pt x="0" y="501"/>
                    </a:lnTo>
                    <a:lnTo>
                      <a:pt x="868" y="0"/>
                    </a:lnTo>
                    <a:lnTo>
                      <a:pt x="868" y="1178"/>
                    </a:lnTo>
                    <a:close/>
                  </a:path>
                </a:pathLst>
              </a:custGeom>
              <a:gradFill>
                <a:gsLst>
                  <a:gs pos="0">
                    <a:srgbClr val="E5E5E5"/>
                  </a:gs>
                  <a:gs pos="100000">
                    <a:srgbClr val="B3B3B3"/>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2" name="Freihandform: Form 21">
                <a:extLst>
                  <a:ext uri="{FF2B5EF4-FFF2-40B4-BE49-F238E27FC236}">
                    <a16:creationId xmlns:a16="http://schemas.microsoft.com/office/drawing/2014/main" id="{9C13EC0F-0A10-8A1F-B6D2-28C72540595E}"/>
                  </a:ext>
                </a:extLst>
              </p:cNvPr>
              <p:cNvSpPr/>
              <p:nvPr/>
            </p:nvSpPr>
            <p:spPr>
              <a:xfrm>
                <a:off x="4120919" y="5758560"/>
                <a:ext cx="532800" cy="307080"/>
              </a:xfrm>
              <a:custGeom>
                <a:avLst/>
                <a:gdLst/>
                <a:ahLst/>
                <a:cxnLst>
                  <a:cxn ang="3cd4">
                    <a:pos x="hc" y="t"/>
                  </a:cxn>
                  <a:cxn ang="cd2">
                    <a:pos x="l" y="vc"/>
                  </a:cxn>
                  <a:cxn ang="cd4">
                    <a:pos x="hc" y="b"/>
                  </a:cxn>
                  <a:cxn ang="0">
                    <a:pos x="r" y="vc"/>
                  </a:cxn>
                </a:cxnLst>
                <a:rect l="l" t="t" r="r" b="b"/>
                <a:pathLst>
                  <a:path w="1481" h="854">
                    <a:moveTo>
                      <a:pt x="613" y="854"/>
                    </a:moveTo>
                    <a:lnTo>
                      <a:pt x="0" y="501"/>
                    </a:lnTo>
                    <a:lnTo>
                      <a:pt x="868" y="0"/>
                    </a:lnTo>
                    <a:lnTo>
                      <a:pt x="1481" y="353"/>
                    </a:lnTo>
                    <a:close/>
                  </a:path>
                </a:pathLst>
              </a:custGeom>
              <a:gradFill>
                <a:gsLst>
                  <a:gs pos="0">
                    <a:srgbClr val="B3B3B3"/>
                  </a:gs>
                  <a:gs pos="100000">
                    <a:srgbClr val="E5E5E5"/>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3" name="Freihandform: Form 22">
                <a:extLst>
                  <a:ext uri="{FF2B5EF4-FFF2-40B4-BE49-F238E27FC236}">
                    <a16:creationId xmlns:a16="http://schemas.microsoft.com/office/drawing/2014/main" id="{16C2EA8E-1EE7-277E-9B06-F5C09EAD464D}"/>
                  </a:ext>
                </a:extLst>
              </p:cNvPr>
              <p:cNvSpPr/>
              <p:nvPr/>
            </p:nvSpPr>
            <p:spPr>
              <a:xfrm>
                <a:off x="4120919" y="5758560"/>
                <a:ext cx="532800" cy="731159"/>
              </a:xfrm>
              <a:custGeom>
                <a:avLst/>
                <a:gdLst/>
                <a:ahLst/>
                <a:cxnLst>
                  <a:cxn ang="3cd4">
                    <a:pos x="hc" y="t"/>
                  </a:cxn>
                  <a:cxn ang="cd2">
                    <a:pos x="l" y="vc"/>
                  </a:cxn>
                  <a:cxn ang="cd4">
                    <a:pos x="hc" y="b"/>
                  </a:cxn>
                  <a:cxn ang="0">
                    <a:pos x="r" y="vc"/>
                  </a:cxn>
                </a:cxnLst>
                <a:rect l="l" t="t" r="r" b="b"/>
                <a:pathLst>
                  <a:path w="1481" h="2032">
                    <a:moveTo>
                      <a:pt x="0" y="1679"/>
                    </a:moveTo>
                    <a:lnTo>
                      <a:pt x="0" y="501"/>
                    </a:lnTo>
                    <a:lnTo>
                      <a:pt x="868" y="0"/>
                    </a:lnTo>
                    <a:lnTo>
                      <a:pt x="1481" y="353"/>
                    </a:lnTo>
                    <a:lnTo>
                      <a:pt x="1481" y="1531"/>
                    </a:lnTo>
                    <a:lnTo>
                      <a:pt x="613" y="2032"/>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4" name="Gerader Verbinder 23">
                <a:extLst>
                  <a:ext uri="{FF2B5EF4-FFF2-40B4-BE49-F238E27FC236}">
                    <a16:creationId xmlns:a16="http://schemas.microsoft.com/office/drawing/2014/main" id="{B992FD35-A65F-68C2-C503-9C778547C5BB}"/>
                  </a:ext>
                </a:extLst>
              </p:cNvPr>
              <p:cNvSpPr/>
              <p:nvPr/>
            </p:nvSpPr>
            <p:spPr>
              <a:xfrm flipH="1" flipV="1">
                <a:off x="4157640" y="6299279"/>
                <a:ext cx="147240" cy="84961"/>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5" name="Gerader Verbinder 24">
                <a:extLst>
                  <a:ext uri="{FF2B5EF4-FFF2-40B4-BE49-F238E27FC236}">
                    <a16:creationId xmlns:a16="http://schemas.microsoft.com/office/drawing/2014/main" id="{16C15AA9-39C0-B073-3C7C-B5A199E934C3}"/>
                  </a:ext>
                </a:extLst>
              </p:cNvPr>
              <p:cNvSpPr/>
              <p:nvPr/>
            </p:nvSpPr>
            <p:spPr>
              <a:xfrm flipH="1" flipV="1">
                <a:off x="4157640" y="634176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6" name="Gerader Verbinder 25">
                <a:extLst>
                  <a:ext uri="{FF2B5EF4-FFF2-40B4-BE49-F238E27FC236}">
                    <a16:creationId xmlns:a16="http://schemas.microsoft.com/office/drawing/2014/main" id="{A7989E88-1832-019F-BB10-7C6EB42C23D5}"/>
                  </a:ext>
                </a:extLst>
              </p:cNvPr>
              <p:cNvSpPr/>
              <p:nvPr/>
            </p:nvSpPr>
            <p:spPr>
              <a:xfrm flipH="1" flipV="1">
                <a:off x="4157640" y="632052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7" name="Freihandform: Form 26">
                <a:extLst>
                  <a:ext uri="{FF2B5EF4-FFF2-40B4-BE49-F238E27FC236}">
                    <a16:creationId xmlns:a16="http://schemas.microsoft.com/office/drawing/2014/main" id="{D01BC3DC-6EB1-FBC9-C650-ACB649B0E4FF}"/>
                  </a:ext>
                </a:extLst>
              </p:cNvPr>
              <p:cNvSpPr/>
              <p:nvPr/>
            </p:nvSpPr>
            <p:spPr>
              <a:xfrm>
                <a:off x="4139279" y="6002280"/>
                <a:ext cx="183240" cy="126720"/>
              </a:xfrm>
              <a:custGeom>
                <a:avLst/>
                <a:gdLst/>
                <a:ahLst/>
                <a:cxnLst>
                  <a:cxn ang="3cd4">
                    <a:pos x="hc" y="t"/>
                  </a:cxn>
                  <a:cxn ang="cd2">
                    <a:pos x="l" y="vc"/>
                  </a:cxn>
                  <a:cxn ang="cd4">
                    <a:pos x="hc" y="b"/>
                  </a:cxn>
                  <a:cxn ang="0">
                    <a:pos x="r" y="vc"/>
                  </a:cxn>
                </a:cxnLst>
                <a:rect l="l" t="t" r="r" b="b"/>
                <a:pathLst>
                  <a:path w="510" h="353" fill="none">
                    <a:moveTo>
                      <a:pt x="510" y="353"/>
                    </a:moveTo>
                    <a:lnTo>
                      <a:pt x="0" y="59"/>
                    </a:lnTo>
                    <a:lnTo>
                      <a:pt x="0" y="0"/>
                    </a:lnTo>
                  </a:path>
                </a:pathLst>
              </a:custGeom>
              <a:no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8" name="Freihandform: Form 27">
                <a:extLst>
                  <a:ext uri="{FF2B5EF4-FFF2-40B4-BE49-F238E27FC236}">
                    <a16:creationId xmlns:a16="http://schemas.microsoft.com/office/drawing/2014/main" id="{CE9725A9-92D4-20AD-6AF6-5C31BE366C21}"/>
                  </a:ext>
                </a:extLst>
              </p:cNvPr>
              <p:cNvSpPr/>
              <p:nvPr/>
            </p:nvSpPr>
            <p:spPr>
              <a:xfrm>
                <a:off x="4142520" y="6001920"/>
                <a:ext cx="180360" cy="127440"/>
              </a:xfrm>
              <a:custGeom>
                <a:avLst/>
                <a:gdLst/>
                <a:ahLst/>
                <a:cxnLst>
                  <a:cxn ang="3cd4">
                    <a:pos x="hc" y="t"/>
                  </a:cxn>
                  <a:cxn ang="cd2">
                    <a:pos x="l" y="vc"/>
                  </a:cxn>
                  <a:cxn ang="cd4">
                    <a:pos x="hc" y="b"/>
                  </a:cxn>
                  <a:cxn ang="0">
                    <a:pos x="r" y="vc"/>
                  </a:cxn>
                </a:cxnLst>
                <a:rect l="l" t="t" r="r" b="b"/>
                <a:pathLst>
                  <a:path w="502" h="355" fill="none">
                    <a:moveTo>
                      <a:pt x="502" y="355"/>
                    </a:moveTo>
                    <a:lnTo>
                      <a:pt x="502" y="296"/>
                    </a:lnTo>
                    <a:lnTo>
                      <a:pt x="0" y="0"/>
                    </a:lnTo>
                  </a:path>
                </a:pathLst>
              </a:cu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29" name="Freihandform: Form 28">
                <a:extLst>
                  <a:ext uri="{FF2B5EF4-FFF2-40B4-BE49-F238E27FC236}">
                    <a16:creationId xmlns:a16="http://schemas.microsoft.com/office/drawing/2014/main" id="{28015585-E0A3-96C4-EE9C-5FC1C3E1F96B}"/>
                  </a:ext>
                </a:extLst>
              </p:cNvPr>
              <p:cNvSpPr/>
              <p:nvPr/>
            </p:nvSpPr>
            <p:spPr>
              <a:xfrm>
                <a:off x="4207320" y="6213960"/>
                <a:ext cx="21240" cy="37080"/>
              </a:xfrm>
              <a:custGeom>
                <a:avLst/>
                <a:gdLst/>
                <a:ahLst/>
                <a:cxnLst>
                  <a:cxn ang="3cd4">
                    <a:pos x="hc" y="t"/>
                  </a:cxn>
                  <a:cxn ang="cd2">
                    <a:pos x="l" y="vc"/>
                  </a:cxn>
                  <a:cxn ang="cd4">
                    <a:pos x="hc" y="b"/>
                  </a:cxn>
                  <a:cxn ang="0">
                    <a:pos x="r" y="vc"/>
                  </a:cxn>
                </a:cxnLst>
                <a:rect l="l" t="t" r="r" b="b"/>
                <a:pathLst>
                  <a:path w="60" h="104">
                    <a:moveTo>
                      <a:pt x="0" y="69"/>
                    </a:moveTo>
                    <a:lnTo>
                      <a:pt x="0" y="0"/>
                    </a:lnTo>
                    <a:lnTo>
                      <a:pt x="60" y="34"/>
                    </a:lnTo>
                    <a:lnTo>
                      <a:pt x="60" y="104"/>
                    </a:lnTo>
                    <a:close/>
                  </a:path>
                </a:pathLst>
              </a:custGeom>
              <a:solidFill>
                <a:srgbClr val="39B54A"/>
              </a:solid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0" name="Gerader Verbinder 29">
                <a:extLst>
                  <a:ext uri="{FF2B5EF4-FFF2-40B4-BE49-F238E27FC236}">
                    <a16:creationId xmlns:a16="http://schemas.microsoft.com/office/drawing/2014/main" id="{022A66C9-A237-FCB5-C363-703A227D1869}"/>
                  </a:ext>
                </a:extLst>
              </p:cNvPr>
              <p:cNvSpPr/>
              <p:nvPr/>
            </p:nvSpPr>
            <p:spPr>
              <a:xfrm flipH="1" flipV="1">
                <a:off x="4157640" y="6278040"/>
                <a:ext cx="147240" cy="84960"/>
              </a:xfrm>
              <a:prstGeom prst="line">
                <a:avLst/>
              </a:prstGeom>
              <a:noFill/>
              <a:ln w="14400">
                <a:solidFill>
                  <a:srgbClr val="80808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grpSp>
        <p:nvGrpSpPr>
          <p:cNvPr id="31" name="Gruppieren 30">
            <a:extLst>
              <a:ext uri="{FF2B5EF4-FFF2-40B4-BE49-F238E27FC236}">
                <a16:creationId xmlns:a16="http://schemas.microsoft.com/office/drawing/2014/main" id="{2BFE9699-FAAB-298D-098E-562A8DF52F5A}"/>
              </a:ext>
            </a:extLst>
          </p:cNvPr>
          <p:cNvGrpSpPr/>
          <p:nvPr/>
        </p:nvGrpSpPr>
        <p:grpSpPr>
          <a:xfrm>
            <a:off x="3660479" y="2203919"/>
            <a:ext cx="512281" cy="523440"/>
            <a:chOff x="3660479" y="2203919"/>
            <a:chExt cx="512281" cy="523440"/>
          </a:xfrm>
        </p:grpSpPr>
        <p:sp>
          <p:nvSpPr>
            <p:cNvPr id="32" name="Freihandform: Form 31">
              <a:extLst>
                <a:ext uri="{FF2B5EF4-FFF2-40B4-BE49-F238E27FC236}">
                  <a16:creationId xmlns:a16="http://schemas.microsoft.com/office/drawing/2014/main" id="{FF75FBD5-69EA-73B7-DDEC-FC0E74C7ED0B}"/>
                </a:ext>
              </a:extLst>
            </p:cNvPr>
            <p:cNvSpPr/>
            <p:nvPr/>
          </p:nvSpPr>
          <p:spPr>
            <a:xfrm>
              <a:off x="3988440" y="2509200"/>
              <a:ext cx="184320" cy="203400"/>
            </a:xfrm>
            <a:custGeom>
              <a:avLst/>
              <a:gdLst/>
              <a:ahLst/>
              <a:cxnLst>
                <a:cxn ang="3cd4">
                  <a:pos x="hc" y="t"/>
                </a:cxn>
                <a:cxn ang="cd2">
                  <a:pos x="l" y="vc"/>
                </a:cxn>
                <a:cxn ang="cd4">
                  <a:pos x="hc" y="b"/>
                </a:cxn>
                <a:cxn ang="0">
                  <a:pos x="r" y="vc"/>
                </a:cxn>
              </a:cxnLst>
              <a:rect l="l" t="t" r="r" b="b"/>
              <a:pathLst>
                <a:path w="513" h="566">
                  <a:moveTo>
                    <a:pt x="0" y="566"/>
                  </a:moveTo>
                  <a:cubicBezTo>
                    <a:pt x="223" y="566"/>
                    <a:pt x="513" y="404"/>
                    <a:pt x="513" y="242"/>
                  </a:cubicBezTo>
                  <a:cubicBezTo>
                    <a:pt x="513" y="81"/>
                    <a:pt x="504" y="0"/>
                    <a:pt x="342" y="0"/>
                  </a:cubicBezTo>
                  <a:cubicBezTo>
                    <a:pt x="342" y="173"/>
                    <a:pt x="0" y="334"/>
                    <a:pt x="0" y="566"/>
                  </a:cubicBezTo>
                  <a:close/>
                </a:path>
              </a:pathLst>
            </a:custGeom>
            <a:solidFill>
              <a:srgbClr val="DDDDDD"/>
            </a:solidFill>
            <a:ln w="14400">
              <a:solidFill>
                <a:srgbClr val="DDDDDD"/>
              </a:solidFill>
              <a:prstDash val="solid"/>
              <a:round/>
            </a:ln>
          </p:spPr>
          <p:txBody>
            <a:bodyPr wrap="squar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3" name="Freihandform: Form 32">
              <a:extLst>
                <a:ext uri="{FF2B5EF4-FFF2-40B4-BE49-F238E27FC236}">
                  <a16:creationId xmlns:a16="http://schemas.microsoft.com/office/drawing/2014/main" id="{B4467FAE-EC2B-40C4-3D77-379FFB89B0FD}"/>
                </a:ext>
              </a:extLst>
            </p:cNvPr>
            <p:cNvSpPr/>
            <p:nvPr/>
          </p:nvSpPr>
          <p:spPr>
            <a:xfrm>
              <a:off x="3660479" y="2378519"/>
              <a:ext cx="450720" cy="348840"/>
            </a:xfrm>
            <a:custGeom>
              <a:avLst/>
              <a:gdLst/>
              <a:ahLst/>
              <a:cxnLst>
                <a:cxn ang="3cd4">
                  <a:pos x="hc" y="t"/>
                </a:cxn>
                <a:cxn ang="cd2">
                  <a:pos x="l" y="vc"/>
                </a:cxn>
                <a:cxn ang="cd4">
                  <a:pos x="hc" y="b"/>
                </a:cxn>
                <a:cxn ang="0">
                  <a:pos x="r" y="vc"/>
                </a:cxn>
              </a:cxnLst>
              <a:rect l="l" t="t" r="r" b="b"/>
              <a:pathLst>
                <a:path w="1253" h="970">
                  <a:moveTo>
                    <a:pt x="1253" y="0"/>
                  </a:moveTo>
                  <a:cubicBezTo>
                    <a:pt x="1253" y="0"/>
                    <a:pt x="1253" y="647"/>
                    <a:pt x="1253" y="485"/>
                  </a:cubicBezTo>
                  <a:cubicBezTo>
                    <a:pt x="1253" y="768"/>
                    <a:pt x="982" y="970"/>
                    <a:pt x="627" y="970"/>
                  </a:cubicBezTo>
                  <a:cubicBezTo>
                    <a:pt x="272" y="970"/>
                    <a:pt x="0" y="768"/>
                    <a:pt x="0" y="485"/>
                  </a:cubicBezTo>
                  <a:cubicBezTo>
                    <a:pt x="0" y="485"/>
                    <a:pt x="0" y="283"/>
                    <a:pt x="0" y="0"/>
                  </a:cubicBezTo>
                  <a:cubicBezTo>
                    <a:pt x="0" y="283"/>
                    <a:pt x="285" y="485"/>
                    <a:pt x="627" y="485"/>
                  </a:cubicBezTo>
                  <a:cubicBezTo>
                    <a:pt x="969" y="485"/>
                    <a:pt x="1253" y="283"/>
                    <a:pt x="1253" y="0"/>
                  </a:cubicBezTo>
                  <a:close/>
                </a:path>
              </a:pathLst>
            </a:custGeom>
            <a:gradFill>
              <a:gsLst>
                <a:gs pos="0">
                  <a:srgbClr val="0073BC"/>
                </a:gs>
                <a:gs pos="50000">
                  <a:srgbClr val="7FB9DD"/>
                </a:gs>
                <a:gs pos="100000">
                  <a:srgbClr val="0073BC"/>
                </a:gs>
              </a:gsLst>
              <a:lin ang="0"/>
            </a:gra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4" name="Freihandform: Form 33">
              <a:extLst>
                <a:ext uri="{FF2B5EF4-FFF2-40B4-BE49-F238E27FC236}">
                  <a16:creationId xmlns:a16="http://schemas.microsoft.com/office/drawing/2014/main" id="{4CC31597-AD42-4015-B14E-3BAE2BBCFBC5}"/>
                </a:ext>
              </a:extLst>
            </p:cNvPr>
            <p:cNvSpPr/>
            <p:nvPr/>
          </p:nvSpPr>
          <p:spPr>
            <a:xfrm>
              <a:off x="3660479" y="2203919"/>
              <a:ext cx="450720" cy="348480"/>
            </a:xfrm>
            <a:custGeom>
              <a:avLst/>
              <a:gdLst/>
              <a:ahLst/>
              <a:cxnLst>
                <a:cxn ang="3cd4">
                  <a:pos x="hc" y="t"/>
                </a:cxn>
                <a:cxn ang="cd2">
                  <a:pos x="l" y="vc"/>
                </a:cxn>
                <a:cxn ang="cd4">
                  <a:pos x="hc" y="b"/>
                </a:cxn>
                <a:cxn ang="0">
                  <a:pos x="r" y="vc"/>
                </a:cxn>
              </a:cxnLst>
              <a:rect l="l" t="t" r="r" b="b"/>
              <a:pathLst>
                <a:path w="1253" h="969">
                  <a:moveTo>
                    <a:pt x="626" y="0"/>
                  </a:moveTo>
                  <a:cubicBezTo>
                    <a:pt x="981" y="0"/>
                    <a:pt x="1253" y="210"/>
                    <a:pt x="1253" y="484"/>
                  </a:cubicBezTo>
                  <a:cubicBezTo>
                    <a:pt x="1253" y="759"/>
                    <a:pt x="981" y="969"/>
                    <a:pt x="626" y="969"/>
                  </a:cubicBezTo>
                  <a:cubicBezTo>
                    <a:pt x="271" y="969"/>
                    <a:pt x="0" y="759"/>
                    <a:pt x="0" y="484"/>
                  </a:cubicBezTo>
                  <a:cubicBezTo>
                    <a:pt x="0" y="210"/>
                    <a:pt x="271" y="0"/>
                    <a:pt x="626" y="0"/>
                  </a:cubicBezTo>
                  <a:close/>
                </a:path>
              </a:pathLst>
            </a:custGeom>
            <a:gradFill>
              <a:gsLst>
                <a:gs pos="0">
                  <a:srgbClr val="0073BC"/>
                </a:gs>
                <a:gs pos="100000">
                  <a:srgbClr val="7FB9DD"/>
                </a:gs>
              </a:gsLst>
              <a:lin ang="5400000"/>
            </a:gra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5" name="Freihandform: Form 34">
              <a:extLst>
                <a:ext uri="{FF2B5EF4-FFF2-40B4-BE49-F238E27FC236}">
                  <a16:creationId xmlns:a16="http://schemas.microsoft.com/office/drawing/2014/main" id="{E301D079-9C8A-A2E2-8D30-5D701E0A9809}"/>
                </a:ext>
              </a:extLst>
            </p:cNvPr>
            <p:cNvSpPr/>
            <p:nvPr/>
          </p:nvSpPr>
          <p:spPr>
            <a:xfrm>
              <a:off x="3906720" y="2392920"/>
              <a:ext cx="122760" cy="86760"/>
            </a:xfrm>
            <a:custGeom>
              <a:avLst/>
              <a:gdLst/>
              <a:ahLst/>
              <a:cxnLst>
                <a:cxn ang="3cd4">
                  <a:pos x="hc" y="t"/>
                </a:cxn>
                <a:cxn ang="cd2">
                  <a:pos x="l" y="vc"/>
                </a:cxn>
                <a:cxn ang="cd4">
                  <a:pos x="hc" y="b"/>
                </a:cxn>
                <a:cxn ang="0">
                  <a:pos x="r" y="vc"/>
                </a:cxn>
              </a:cxnLst>
              <a:rect l="l" t="t" r="r" b="b"/>
              <a:pathLst>
                <a:path w="342" h="242">
                  <a:moveTo>
                    <a:pt x="171" y="0"/>
                  </a:moveTo>
                  <a:lnTo>
                    <a:pt x="114" y="40"/>
                  </a:lnTo>
                  <a:lnTo>
                    <a:pt x="342" y="202"/>
                  </a:lnTo>
                  <a:lnTo>
                    <a:pt x="285" y="242"/>
                  </a:lnTo>
                  <a:lnTo>
                    <a:pt x="57" y="81"/>
                  </a:lnTo>
                  <a:lnTo>
                    <a:pt x="0" y="121"/>
                  </a:lnTo>
                  <a:lnTo>
                    <a:pt x="0"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6" name="Freihandform: Form 35">
              <a:extLst>
                <a:ext uri="{FF2B5EF4-FFF2-40B4-BE49-F238E27FC236}">
                  <a16:creationId xmlns:a16="http://schemas.microsoft.com/office/drawing/2014/main" id="{6FDD589F-AE95-66AE-B666-1F1EC657F7CF}"/>
                </a:ext>
              </a:extLst>
            </p:cNvPr>
            <p:cNvSpPr/>
            <p:nvPr/>
          </p:nvSpPr>
          <p:spPr>
            <a:xfrm>
              <a:off x="3742560" y="2276639"/>
              <a:ext cx="122760" cy="86760"/>
            </a:xfrm>
            <a:custGeom>
              <a:avLst/>
              <a:gdLst/>
              <a:ahLst/>
              <a:cxnLst>
                <a:cxn ang="3cd4">
                  <a:pos x="hc" y="t"/>
                </a:cxn>
                <a:cxn ang="cd2">
                  <a:pos x="l" y="vc"/>
                </a:cxn>
                <a:cxn ang="cd4">
                  <a:pos x="hc" y="b"/>
                </a:cxn>
                <a:cxn ang="0">
                  <a:pos x="r" y="vc"/>
                </a:cxn>
              </a:cxnLst>
              <a:rect l="l" t="t" r="r" b="b"/>
              <a:pathLst>
                <a:path w="342" h="242">
                  <a:moveTo>
                    <a:pt x="285" y="162"/>
                  </a:moveTo>
                  <a:lnTo>
                    <a:pt x="342" y="121"/>
                  </a:lnTo>
                  <a:lnTo>
                    <a:pt x="342" y="242"/>
                  </a:lnTo>
                  <a:lnTo>
                    <a:pt x="171" y="242"/>
                  </a:lnTo>
                  <a:lnTo>
                    <a:pt x="227" y="202"/>
                  </a:lnTo>
                  <a:lnTo>
                    <a:pt x="0" y="40"/>
                  </a:lnTo>
                  <a:lnTo>
                    <a:pt x="57"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7" name="Freihandform: Form 36">
              <a:extLst>
                <a:ext uri="{FF2B5EF4-FFF2-40B4-BE49-F238E27FC236}">
                  <a16:creationId xmlns:a16="http://schemas.microsoft.com/office/drawing/2014/main" id="{AB410316-FC8E-F811-A87D-9A94B0CECBF3}"/>
                </a:ext>
              </a:extLst>
            </p:cNvPr>
            <p:cNvSpPr/>
            <p:nvPr/>
          </p:nvSpPr>
          <p:spPr>
            <a:xfrm>
              <a:off x="3742560" y="2392920"/>
              <a:ext cx="122760" cy="86760"/>
            </a:xfrm>
            <a:custGeom>
              <a:avLst/>
              <a:gdLst/>
              <a:ahLst/>
              <a:cxnLst>
                <a:cxn ang="3cd4">
                  <a:pos x="hc" y="t"/>
                </a:cxn>
                <a:cxn ang="cd2">
                  <a:pos x="l" y="vc"/>
                </a:cxn>
                <a:cxn ang="cd4">
                  <a:pos x="hc" y="b"/>
                </a:cxn>
                <a:cxn ang="0">
                  <a:pos x="r" y="vc"/>
                </a:cxn>
              </a:cxnLst>
              <a:rect l="l" t="t" r="r" b="b"/>
              <a:pathLst>
                <a:path w="342" h="242">
                  <a:moveTo>
                    <a:pt x="57" y="162"/>
                  </a:moveTo>
                  <a:lnTo>
                    <a:pt x="285" y="0"/>
                  </a:lnTo>
                  <a:lnTo>
                    <a:pt x="342" y="40"/>
                  </a:lnTo>
                  <a:lnTo>
                    <a:pt x="114" y="202"/>
                  </a:lnTo>
                  <a:lnTo>
                    <a:pt x="171" y="242"/>
                  </a:lnTo>
                  <a:lnTo>
                    <a:pt x="0" y="242"/>
                  </a:lnTo>
                  <a:lnTo>
                    <a:pt x="0" y="121"/>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8" name="Freihandform: Form 37">
              <a:extLst>
                <a:ext uri="{FF2B5EF4-FFF2-40B4-BE49-F238E27FC236}">
                  <a16:creationId xmlns:a16="http://schemas.microsoft.com/office/drawing/2014/main" id="{10321276-0A30-F748-BC63-5155C31159AE}"/>
                </a:ext>
              </a:extLst>
            </p:cNvPr>
            <p:cNvSpPr/>
            <p:nvPr/>
          </p:nvSpPr>
          <p:spPr>
            <a:xfrm>
              <a:off x="3906720" y="2276639"/>
              <a:ext cx="122760" cy="86760"/>
            </a:xfrm>
            <a:custGeom>
              <a:avLst/>
              <a:gdLst/>
              <a:ahLst/>
              <a:cxnLst>
                <a:cxn ang="3cd4">
                  <a:pos x="hc" y="t"/>
                </a:cxn>
                <a:cxn ang="cd2">
                  <a:pos x="l" y="vc"/>
                </a:cxn>
                <a:cxn ang="cd4">
                  <a:pos x="hc" y="b"/>
                </a:cxn>
                <a:cxn ang="0">
                  <a:pos x="r" y="vc"/>
                </a:cxn>
              </a:cxnLst>
              <a:rect l="l" t="t" r="r" b="b"/>
              <a:pathLst>
                <a:path w="342" h="242">
                  <a:moveTo>
                    <a:pt x="227" y="40"/>
                  </a:moveTo>
                  <a:lnTo>
                    <a:pt x="171" y="0"/>
                  </a:lnTo>
                  <a:lnTo>
                    <a:pt x="342" y="0"/>
                  </a:lnTo>
                  <a:lnTo>
                    <a:pt x="342" y="121"/>
                  </a:lnTo>
                  <a:lnTo>
                    <a:pt x="285" y="81"/>
                  </a:lnTo>
                  <a:lnTo>
                    <a:pt x="57" y="242"/>
                  </a:lnTo>
                  <a:lnTo>
                    <a:pt x="0" y="20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39" name="Freihandform: Form 38">
              <a:extLst>
                <a:ext uri="{FF2B5EF4-FFF2-40B4-BE49-F238E27FC236}">
                  <a16:creationId xmlns:a16="http://schemas.microsoft.com/office/drawing/2014/main" id="{E2B5C935-8B95-4237-A546-DB3E78F22ED2}"/>
                </a:ext>
              </a:extLst>
            </p:cNvPr>
            <p:cNvSpPr/>
            <p:nvPr/>
          </p:nvSpPr>
          <p:spPr>
            <a:xfrm>
              <a:off x="3660479" y="2203919"/>
              <a:ext cx="450720" cy="523079"/>
            </a:xfrm>
            <a:custGeom>
              <a:avLst/>
              <a:gdLst/>
              <a:ahLst/>
              <a:cxnLst>
                <a:cxn ang="3cd4">
                  <a:pos x="hc" y="t"/>
                </a:cxn>
                <a:cxn ang="cd2">
                  <a:pos x="l" y="vc"/>
                </a:cxn>
                <a:cxn ang="cd4">
                  <a:pos x="hc" y="b"/>
                </a:cxn>
                <a:cxn ang="0">
                  <a:pos x="r" y="vc"/>
                </a:cxn>
              </a:cxnLst>
              <a:rect l="l" t="t" r="r" b="b"/>
              <a:pathLst>
                <a:path w="1253" h="1454">
                  <a:moveTo>
                    <a:pt x="626" y="0"/>
                  </a:moveTo>
                  <a:cubicBezTo>
                    <a:pt x="981" y="0"/>
                    <a:pt x="1253" y="210"/>
                    <a:pt x="1253" y="485"/>
                  </a:cubicBezTo>
                  <a:lnTo>
                    <a:pt x="1253" y="970"/>
                  </a:lnTo>
                  <a:cubicBezTo>
                    <a:pt x="1253" y="1252"/>
                    <a:pt x="968" y="1454"/>
                    <a:pt x="627" y="1454"/>
                  </a:cubicBezTo>
                  <a:cubicBezTo>
                    <a:pt x="285" y="1454"/>
                    <a:pt x="0" y="1252"/>
                    <a:pt x="0" y="970"/>
                  </a:cubicBezTo>
                  <a:cubicBezTo>
                    <a:pt x="0" y="970"/>
                    <a:pt x="0" y="485"/>
                    <a:pt x="0" y="484"/>
                  </a:cubicBezTo>
                  <a:cubicBezTo>
                    <a:pt x="0" y="210"/>
                    <a:pt x="271" y="0"/>
                    <a:pt x="626" y="0"/>
                  </a:cubicBezTo>
                  <a:close/>
                </a:path>
              </a:pathLst>
            </a:custGeom>
            <a:noFill/>
            <a:ln w="14400">
              <a:solidFill>
                <a:srgbClr val="000000"/>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nvGrpSpPr>
          <p:cNvPr id="40" name="Gruppieren 39">
            <a:extLst>
              <a:ext uri="{FF2B5EF4-FFF2-40B4-BE49-F238E27FC236}">
                <a16:creationId xmlns:a16="http://schemas.microsoft.com/office/drawing/2014/main" id="{BB826E90-9119-D7A4-914D-B470D61FB8EE}"/>
              </a:ext>
            </a:extLst>
          </p:cNvPr>
          <p:cNvGrpSpPr/>
          <p:nvPr/>
        </p:nvGrpSpPr>
        <p:grpSpPr>
          <a:xfrm>
            <a:off x="3641039" y="3255839"/>
            <a:ext cx="610201" cy="881641"/>
            <a:chOff x="3641039" y="3255839"/>
            <a:chExt cx="610201" cy="881641"/>
          </a:xfrm>
        </p:grpSpPr>
        <p:sp>
          <p:nvSpPr>
            <p:cNvPr id="41" name="Freihandform: Form 40">
              <a:extLst>
                <a:ext uri="{FF2B5EF4-FFF2-40B4-BE49-F238E27FC236}">
                  <a16:creationId xmlns:a16="http://schemas.microsoft.com/office/drawing/2014/main" id="{C2C4E055-C95E-B169-54ED-51684DD7168C}"/>
                </a:ext>
              </a:extLst>
            </p:cNvPr>
            <p:cNvSpPr/>
            <p:nvPr/>
          </p:nvSpPr>
          <p:spPr>
            <a:xfrm>
              <a:off x="4087800" y="3961440"/>
              <a:ext cx="163440" cy="176040"/>
            </a:xfrm>
            <a:custGeom>
              <a:avLst/>
              <a:gdLst/>
              <a:ahLst/>
              <a:cxnLst>
                <a:cxn ang="3cd4">
                  <a:pos x="hc" y="t"/>
                </a:cxn>
                <a:cxn ang="cd2">
                  <a:pos x="l" y="vc"/>
                </a:cxn>
                <a:cxn ang="cd4">
                  <a:pos x="hc" y="b"/>
                </a:cxn>
                <a:cxn ang="0">
                  <a:pos x="r" y="vc"/>
                </a:cxn>
              </a:cxnLst>
              <a:rect l="l" t="t" r="r" b="b"/>
              <a:pathLst>
                <a:path w="455" h="490">
                  <a:moveTo>
                    <a:pt x="0" y="490"/>
                  </a:moveTo>
                  <a:cubicBezTo>
                    <a:pt x="113" y="490"/>
                    <a:pt x="455" y="359"/>
                    <a:pt x="455" y="229"/>
                  </a:cubicBezTo>
                  <a:cubicBezTo>
                    <a:pt x="455" y="98"/>
                    <a:pt x="290" y="0"/>
                    <a:pt x="207" y="0"/>
                  </a:cubicBezTo>
                  <a:cubicBezTo>
                    <a:pt x="207" y="98"/>
                    <a:pt x="0" y="359"/>
                    <a:pt x="0" y="490"/>
                  </a:cubicBezTo>
                  <a:close/>
                </a:path>
              </a:pathLst>
            </a:custGeom>
            <a:solidFill>
              <a:srgbClr val="DDDDDD"/>
            </a:solidFill>
            <a:ln w="0">
              <a:solidFill>
                <a:srgbClr val="DDDDDD"/>
              </a:solidFill>
              <a:prstDash val="solid"/>
              <a:round/>
            </a:ln>
          </p:spPr>
          <p:txBody>
            <a:bodyPr wrap="square" lIns="90000" tIns="45000" rIns="90000" bIns="450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42" name="Gruppieren 41">
              <a:extLst>
                <a:ext uri="{FF2B5EF4-FFF2-40B4-BE49-F238E27FC236}">
                  <a16:creationId xmlns:a16="http://schemas.microsoft.com/office/drawing/2014/main" id="{4798A802-580B-0125-A21E-B0EFD7A65FBC}"/>
                </a:ext>
              </a:extLst>
            </p:cNvPr>
            <p:cNvGrpSpPr/>
            <p:nvPr/>
          </p:nvGrpSpPr>
          <p:grpSpPr>
            <a:xfrm>
              <a:off x="3641039" y="3255839"/>
              <a:ext cx="521281" cy="881640"/>
              <a:chOff x="3641039" y="3255839"/>
              <a:chExt cx="521281" cy="881640"/>
            </a:xfrm>
          </p:grpSpPr>
          <p:sp>
            <p:nvSpPr>
              <p:cNvPr id="43" name="Freihandform: Form 42">
                <a:extLst>
                  <a:ext uri="{FF2B5EF4-FFF2-40B4-BE49-F238E27FC236}">
                    <a16:creationId xmlns:a16="http://schemas.microsoft.com/office/drawing/2014/main" id="{BD6B266E-1B51-07EF-935C-793A4305C161}"/>
                  </a:ext>
                </a:extLst>
              </p:cNvPr>
              <p:cNvSpPr/>
              <p:nvPr/>
            </p:nvSpPr>
            <p:spPr>
              <a:xfrm>
                <a:off x="3641039" y="3314519"/>
                <a:ext cx="446400" cy="822960"/>
              </a:xfrm>
              <a:custGeom>
                <a:avLst/>
                <a:gdLst/>
                <a:ahLst/>
                <a:cxnLst>
                  <a:cxn ang="3cd4">
                    <a:pos x="hc" y="t"/>
                  </a:cxn>
                  <a:cxn ang="cd2">
                    <a:pos x="l" y="vc"/>
                  </a:cxn>
                  <a:cxn ang="cd4">
                    <a:pos x="hc" y="b"/>
                  </a:cxn>
                  <a:cxn ang="0">
                    <a:pos x="r" y="vc"/>
                  </a:cxn>
                </a:cxnLst>
                <a:rect l="l" t="t" r="r" b="b"/>
                <a:pathLst>
                  <a:path w="1241" h="2287">
                    <a:moveTo>
                      <a:pt x="0" y="1307"/>
                    </a:moveTo>
                    <a:lnTo>
                      <a:pt x="0" y="0"/>
                    </a:lnTo>
                    <a:lnTo>
                      <a:pt x="1241" y="980"/>
                    </a:lnTo>
                    <a:lnTo>
                      <a:pt x="1241" y="2287"/>
                    </a:lnTo>
                    <a:close/>
                  </a:path>
                </a:pathLst>
              </a:custGeom>
              <a:gradFill>
                <a:gsLst>
                  <a:gs pos="0">
                    <a:srgbClr val="DE8E96"/>
                  </a:gs>
                  <a:gs pos="100000">
                    <a:srgbClr val="F8E8EA"/>
                  </a:gs>
                </a:gsLst>
                <a:lin ang="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4" name="Gerader Verbinder 43">
                <a:extLst>
                  <a:ext uri="{FF2B5EF4-FFF2-40B4-BE49-F238E27FC236}">
                    <a16:creationId xmlns:a16="http://schemas.microsoft.com/office/drawing/2014/main" id="{BED1298E-B632-199F-BD6E-00D3C069EC69}"/>
                  </a:ext>
                </a:extLst>
              </p:cNvPr>
              <p:cNvSpPr/>
              <p:nvPr/>
            </p:nvSpPr>
            <p:spPr>
              <a:xfrm>
                <a:off x="3641039" y="3667320"/>
                <a:ext cx="446761"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5" name="Gerader Verbinder 44">
                <a:extLst>
                  <a:ext uri="{FF2B5EF4-FFF2-40B4-BE49-F238E27FC236}">
                    <a16:creationId xmlns:a16="http://schemas.microsoft.com/office/drawing/2014/main" id="{F1485F7D-6D24-EB88-9381-B56E6A943485}"/>
                  </a:ext>
                </a:extLst>
              </p:cNvPr>
              <p:cNvSpPr/>
              <p:nvPr/>
            </p:nvSpPr>
            <p:spPr>
              <a:xfrm>
                <a:off x="3641039" y="3549960"/>
                <a:ext cx="446761" cy="35279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6" name="Gerader Verbinder 45">
                <a:extLst>
                  <a:ext uri="{FF2B5EF4-FFF2-40B4-BE49-F238E27FC236}">
                    <a16:creationId xmlns:a16="http://schemas.microsoft.com/office/drawing/2014/main" id="{1915BE26-BDD1-3AAB-403A-6099597A5F1C}"/>
                  </a:ext>
                </a:extLst>
              </p:cNvPr>
              <p:cNvSpPr/>
              <p:nvPr/>
            </p:nvSpPr>
            <p:spPr>
              <a:xfrm>
                <a:off x="3641039" y="3432239"/>
                <a:ext cx="446761" cy="35280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7" name="Gerader Verbinder 46">
                <a:extLst>
                  <a:ext uri="{FF2B5EF4-FFF2-40B4-BE49-F238E27FC236}">
                    <a16:creationId xmlns:a16="http://schemas.microsoft.com/office/drawing/2014/main" id="{09C2FDB5-04BD-9A09-195A-B3F51FFBB7E9}"/>
                  </a:ext>
                </a:extLst>
              </p:cNvPr>
              <p:cNvSpPr/>
              <p:nvPr/>
            </p:nvSpPr>
            <p:spPr>
              <a:xfrm>
                <a:off x="3790079" y="366732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8" name="Gerader Verbinder 47">
                <a:extLst>
                  <a:ext uri="{FF2B5EF4-FFF2-40B4-BE49-F238E27FC236}">
                    <a16:creationId xmlns:a16="http://schemas.microsoft.com/office/drawing/2014/main" id="{88304796-44DF-EA55-055A-E3F117134E32}"/>
                  </a:ext>
                </a:extLst>
              </p:cNvPr>
              <p:cNvSpPr/>
              <p:nvPr/>
            </p:nvSpPr>
            <p:spPr>
              <a:xfrm>
                <a:off x="3938759" y="35499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49" name="Gerader Verbinder 48">
                <a:extLst>
                  <a:ext uri="{FF2B5EF4-FFF2-40B4-BE49-F238E27FC236}">
                    <a16:creationId xmlns:a16="http://schemas.microsoft.com/office/drawing/2014/main" id="{02792257-E08B-673E-EC78-218C19E54135}"/>
                  </a:ext>
                </a:extLst>
              </p:cNvPr>
              <p:cNvSpPr/>
              <p:nvPr/>
            </p:nvSpPr>
            <p:spPr>
              <a:xfrm>
                <a:off x="4013279" y="396144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0" name="Gerader Verbinder 49">
                <a:extLst>
                  <a:ext uri="{FF2B5EF4-FFF2-40B4-BE49-F238E27FC236}">
                    <a16:creationId xmlns:a16="http://schemas.microsoft.com/office/drawing/2014/main" id="{C4614790-55DD-2101-7363-F50C254B66AA}"/>
                  </a:ext>
                </a:extLst>
              </p:cNvPr>
              <p:cNvSpPr/>
              <p:nvPr/>
            </p:nvSpPr>
            <p:spPr>
              <a:xfrm>
                <a:off x="3864600" y="3843720"/>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1" name="Gerader Verbinder 50">
                <a:extLst>
                  <a:ext uri="{FF2B5EF4-FFF2-40B4-BE49-F238E27FC236}">
                    <a16:creationId xmlns:a16="http://schemas.microsoft.com/office/drawing/2014/main" id="{3D9965AD-5B50-430A-D376-E9B74058F5EF}"/>
                  </a:ext>
                </a:extLst>
              </p:cNvPr>
              <p:cNvSpPr/>
              <p:nvPr/>
            </p:nvSpPr>
            <p:spPr>
              <a:xfrm>
                <a:off x="3715560" y="37263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2" name="Gerader Verbinder 51">
                <a:extLst>
                  <a:ext uri="{FF2B5EF4-FFF2-40B4-BE49-F238E27FC236}">
                    <a16:creationId xmlns:a16="http://schemas.microsoft.com/office/drawing/2014/main" id="{BD52841A-AA5E-13CD-CE39-2253047AE400}"/>
                  </a:ext>
                </a:extLst>
              </p:cNvPr>
              <p:cNvSpPr/>
              <p:nvPr/>
            </p:nvSpPr>
            <p:spPr>
              <a:xfrm>
                <a:off x="3790079" y="3432239"/>
                <a:ext cx="0" cy="11772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3" name="Gerader Verbinder 52">
                <a:extLst>
                  <a:ext uri="{FF2B5EF4-FFF2-40B4-BE49-F238E27FC236}">
                    <a16:creationId xmlns:a16="http://schemas.microsoft.com/office/drawing/2014/main" id="{F684E081-0662-AD0E-10E6-8D25CD693A12}"/>
                  </a:ext>
                </a:extLst>
              </p:cNvPr>
              <p:cNvSpPr/>
              <p:nvPr/>
            </p:nvSpPr>
            <p:spPr>
              <a:xfrm>
                <a:off x="3864600" y="3608639"/>
                <a:ext cx="0" cy="11772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4" name="Gerader Verbinder 53">
                <a:extLst>
                  <a:ext uri="{FF2B5EF4-FFF2-40B4-BE49-F238E27FC236}">
                    <a16:creationId xmlns:a16="http://schemas.microsoft.com/office/drawing/2014/main" id="{3190545C-AEA4-FC17-0384-D153453F2173}"/>
                  </a:ext>
                </a:extLst>
              </p:cNvPr>
              <p:cNvSpPr/>
              <p:nvPr/>
            </p:nvSpPr>
            <p:spPr>
              <a:xfrm>
                <a:off x="3938759" y="3785039"/>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5" name="Gerader Verbinder 54">
                <a:extLst>
                  <a:ext uri="{FF2B5EF4-FFF2-40B4-BE49-F238E27FC236}">
                    <a16:creationId xmlns:a16="http://schemas.microsoft.com/office/drawing/2014/main" id="{F02B357A-6FE9-CA69-9430-BF99A7314D50}"/>
                  </a:ext>
                </a:extLst>
              </p:cNvPr>
              <p:cNvSpPr/>
              <p:nvPr/>
            </p:nvSpPr>
            <p:spPr>
              <a:xfrm>
                <a:off x="4013279" y="3726360"/>
                <a:ext cx="0" cy="11771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6" name="Gerader Verbinder 55">
                <a:extLst>
                  <a:ext uri="{FF2B5EF4-FFF2-40B4-BE49-F238E27FC236}">
                    <a16:creationId xmlns:a16="http://schemas.microsoft.com/office/drawing/2014/main" id="{A710D12F-FD15-84D0-0712-746A66615F65}"/>
                  </a:ext>
                </a:extLst>
              </p:cNvPr>
              <p:cNvSpPr/>
              <p:nvPr/>
            </p:nvSpPr>
            <p:spPr>
              <a:xfrm>
                <a:off x="3715560" y="3490919"/>
                <a:ext cx="0" cy="11772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7" name="Freihandform: Form 56">
                <a:extLst>
                  <a:ext uri="{FF2B5EF4-FFF2-40B4-BE49-F238E27FC236}">
                    <a16:creationId xmlns:a16="http://schemas.microsoft.com/office/drawing/2014/main" id="{AB35E39F-A1BA-DD56-150C-6AC25ECA8431}"/>
                  </a:ext>
                </a:extLst>
              </p:cNvPr>
              <p:cNvSpPr/>
              <p:nvPr/>
            </p:nvSpPr>
            <p:spPr>
              <a:xfrm>
                <a:off x="4087800" y="3608639"/>
                <a:ext cx="74160" cy="528840"/>
              </a:xfrm>
              <a:custGeom>
                <a:avLst/>
                <a:gdLst/>
                <a:ahLst/>
                <a:cxnLst>
                  <a:cxn ang="3cd4">
                    <a:pos x="hc" y="t"/>
                  </a:cxn>
                  <a:cxn ang="cd2">
                    <a:pos x="l" y="vc"/>
                  </a:cxn>
                  <a:cxn ang="cd4">
                    <a:pos x="hc" y="b"/>
                  </a:cxn>
                  <a:cxn ang="0">
                    <a:pos x="r" y="vc"/>
                  </a:cxn>
                </a:cxnLst>
                <a:rect l="l" t="t" r="r" b="b"/>
                <a:pathLst>
                  <a:path w="207" h="1470">
                    <a:moveTo>
                      <a:pt x="0" y="1470"/>
                    </a:moveTo>
                    <a:lnTo>
                      <a:pt x="0" y="163"/>
                    </a:lnTo>
                    <a:lnTo>
                      <a:pt x="207" y="0"/>
                    </a:lnTo>
                    <a:lnTo>
                      <a:pt x="207" y="1307"/>
                    </a:lnTo>
                    <a:close/>
                  </a:path>
                </a:pathLst>
              </a:custGeom>
              <a:gradFill>
                <a:gsLst>
                  <a:gs pos="0">
                    <a:srgbClr val="F8E8EA"/>
                  </a:gs>
                  <a:gs pos="100000">
                    <a:srgbClr val="DE8E96"/>
                  </a:gs>
                </a:gsLst>
                <a:path path="rect">
                  <a:fillToRect l="70000" t="30000" r="30000" b="70000"/>
                </a:path>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8" name="Freihandform: Form 57">
                <a:extLst>
                  <a:ext uri="{FF2B5EF4-FFF2-40B4-BE49-F238E27FC236}">
                    <a16:creationId xmlns:a16="http://schemas.microsoft.com/office/drawing/2014/main" id="{E4598226-8FF9-9EF2-C60A-B7B793E2C853}"/>
                  </a:ext>
                </a:extLst>
              </p:cNvPr>
              <p:cNvSpPr/>
              <p:nvPr/>
            </p:nvSpPr>
            <p:spPr>
              <a:xfrm>
                <a:off x="3641039" y="3255839"/>
                <a:ext cx="520919" cy="411120"/>
              </a:xfrm>
              <a:custGeom>
                <a:avLst/>
                <a:gdLst/>
                <a:ahLst/>
                <a:cxnLst>
                  <a:cxn ang="3cd4">
                    <a:pos x="hc" y="t"/>
                  </a:cxn>
                  <a:cxn ang="cd2">
                    <a:pos x="l" y="vc"/>
                  </a:cxn>
                  <a:cxn ang="cd4">
                    <a:pos x="hc" y="b"/>
                  </a:cxn>
                  <a:cxn ang="0">
                    <a:pos x="r" y="vc"/>
                  </a:cxn>
                </a:cxnLst>
                <a:rect l="l" t="t" r="r" b="b"/>
                <a:pathLst>
                  <a:path w="1448" h="1143">
                    <a:moveTo>
                      <a:pt x="1241" y="1143"/>
                    </a:moveTo>
                    <a:lnTo>
                      <a:pt x="0" y="163"/>
                    </a:lnTo>
                    <a:lnTo>
                      <a:pt x="207" y="0"/>
                    </a:lnTo>
                    <a:lnTo>
                      <a:pt x="1448" y="980"/>
                    </a:lnTo>
                    <a:close/>
                  </a:path>
                </a:pathLst>
              </a:custGeom>
              <a:gradFill>
                <a:gsLst>
                  <a:gs pos="0">
                    <a:srgbClr val="DE8E96"/>
                  </a:gs>
                  <a:gs pos="100000">
                    <a:srgbClr val="F8E8EA"/>
                  </a:gs>
                </a:gsLst>
                <a:lin ang="5400000"/>
              </a:grad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59" name="Gerader Verbinder 58">
                <a:extLst>
                  <a:ext uri="{FF2B5EF4-FFF2-40B4-BE49-F238E27FC236}">
                    <a16:creationId xmlns:a16="http://schemas.microsoft.com/office/drawing/2014/main" id="{28D24C5C-E9ED-8C9A-63BF-7320EA878F73}"/>
                  </a:ext>
                </a:extLst>
              </p:cNvPr>
              <p:cNvSpPr/>
              <p:nvPr/>
            </p:nvSpPr>
            <p:spPr>
              <a:xfrm flipV="1">
                <a:off x="3938759" y="3490919"/>
                <a:ext cx="74520" cy="58681"/>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0" name="Gerader Verbinder 59">
                <a:extLst>
                  <a:ext uri="{FF2B5EF4-FFF2-40B4-BE49-F238E27FC236}">
                    <a16:creationId xmlns:a16="http://schemas.microsoft.com/office/drawing/2014/main" id="{1882E796-CDC7-C3F7-C28A-07098CA9F9C3}"/>
                  </a:ext>
                </a:extLst>
              </p:cNvPr>
              <p:cNvSpPr/>
              <p:nvPr/>
            </p:nvSpPr>
            <p:spPr>
              <a:xfrm flipV="1">
                <a:off x="4087800" y="3726360"/>
                <a:ext cx="74520" cy="5867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1" name="Gerader Verbinder 60">
                <a:extLst>
                  <a:ext uri="{FF2B5EF4-FFF2-40B4-BE49-F238E27FC236}">
                    <a16:creationId xmlns:a16="http://schemas.microsoft.com/office/drawing/2014/main" id="{E911FF96-E40B-BF43-AD91-0F87E16ED1B7}"/>
                  </a:ext>
                </a:extLst>
              </p:cNvPr>
              <p:cNvSpPr/>
              <p:nvPr/>
            </p:nvSpPr>
            <p:spPr>
              <a:xfrm flipV="1">
                <a:off x="4087800" y="384372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2" name="Gerader Verbinder 61">
                <a:extLst>
                  <a:ext uri="{FF2B5EF4-FFF2-40B4-BE49-F238E27FC236}">
                    <a16:creationId xmlns:a16="http://schemas.microsoft.com/office/drawing/2014/main" id="{9586C0D0-1269-38E7-64A6-C1C0EB2FACB0}"/>
                  </a:ext>
                </a:extLst>
              </p:cNvPr>
              <p:cNvSpPr/>
              <p:nvPr/>
            </p:nvSpPr>
            <p:spPr>
              <a:xfrm flipV="1">
                <a:off x="4087800" y="3961440"/>
                <a:ext cx="74520" cy="58680"/>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3" name="Gerader Verbinder 62">
                <a:extLst>
                  <a:ext uri="{FF2B5EF4-FFF2-40B4-BE49-F238E27FC236}">
                    <a16:creationId xmlns:a16="http://schemas.microsoft.com/office/drawing/2014/main" id="{B34EDAFD-52A7-D6DA-BB77-D7D4E4AC0DD6}"/>
                  </a:ext>
                </a:extLst>
              </p:cNvPr>
              <p:cNvSpPr/>
              <p:nvPr/>
            </p:nvSpPr>
            <p:spPr>
              <a:xfrm flipV="1">
                <a:off x="3790079" y="3373560"/>
                <a:ext cx="74521" cy="58679"/>
              </a:xfrm>
              <a:prstGeom prst="line">
                <a:avLst/>
              </a:prstGeom>
              <a:noFill/>
              <a:ln w="14400">
                <a:solidFill>
                  <a:srgbClr val="FFFFFF"/>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64" name="Freihandform: Form 63">
                <a:extLst>
                  <a:ext uri="{FF2B5EF4-FFF2-40B4-BE49-F238E27FC236}">
                    <a16:creationId xmlns:a16="http://schemas.microsoft.com/office/drawing/2014/main" id="{87778C56-AB49-F2C2-4C20-F862AD16A480}"/>
                  </a:ext>
                </a:extLst>
              </p:cNvPr>
              <p:cNvSpPr/>
              <p:nvPr/>
            </p:nvSpPr>
            <p:spPr>
              <a:xfrm>
                <a:off x="3641039" y="3255839"/>
                <a:ext cx="520919" cy="881640"/>
              </a:xfrm>
              <a:custGeom>
                <a:avLst/>
                <a:gdLst/>
                <a:ahLst/>
                <a:cxnLst>
                  <a:cxn ang="3cd4">
                    <a:pos x="hc" y="t"/>
                  </a:cxn>
                  <a:cxn ang="cd2">
                    <a:pos x="l" y="vc"/>
                  </a:cxn>
                  <a:cxn ang="cd4">
                    <a:pos x="hc" y="b"/>
                  </a:cxn>
                  <a:cxn ang="0">
                    <a:pos x="r" y="vc"/>
                  </a:cxn>
                </a:cxnLst>
                <a:rect l="l" t="t" r="r" b="b"/>
                <a:pathLst>
                  <a:path w="1448" h="2450">
                    <a:moveTo>
                      <a:pt x="207" y="0"/>
                    </a:moveTo>
                    <a:lnTo>
                      <a:pt x="1448" y="980"/>
                    </a:lnTo>
                    <a:lnTo>
                      <a:pt x="1448" y="2287"/>
                    </a:lnTo>
                    <a:lnTo>
                      <a:pt x="1241" y="2450"/>
                    </a:lnTo>
                    <a:lnTo>
                      <a:pt x="0" y="1470"/>
                    </a:lnTo>
                    <a:lnTo>
                      <a:pt x="0" y="163"/>
                    </a:lnTo>
                    <a:close/>
                  </a:path>
                </a:pathLst>
              </a:custGeom>
              <a:noFill/>
              <a:ln w="14400">
                <a:solidFill>
                  <a:srgbClr val="000000"/>
                </a:solidFill>
                <a:prstDash val="solid"/>
                <a:round/>
              </a:ln>
            </p:spPr>
            <p:txBody>
              <a:bodyPr wrap="none" lIns="79200" tIns="34200" rIns="79200" bIns="34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sp>
        <p:nvSpPr>
          <p:cNvPr id="65" name="Freihandform: Form 64">
            <a:extLst>
              <a:ext uri="{FF2B5EF4-FFF2-40B4-BE49-F238E27FC236}">
                <a16:creationId xmlns:a16="http://schemas.microsoft.com/office/drawing/2014/main" id="{7089045E-A189-DD0F-BD44-94654EC22F00}"/>
              </a:ext>
            </a:extLst>
          </p:cNvPr>
          <p:cNvSpPr/>
          <p:nvPr/>
        </p:nvSpPr>
        <p:spPr>
          <a:xfrm>
            <a:off x="2269440" y="973800"/>
            <a:ext cx="1188719" cy="578520"/>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4169E1"/>
              </a:gs>
              <a:gs pos="100000">
                <a:srgbClr val="4169E1"/>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Carrier A</a:t>
            </a:r>
          </a:p>
        </p:txBody>
      </p:sp>
      <p:grpSp>
        <p:nvGrpSpPr>
          <p:cNvPr id="66" name="Gruppieren 65">
            <a:extLst>
              <a:ext uri="{FF2B5EF4-FFF2-40B4-BE49-F238E27FC236}">
                <a16:creationId xmlns:a16="http://schemas.microsoft.com/office/drawing/2014/main" id="{E3E28852-E368-FD5A-0D18-8FF6FF927846}"/>
              </a:ext>
            </a:extLst>
          </p:cNvPr>
          <p:cNvGrpSpPr/>
          <p:nvPr/>
        </p:nvGrpSpPr>
        <p:grpSpPr>
          <a:xfrm>
            <a:off x="3679199" y="5052240"/>
            <a:ext cx="548281" cy="461160"/>
            <a:chOff x="3679199" y="5052240"/>
            <a:chExt cx="548281" cy="461160"/>
          </a:xfrm>
        </p:grpSpPr>
        <p:sp>
          <p:nvSpPr>
            <p:cNvPr id="67" name="Freihandform: Form 66">
              <a:extLst>
                <a:ext uri="{FF2B5EF4-FFF2-40B4-BE49-F238E27FC236}">
                  <a16:creationId xmlns:a16="http://schemas.microsoft.com/office/drawing/2014/main" id="{1CAC4A5E-3F6D-D926-B65C-2F4C4231B039}"/>
                </a:ext>
              </a:extLst>
            </p:cNvPr>
            <p:cNvSpPr/>
            <p:nvPr/>
          </p:nvSpPr>
          <p:spPr>
            <a:xfrm>
              <a:off x="3948480" y="5306040"/>
              <a:ext cx="279000" cy="195840"/>
            </a:xfrm>
            <a:custGeom>
              <a:avLst/>
              <a:gdLst/>
              <a:ahLst/>
              <a:cxnLst>
                <a:cxn ang="3cd4">
                  <a:pos x="hc" y="t"/>
                </a:cxn>
                <a:cxn ang="cd2">
                  <a:pos x="l" y="vc"/>
                </a:cxn>
                <a:cxn ang="cd4">
                  <a:pos x="hc" y="b"/>
                </a:cxn>
                <a:cxn ang="0">
                  <a:pos x="r" y="vc"/>
                </a:cxn>
              </a:cxnLst>
              <a:rect l="l" t="t" r="r" b="b"/>
              <a:pathLst>
                <a:path w="776" h="545">
                  <a:moveTo>
                    <a:pt x="0" y="545"/>
                  </a:moveTo>
                  <a:cubicBezTo>
                    <a:pt x="199" y="545"/>
                    <a:pt x="711" y="288"/>
                    <a:pt x="762" y="192"/>
                  </a:cubicBezTo>
                  <a:cubicBezTo>
                    <a:pt x="813" y="96"/>
                    <a:pt x="711" y="0"/>
                    <a:pt x="661" y="0"/>
                  </a:cubicBezTo>
                  <a:cubicBezTo>
                    <a:pt x="661" y="137"/>
                    <a:pt x="0" y="316"/>
                    <a:pt x="0" y="545"/>
                  </a:cubicBezTo>
                  <a:close/>
                </a:path>
              </a:pathLst>
            </a:custGeom>
            <a:solidFill>
              <a:srgbClr val="DDDDDD"/>
            </a:solidFill>
            <a:ln w="14400">
              <a:solidFill>
                <a:srgbClr val="DDDDDD"/>
              </a:solidFill>
              <a:prstDash val="solid"/>
              <a:round/>
            </a:ln>
          </p:spPr>
          <p:txBody>
            <a:bodyPr wrap="squar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nvGrpSpPr>
            <p:cNvPr id="68" name="Gruppieren 67">
              <a:extLst>
                <a:ext uri="{FF2B5EF4-FFF2-40B4-BE49-F238E27FC236}">
                  <a16:creationId xmlns:a16="http://schemas.microsoft.com/office/drawing/2014/main" id="{0ECB2EB6-09AC-D2BD-AA43-6BF7B97A763A}"/>
                </a:ext>
              </a:extLst>
            </p:cNvPr>
            <p:cNvGrpSpPr/>
            <p:nvPr/>
          </p:nvGrpSpPr>
          <p:grpSpPr>
            <a:xfrm>
              <a:off x="3679199" y="5052240"/>
              <a:ext cx="511560" cy="461160"/>
              <a:chOff x="3679199" y="5052240"/>
              <a:chExt cx="511560" cy="461160"/>
            </a:xfrm>
          </p:grpSpPr>
          <p:sp>
            <p:nvSpPr>
              <p:cNvPr id="69" name="Freihandform: Form 68">
                <a:extLst>
                  <a:ext uri="{FF2B5EF4-FFF2-40B4-BE49-F238E27FC236}">
                    <a16:creationId xmlns:a16="http://schemas.microsoft.com/office/drawing/2014/main" id="{7DD75E9E-4D86-5D42-D122-43138C7889A4}"/>
                  </a:ext>
                </a:extLst>
              </p:cNvPr>
              <p:cNvSpPr/>
              <p:nvPr/>
            </p:nvSpPr>
            <p:spPr>
              <a:xfrm>
                <a:off x="3679199" y="5213880"/>
                <a:ext cx="255600" cy="299520"/>
              </a:xfrm>
              <a:custGeom>
                <a:avLst/>
                <a:gdLst/>
                <a:ahLst/>
                <a:cxnLst>
                  <a:cxn ang="3cd4">
                    <a:pos x="hc" y="t"/>
                  </a:cxn>
                  <a:cxn ang="cd2">
                    <a:pos x="l" y="vc"/>
                  </a:cxn>
                  <a:cxn ang="cd4">
                    <a:pos x="hc" y="b"/>
                  </a:cxn>
                  <a:cxn ang="0">
                    <a:pos x="r" y="vc"/>
                  </a:cxn>
                </a:cxnLst>
                <a:rect l="l" t="t" r="r" b="b"/>
                <a:pathLst>
                  <a:path w="711" h="833">
                    <a:moveTo>
                      <a:pt x="0" y="385"/>
                    </a:moveTo>
                    <a:lnTo>
                      <a:pt x="0" y="0"/>
                    </a:lnTo>
                    <a:lnTo>
                      <a:pt x="711" y="449"/>
                    </a:lnTo>
                    <a:lnTo>
                      <a:pt x="711" y="833"/>
                    </a:lnTo>
                    <a:close/>
                  </a:path>
                </a:pathLst>
              </a:custGeom>
              <a:gradFill>
                <a:gsLst>
                  <a:gs pos="0">
                    <a:srgbClr val="0073BC"/>
                  </a:gs>
                  <a:gs pos="100000">
                    <a:srgbClr val="7FB9DD"/>
                  </a:gs>
                </a:gsLst>
                <a:lin ang="0"/>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0" name="Freihandform: Form 69">
                <a:extLst>
                  <a:ext uri="{FF2B5EF4-FFF2-40B4-BE49-F238E27FC236}">
                    <a16:creationId xmlns:a16="http://schemas.microsoft.com/office/drawing/2014/main" id="{42F2E4F2-1601-0C1B-7EF0-3B9F747D6354}"/>
                  </a:ext>
                </a:extLst>
              </p:cNvPr>
              <p:cNvSpPr/>
              <p:nvPr/>
            </p:nvSpPr>
            <p:spPr>
              <a:xfrm>
                <a:off x="3935159" y="5213880"/>
                <a:ext cx="255600" cy="299520"/>
              </a:xfrm>
              <a:custGeom>
                <a:avLst/>
                <a:gdLst/>
                <a:ahLst/>
                <a:cxnLst>
                  <a:cxn ang="3cd4">
                    <a:pos x="hc" y="t"/>
                  </a:cxn>
                  <a:cxn ang="cd2">
                    <a:pos x="l" y="vc"/>
                  </a:cxn>
                  <a:cxn ang="cd4">
                    <a:pos x="hc" y="b"/>
                  </a:cxn>
                  <a:cxn ang="0">
                    <a:pos x="r" y="vc"/>
                  </a:cxn>
                </a:cxnLst>
                <a:rect l="l" t="t" r="r" b="b"/>
                <a:pathLst>
                  <a:path w="711" h="833">
                    <a:moveTo>
                      <a:pt x="0" y="833"/>
                    </a:moveTo>
                    <a:lnTo>
                      <a:pt x="0" y="449"/>
                    </a:lnTo>
                    <a:lnTo>
                      <a:pt x="711" y="0"/>
                    </a:lnTo>
                    <a:lnTo>
                      <a:pt x="711" y="385"/>
                    </a:lnTo>
                    <a:close/>
                  </a:path>
                </a:pathLst>
              </a:custGeom>
              <a:gradFill>
                <a:gsLst>
                  <a:gs pos="0">
                    <a:srgbClr val="7FB9DD"/>
                  </a:gs>
                  <a:gs pos="100000">
                    <a:srgbClr val="0073BC"/>
                  </a:gs>
                </a:gsLst>
                <a:path path="rect">
                  <a:fillToRect l="70000" t="30000" r="30000" b="70000"/>
                </a:path>
              </a:gradFill>
              <a:ln w="14400">
                <a:solidFill>
                  <a:srgbClr val="FFFFFF"/>
                </a:solidFill>
                <a:prstDash val="solid"/>
                <a:round/>
              </a:ln>
            </p:spPr>
            <p:txBody>
              <a:bodyPr wrap="none" lIns="61200" tIns="16200" rIns="61200" bIns="16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1" name="Freihandform: Form 70">
                <a:extLst>
                  <a:ext uri="{FF2B5EF4-FFF2-40B4-BE49-F238E27FC236}">
                    <a16:creationId xmlns:a16="http://schemas.microsoft.com/office/drawing/2014/main" id="{7DD15AC7-A6DB-A5A8-8C33-31388CEBD628}"/>
                  </a:ext>
                </a:extLst>
              </p:cNvPr>
              <p:cNvSpPr/>
              <p:nvPr/>
            </p:nvSpPr>
            <p:spPr>
              <a:xfrm>
                <a:off x="3679199" y="5052240"/>
                <a:ext cx="511559" cy="322560"/>
              </a:xfrm>
              <a:custGeom>
                <a:avLst/>
                <a:gdLst/>
                <a:ahLst/>
                <a:cxnLst>
                  <a:cxn ang="3cd4">
                    <a:pos x="hc" y="t"/>
                  </a:cxn>
                  <a:cxn ang="cd2">
                    <a:pos x="l" y="vc"/>
                  </a:cxn>
                  <a:cxn ang="cd4">
                    <a:pos x="hc" y="b"/>
                  </a:cxn>
                  <a:cxn ang="0">
                    <a:pos x="r" y="vc"/>
                  </a:cxn>
                </a:cxnLst>
                <a:rect l="l" t="t" r="r" b="b"/>
                <a:pathLst>
                  <a:path w="1422" h="897">
                    <a:moveTo>
                      <a:pt x="711" y="897"/>
                    </a:moveTo>
                    <a:lnTo>
                      <a:pt x="0" y="449"/>
                    </a:lnTo>
                    <a:lnTo>
                      <a:pt x="711" y="0"/>
                    </a:lnTo>
                    <a:lnTo>
                      <a:pt x="1422" y="449"/>
                    </a:lnTo>
                    <a:close/>
                  </a:path>
                </a:pathLst>
              </a:custGeom>
              <a:gradFill>
                <a:gsLst>
                  <a:gs pos="0">
                    <a:srgbClr val="0073BC"/>
                  </a:gs>
                  <a:gs pos="100000">
                    <a:srgbClr val="7FB9DD"/>
                  </a:gs>
                </a:gsLst>
                <a:lin ang="5400000"/>
              </a:gradFill>
              <a:ln w="14400">
                <a:solidFill>
                  <a:srgbClr val="FFFFFF"/>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2" name="Freihandform: Form 71">
                <a:extLst>
                  <a:ext uri="{FF2B5EF4-FFF2-40B4-BE49-F238E27FC236}">
                    <a16:creationId xmlns:a16="http://schemas.microsoft.com/office/drawing/2014/main" id="{794DE78E-B9A0-D663-E2D1-B646B303F249}"/>
                  </a:ext>
                </a:extLst>
              </p:cNvPr>
              <p:cNvSpPr/>
              <p:nvPr/>
            </p:nvSpPr>
            <p:spPr>
              <a:xfrm>
                <a:off x="3679199" y="5052240"/>
                <a:ext cx="511559" cy="461159"/>
              </a:xfrm>
              <a:custGeom>
                <a:avLst/>
                <a:gdLst/>
                <a:ahLst/>
                <a:cxnLst>
                  <a:cxn ang="3cd4">
                    <a:pos x="hc" y="t"/>
                  </a:cxn>
                  <a:cxn ang="cd2">
                    <a:pos x="l" y="vc"/>
                  </a:cxn>
                  <a:cxn ang="cd4">
                    <a:pos x="hc" y="b"/>
                  </a:cxn>
                  <a:cxn ang="0">
                    <a:pos x="r" y="vc"/>
                  </a:cxn>
                </a:cxnLst>
                <a:rect l="l" t="t" r="r" b="b"/>
                <a:pathLst>
                  <a:path w="1422" h="1282">
                    <a:moveTo>
                      <a:pt x="0" y="833"/>
                    </a:moveTo>
                    <a:lnTo>
                      <a:pt x="0" y="449"/>
                    </a:lnTo>
                    <a:lnTo>
                      <a:pt x="711" y="0"/>
                    </a:lnTo>
                    <a:lnTo>
                      <a:pt x="1422" y="449"/>
                    </a:lnTo>
                    <a:lnTo>
                      <a:pt x="1422" y="833"/>
                    </a:lnTo>
                    <a:lnTo>
                      <a:pt x="711" y="1282"/>
                    </a:lnTo>
                    <a:close/>
                  </a:path>
                </a:pathLst>
              </a:custGeom>
              <a:noFill/>
              <a:ln w="14400">
                <a:solidFill>
                  <a:srgbClr val="000000"/>
                </a:solidFill>
                <a:prstDash val="solid"/>
                <a:roun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3" name="Freihandform: Form 72">
                <a:extLst>
                  <a:ext uri="{FF2B5EF4-FFF2-40B4-BE49-F238E27FC236}">
                    <a16:creationId xmlns:a16="http://schemas.microsoft.com/office/drawing/2014/main" id="{40EC2373-3224-14F8-53EE-5D1B60BC75AA}"/>
                  </a:ext>
                </a:extLst>
              </p:cNvPr>
              <p:cNvSpPr/>
              <p:nvPr/>
            </p:nvSpPr>
            <p:spPr>
              <a:xfrm>
                <a:off x="3789000" y="5167800"/>
                <a:ext cx="164160" cy="80280"/>
              </a:xfrm>
              <a:custGeom>
                <a:avLst/>
                <a:gdLst/>
                <a:ahLst/>
                <a:cxnLst>
                  <a:cxn ang="3cd4">
                    <a:pos x="hc" y="t"/>
                  </a:cxn>
                  <a:cxn ang="cd2">
                    <a:pos x="l" y="vc"/>
                  </a:cxn>
                  <a:cxn ang="cd4">
                    <a:pos x="hc" y="b"/>
                  </a:cxn>
                  <a:cxn ang="0">
                    <a:pos x="r" y="vc"/>
                  </a:cxn>
                </a:cxnLst>
                <a:rect l="l" t="t" r="r" b="b"/>
                <a:pathLst>
                  <a:path w="457" h="224">
                    <a:moveTo>
                      <a:pt x="152" y="0"/>
                    </a:moveTo>
                    <a:lnTo>
                      <a:pt x="102" y="32"/>
                    </a:lnTo>
                    <a:lnTo>
                      <a:pt x="305" y="160"/>
                    </a:lnTo>
                    <a:lnTo>
                      <a:pt x="457" y="192"/>
                    </a:lnTo>
                    <a:lnTo>
                      <a:pt x="406" y="224"/>
                    </a:lnTo>
                    <a:lnTo>
                      <a:pt x="254" y="192"/>
                    </a:lnTo>
                    <a:lnTo>
                      <a:pt x="51" y="64"/>
                    </a:lnTo>
                    <a:lnTo>
                      <a:pt x="0" y="96"/>
                    </a:lnTo>
                    <a:lnTo>
                      <a:pt x="0" y="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4" name="Freihandform: Form 73">
                <a:extLst>
                  <a:ext uri="{FF2B5EF4-FFF2-40B4-BE49-F238E27FC236}">
                    <a16:creationId xmlns:a16="http://schemas.microsoft.com/office/drawing/2014/main" id="{40117302-0A6C-85D8-F13B-65319280D32E}"/>
                  </a:ext>
                </a:extLst>
              </p:cNvPr>
              <p:cNvSpPr/>
              <p:nvPr/>
            </p:nvSpPr>
            <p:spPr>
              <a:xfrm>
                <a:off x="3916800" y="5179320"/>
                <a:ext cx="164160" cy="80280"/>
              </a:xfrm>
              <a:custGeom>
                <a:avLst/>
                <a:gdLst/>
                <a:ahLst/>
                <a:cxnLst>
                  <a:cxn ang="3cd4">
                    <a:pos x="hc" y="t"/>
                  </a:cxn>
                  <a:cxn ang="cd2">
                    <a:pos x="l" y="vc"/>
                  </a:cxn>
                  <a:cxn ang="cd4">
                    <a:pos x="hc" y="b"/>
                  </a:cxn>
                  <a:cxn ang="0">
                    <a:pos x="r" y="vc"/>
                  </a:cxn>
                </a:cxnLst>
                <a:rect l="l" t="t" r="r" b="b"/>
                <a:pathLst>
                  <a:path w="457" h="224">
                    <a:moveTo>
                      <a:pt x="407" y="160"/>
                    </a:moveTo>
                    <a:lnTo>
                      <a:pt x="457" y="128"/>
                    </a:lnTo>
                    <a:lnTo>
                      <a:pt x="457" y="224"/>
                    </a:lnTo>
                    <a:lnTo>
                      <a:pt x="305" y="224"/>
                    </a:lnTo>
                    <a:lnTo>
                      <a:pt x="356" y="192"/>
                    </a:lnTo>
                    <a:lnTo>
                      <a:pt x="153" y="64"/>
                    </a:lnTo>
                    <a:lnTo>
                      <a:pt x="0" y="32"/>
                    </a:lnTo>
                    <a:lnTo>
                      <a:pt x="51" y="0"/>
                    </a:lnTo>
                    <a:lnTo>
                      <a:pt x="204" y="3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5" name="Freihandform: Form 74">
                <a:extLst>
                  <a:ext uri="{FF2B5EF4-FFF2-40B4-BE49-F238E27FC236}">
                    <a16:creationId xmlns:a16="http://schemas.microsoft.com/office/drawing/2014/main" id="{783AAC64-089E-3715-D778-BEADCAC0778A}"/>
                  </a:ext>
                </a:extLst>
              </p:cNvPr>
              <p:cNvSpPr/>
              <p:nvPr/>
            </p:nvSpPr>
            <p:spPr>
              <a:xfrm>
                <a:off x="3862079" y="5202360"/>
                <a:ext cx="127440" cy="103320"/>
              </a:xfrm>
              <a:custGeom>
                <a:avLst/>
                <a:gdLst/>
                <a:ahLst/>
                <a:cxnLst>
                  <a:cxn ang="3cd4">
                    <a:pos x="hc" y="t"/>
                  </a:cxn>
                  <a:cxn ang="cd2">
                    <a:pos x="l" y="vc"/>
                  </a:cxn>
                  <a:cxn ang="cd4">
                    <a:pos x="hc" y="b"/>
                  </a:cxn>
                  <a:cxn ang="0">
                    <a:pos x="r" y="vc"/>
                  </a:cxn>
                </a:cxnLst>
                <a:rect l="l" t="t" r="r" b="b"/>
                <a:pathLst>
                  <a:path w="355" h="288">
                    <a:moveTo>
                      <a:pt x="51" y="224"/>
                    </a:moveTo>
                    <a:lnTo>
                      <a:pt x="254" y="96"/>
                    </a:lnTo>
                    <a:lnTo>
                      <a:pt x="305" y="0"/>
                    </a:lnTo>
                    <a:lnTo>
                      <a:pt x="355" y="32"/>
                    </a:lnTo>
                    <a:lnTo>
                      <a:pt x="305" y="128"/>
                    </a:lnTo>
                    <a:lnTo>
                      <a:pt x="101" y="256"/>
                    </a:lnTo>
                    <a:lnTo>
                      <a:pt x="152" y="288"/>
                    </a:lnTo>
                    <a:lnTo>
                      <a:pt x="0" y="288"/>
                    </a:lnTo>
                    <a:lnTo>
                      <a:pt x="0" y="192"/>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sp>
            <p:nvSpPr>
              <p:cNvPr id="76" name="Freihandform: Form 75">
                <a:extLst>
                  <a:ext uri="{FF2B5EF4-FFF2-40B4-BE49-F238E27FC236}">
                    <a16:creationId xmlns:a16="http://schemas.microsoft.com/office/drawing/2014/main" id="{58ADAFBA-DE31-060B-8827-BC6600822AB1}"/>
                  </a:ext>
                </a:extLst>
              </p:cNvPr>
              <p:cNvSpPr/>
              <p:nvPr/>
            </p:nvSpPr>
            <p:spPr>
              <a:xfrm>
                <a:off x="3880440" y="5121360"/>
                <a:ext cx="127440" cy="103320"/>
              </a:xfrm>
              <a:custGeom>
                <a:avLst/>
                <a:gdLst/>
                <a:ahLst/>
                <a:cxnLst>
                  <a:cxn ang="3cd4">
                    <a:pos x="hc" y="t"/>
                  </a:cxn>
                  <a:cxn ang="cd2">
                    <a:pos x="l" y="vc"/>
                  </a:cxn>
                  <a:cxn ang="cd4">
                    <a:pos x="hc" y="b"/>
                  </a:cxn>
                  <a:cxn ang="0">
                    <a:pos x="r" y="vc"/>
                  </a:cxn>
                </a:cxnLst>
                <a:rect l="l" t="t" r="r" b="b"/>
                <a:pathLst>
                  <a:path w="355" h="288">
                    <a:moveTo>
                      <a:pt x="253" y="32"/>
                    </a:moveTo>
                    <a:lnTo>
                      <a:pt x="203" y="0"/>
                    </a:lnTo>
                    <a:lnTo>
                      <a:pt x="355" y="0"/>
                    </a:lnTo>
                    <a:lnTo>
                      <a:pt x="355" y="96"/>
                    </a:lnTo>
                    <a:lnTo>
                      <a:pt x="305" y="64"/>
                    </a:lnTo>
                    <a:lnTo>
                      <a:pt x="101" y="192"/>
                    </a:lnTo>
                    <a:lnTo>
                      <a:pt x="51" y="288"/>
                    </a:lnTo>
                    <a:lnTo>
                      <a:pt x="0" y="256"/>
                    </a:lnTo>
                    <a:lnTo>
                      <a:pt x="51" y="160"/>
                    </a:lnTo>
                    <a:close/>
                  </a:path>
                </a:pathLst>
              </a:custGeom>
              <a:solidFill>
                <a:srgbClr val="FFFFFF"/>
              </a:solidFill>
              <a:ln w="14400">
                <a:solidFill>
                  <a:srgbClr val="FFFFFF"/>
                </a:solidFill>
                <a:prstDash val="solid"/>
              </a:ln>
            </p:spPr>
            <p:txBody>
              <a:bodyPr wrap="none" lIns="97200" tIns="52200" rIns="97200" bIns="52200" anchor="ctr" anchorCtr="0" compatLnSpc="0">
                <a:noAutofit/>
              </a:bodyPr>
              <a:lstStyle/>
              <a:p>
                <a:pPr marL="0" marR="0" lvl="0" indent="0" hangingPunct="0">
                  <a:lnSpc>
                    <a:spcPct val="100000"/>
                  </a:lnSpc>
                  <a:spcBef>
                    <a:spcPts val="0"/>
                  </a:spcBef>
                  <a:spcAft>
                    <a:spcPts val="0"/>
                  </a:spcAft>
                  <a:buNone/>
                  <a:tabLst/>
                </a:pPr>
                <a:endParaRPr lang="es-VE" sz="1800" b="0" i="0" u="none" strike="noStrike" kern="1200" cap="none">
                  <a:ln>
                    <a:noFill/>
                  </a:ln>
                  <a:latin typeface="Liberation Sans" pitchFamily="18"/>
                  <a:ea typeface="Noto Sans CJK SC Regular" pitchFamily="2"/>
                  <a:cs typeface="Lohit Devanagari" pitchFamily="2"/>
                </a:endParaRPr>
              </a:p>
            </p:txBody>
          </p:sp>
        </p:grpSp>
      </p:grpSp>
      <p:cxnSp>
        <p:nvCxnSpPr>
          <p:cNvPr id="77" name="Gerade Verbindung mit Pfeil 76">
            <a:extLst>
              <a:ext uri="{FF2B5EF4-FFF2-40B4-BE49-F238E27FC236}">
                <a16:creationId xmlns:a16="http://schemas.microsoft.com/office/drawing/2014/main" id="{D4F8D86B-0C11-FE63-3B26-B7DCF78EB8F1}"/>
              </a:ext>
            </a:extLst>
          </p:cNvPr>
          <p:cNvCxnSpPr/>
          <p:nvPr/>
        </p:nvCxnSpPr>
        <p:spPr>
          <a:xfrm>
            <a:off x="3921480" y="5513760"/>
            <a:ext cx="514800" cy="244800"/>
          </a:xfrm>
          <a:prstGeom prst="straightConnector1">
            <a:avLst/>
          </a:prstGeom>
          <a:noFill/>
          <a:ln w="0">
            <a:solidFill>
              <a:srgbClr val="000000"/>
            </a:solidFill>
            <a:prstDash val="solid"/>
          </a:ln>
        </p:spPr>
      </p:cxnSp>
      <p:cxnSp>
        <p:nvCxnSpPr>
          <p:cNvPr id="78" name="Gerade Verbindung mit Pfeil 77">
            <a:extLst>
              <a:ext uri="{FF2B5EF4-FFF2-40B4-BE49-F238E27FC236}">
                <a16:creationId xmlns:a16="http://schemas.microsoft.com/office/drawing/2014/main" id="{8BCA4D88-6E3D-F7AB-A0F5-9C40203A73FC}"/>
              </a:ext>
            </a:extLst>
          </p:cNvPr>
          <p:cNvCxnSpPr/>
          <p:nvPr/>
        </p:nvCxnSpPr>
        <p:spPr>
          <a:xfrm flipH="1">
            <a:off x="3429719" y="5513760"/>
            <a:ext cx="491761" cy="249120"/>
          </a:xfrm>
          <a:prstGeom prst="straightConnector1">
            <a:avLst/>
          </a:prstGeom>
          <a:noFill/>
          <a:ln w="0">
            <a:solidFill>
              <a:srgbClr val="000000"/>
            </a:solidFill>
            <a:prstDash val="solid"/>
          </a:ln>
        </p:spPr>
      </p:cxnSp>
      <p:cxnSp>
        <p:nvCxnSpPr>
          <p:cNvPr id="79" name="Gerade Verbindung mit Pfeil 78">
            <a:extLst>
              <a:ext uri="{FF2B5EF4-FFF2-40B4-BE49-F238E27FC236}">
                <a16:creationId xmlns:a16="http://schemas.microsoft.com/office/drawing/2014/main" id="{DE0DB243-2E3E-6F2D-C88F-3565D1F882D9}"/>
              </a:ext>
            </a:extLst>
          </p:cNvPr>
          <p:cNvCxnSpPr/>
          <p:nvPr/>
        </p:nvCxnSpPr>
        <p:spPr>
          <a:xfrm flipH="1">
            <a:off x="4163040" y="4822200"/>
            <a:ext cx="874440" cy="456120"/>
          </a:xfrm>
          <a:prstGeom prst="straightConnector1">
            <a:avLst/>
          </a:prstGeom>
          <a:noFill/>
          <a:ln w="0">
            <a:solidFill>
              <a:srgbClr val="000000"/>
            </a:solidFill>
            <a:prstDash val="solid"/>
          </a:ln>
        </p:spPr>
      </p:cxnSp>
      <p:sp>
        <p:nvSpPr>
          <p:cNvPr id="80" name="Freihandform: Form 79">
            <a:extLst>
              <a:ext uri="{FF2B5EF4-FFF2-40B4-BE49-F238E27FC236}">
                <a16:creationId xmlns:a16="http://schemas.microsoft.com/office/drawing/2014/main" id="{03E902B5-FE6E-77D8-5800-846AE8CB60B6}"/>
              </a:ext>
            </a:extLst>
          </p:cNvPr>
          <p:cNvSpPr/>
          <p:nvPr/>
        </p:nvSpPr>
        <p:spPr>
          <a:xfrm>
            <a:off x="4464000" y="1003680"/>
            <a:ext cx="1144440" cy="548640"/>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FF4500"/>
              </a:gs>
              <a:gs pos="100000">
                <a:srgbClr val="FF4500"/>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Carrier B</a:t>
            </a:r>
          </a:p>
        </p:txBody>
      </p:sp>
      <p:cxnSp>
        <p:nvCxnSpPr>
          <p:cNvPr id="81" name="Gerade Verbindung mit Pfeil 80">
            <a:extLst>
              <a:ext uri="{FF2B5EF4-FFF2-40B4-BE49-F238E27FC236}">
                <a16:creationId xmlns:a16="http://schemas.microsoft.com/office/drawing/2014/main" id="{7D04F731-D4F2-8EB8-FF46-8A7611998778}"/>
              </a:ext>
            </a:extLst>
          </p:cNvPr>
          <p:cNvCxnSpPr/>
          <p:nvPr/>
        </p:nvCxnSpPr>
        <p:spPr>
          <a:xfrm flipH="1">
            <a:off x="3916800" y="1552319"/>
            <a:ext cx="1062360" cy="651600"/>
          </a:xfrm>
          <a:prstGeom prst="straightConnector1">
            <a:avLst/>
          </a:prstGeom>
          <a:noFill/>
          <a:ln w="0">
            <a:solidFill>
              <a:srgbClr val="000000"/>
            </a:solidFill>
            <a:prstDash val="solid"/>
          </a:ln>
        </p:spPr>
      </p:cxnSp>
      <p:cxnSp>
        <p:nvCxnSpPr>
          <p:cNvPr id="82" name="Gerade Verbindung mit Pfeil 81">
            <a:extLst>
              <a:ext uri="{FF2B5EF4-FFF2-40B4-BE49-F238E27FC236}">
                <a16:creationId xmlns:a16="http://schemas.microsoft.com/office/drawing/2014/main" id="{DF4F9E58-8F4A-C581-8847-77D8CAE630EF}"/>
              </a:ext>
            </a:extLst>
          </p:cNvPr>
          <p:cNvCxnSpPr/>
          <p:nvPr/>
        </p:nvCxnSpPr>
        <p:spPr>
          <a:xfrm>
            <a:off x="2982600" y="1532519"/>
            <a:ext cx="934200" cy="671400"/>
          </a:xfrm>
          <a:prstGeom prst="straightConnector1">
            <a:avLst/>
          </a:prstGeom>
          <a:noFill/>
          <a:ln w="0">
            <a:solidFill>
              <a:srgbClr val="000000"/>
            </a:solidFill>
            <a:prstDash val="solid"/>
          </a:ln>
        </p:spPr>
      </p:cxnSp>
      <p:cxnSp>
        <p:nvCxnSpPr>
          <p:cNvPr id="83" name="Gerade Verbindung mit Pfeil 82">
            <a:extLst>
              <a:ext uri="{FF2B5EF4-FFF2-40B4-BE49-F238E27FC236}">
                <a16:creationId xmlns:a16="http://schemas.microsoft.com/office/drawing/2014/main" id="{FED5A9EB-506C-18CA-BF0C-04433B0F11D2}"/>
              </a:ext>
            </a:extLst>
          </p:cNvPr>
          <p:cNvCxnSpPr/>
          <p:nvPr/>
        </p:nvCxnSpPr>
        <p:spPr>
          <a:xfrm>
            <a:off x="4173120" y="2465640"/>
            <a:ext cx="839520" cy="672839"/>
          </a:xfrm>
          <a:prstGeom prst="straightConnector1">
            <a:avLst/>
          </a:prstGeom>
          <a:noFill/>
          <a:ln w="0">
            <a:solidFill>
              <a:srgbClr val="000000"/>
            </a:solidFill>
            <a:prstDash val="solid"/>
          </a:ln>
        </p:spPr>
      </p:cxnSp>
      <p:sp>
        <p:nvSpPr>
          <p:cNvPr id="84" name="Freihandform: Form 83">
            <a:extLst>
              <a:ext uri="{FF2B5EF4-FFF2-40B4-BE49-F238E27FC236}">
                <a16:creationId xmlns:a16="http://schemas.microsoft.com/office/drawing/2014/main" id="{CD541BC6-450A-B768-C1CB-B60D78EA8524}"/>
              </a:ext>
            </a:extLst>
          </p:cNvPr>
          <p:cNvSpPr/>
          <p:nvPr/>
        </p:nvSpPr>
        <p:spPr>
          <a:xfrm>
            <a:off x="4965480" y="4343400"/>
            <a:ext cx="1418760" cy="689399"/>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32CD32"/>
              </a:gs>
              <a:gs pos="100000">
                <a:srgbClr val="32CD32"/>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10.1.1.0/27</a:t>
            </a:r>
          </a:p>
        </p:txBody>
      </p:sp>
      <p:sp>
        <p:nvSpPr>
          <p:cNvPr id="85" name="Freihandform: Form 84">
            <a:extLst>
              <a:ext uri="{FF2B5EF4-FFF2-40B4-BE49-F238E27FC236}">
                <a16:creationId xmlns:a16="http://schemas.microsoft.com/office/drawing/2014/main" id="{4F6B389F-8026-14E8-384C-F142989BA54C}"/>
              </a:ext>
            </a:extLst>
          </p:cNvPr>
          <p:cNvSpPr/>
          <p:nvPr/>
        </p:nvSpPr>
        <p:spPr>
          <a:xfrm>
            <a:off x="5012640" y="2808360"/>
            <a:ext cx="1388159" cy="761399"/>
          </a:xfrm>
          <a:custGeom>
            <a:avLst/>
            <a:gdLst>
              <a:gd name="f0" fmla="val w"/>
              <a:gd name="f1" fmla="val h"/>
              <a:gd name="f2" fmla="val 0"/>
              <a:gd name="f3" fmla="val 21600"/>
              <a:gd name="f4" fmla="val 1930"/>
              <a:gd name="f5" fmla="val 7160"/>
              <a:gd name="f6" fmla="val 1530"/>
              <a:gd name="f7" fmla="val 4490"/>
              <a:gd name="f8" fmla="val 3400"/>
              <a:gd name="f9" fmla="val 1970"/>
              <a:gd name="f10" fmla="val 5270"/>
              <a:gd name="f11" fmla="val 5860"/>
              <a:gd name="f12" fmla="val 1950"/>
              <a:gd name="f13" fmla="val 6470"/>
              <a:gd name="f14" fmla="val 2210"/>
              <a:gd name="f15" fmla="val 6970"/>
              <a:gd name="f16" fmla="val 2600"/>
              <a:gd name="f17" fmla="val 7450"/>
              <a:gd name="f18" fmla="val 1390"/>
              <a:gd name="f19" fmla="val 8340"/>
              <a:gd name="f20" fmla="val 650"/>
              <a:gd name="f21" fmla="val 9340"/>
              <a:gd name="f22" fmla="val 10004"/>
              <a:gd name="f23" fmla="val 690"/>
              <a:gd name="f24" fmla="val 10710"/>
              <a:gd name="f25" fmla="val 1050"/>
              <a:gd name="f26" fmla="val 11210"/>
              <a:gd name="f27" fmla="val 1700"/>
              <a:gd name="f28" fmla="val 11570"/>
              <a:gd name="f29" fmla="val 630"/>
              <a:gd name="f30" fmla="val 12330"/>
              <a:gd name="f31" fmla="val 13150"/>
              <a:gd name="f32" fmla="val 13840"/>
              <a:gd name="f33" fmla="val 14470"/>
              <a:gd name="f34" fmla="val 460"/>
              <a:gd name="f35" fmla="val 14870"/>
              <a:gd name="f36" fmla="val 1160"/>
              <a:gd name="f37" fmla="val 15330"/>
              <a:gd name="f38" fmla="val 440"/>
              <a:gd name="f39" fmla="val 16020"/>
              <a:gd name="f40" fmla="val 16740"/>
              <a:gd name="f41" fmla="val 17910"/>
              <a:gd name="f42" fmla="val 18900"/>
              <a:gd name="f43" fmla="val 1130"/>
              <a:gd name="f44" fmla="val 19110"/>
              <a:gd name="f45" fmla="val 2710"/>
              <a:gd name="f46" fmla="val 20240"/>
              <a:gd name="f47" fmla="val 3150"/>
              <a:gd name="f48" fmla="val 21060"/>
              <a:gd name="f49" fmla="val 4580"/>
              <a:gd name="f50" fmla="val 6220"/>
              <a:gd name="f51" fmla="val 6720"/>
              <a:gd name="f52" fmla="val 21000"/>
              <a:gd name="f53" fmla="val 7200"/>
              <a:gd name="f54" fmla="val 20830"/>
              <a:gd name="f55" fmla="val 7660"/>
              <a:gd name="f56" fmla="val 21310"/>
              <a:gd name="f57" fmla="val 8460"/>
              <a:gd name="f58" fmla="val 9450"/>
              <a:gd name="f59" fmla="val 10460"/>
              <a:gd name="f60" fmla="val 12750"/>
              <a:gd name="f61" fmla="val 20310"/>
              <a:gd name="f62" fmla="val 14680"/>
              <a:gd name="f63" fmla="val 18650"/>
              <a:gd name="f64" fmla="val 15010"/>
              <a:gd name="f65" fmla="val 17200"/>
              <a:gd name="f66" fmla="val 17370"/>
              <a:gd name="f67" fmla="val 18920"/>
              <a:gd name="f68" fmla="val 15770"/>
              <a:gd name="f69" fmla="val 15220"/>
              <a:gd name="f70" fmla="val 14700"/>
              <a:gd name="f71" fmla="val 18710"/>
              <a:gd name="f72" fmla="val 14240"/>
              <a:gd name="f73" fmla="val 18310"/>
              <a:gd name="f74" fmla="val 13820"/>
              <a:gd name="f75" fmla="val 12490"/>
              <a:gd name="f76" fmla="val 11000"/>
              <a:gd name="f77" fmla="val 9890"/>
              <a:gd name="f78" fmla="val 8840"/>
              <a:gd name="f79" fmla="val 20790"/>
              <a:gd name="f80" fmla="val 8210"/>
              <a:gd name="f81" fmla="val 19510"/>
              <a:gd name="f82" fmla="val 7620"/>
              <a:gd name="f83" fmla="val 20000"/>
              <a:gd name="f84" fmla="val 7930"/>
              <a:gd name="f85" fmla="val 20290"/>
              <a:gd name="f86" fmla="val 6240"/>
              <a:gd name="f87" fmla="val 4850"/>
              <a:gd name="f88" fmla="val 3570"/>
              <a:gd name="f89" fmla="val 19280"/>
              <a:gd name="f90" fmla="val 2900"/>
              <a:gd name="f91" fmla="val 17640"/>
              <a:gd name="f92" fmla="val 1300"/>
              <a:gd name="f93" fmla="val 17600"/>
              <a:gd name="f94" fmla="val 480"/>
              <a:gd name="f95" fmla="val 16300"/>
              <a:gd name="f96" fmla="val 14660"/>
              <a:gd name="f97" fmla="val 13900"/>
              <a:gd name="f98" fmla="val 13210"/>
              <a:gd name="f99" fmla="val 1070"/>
              <a:gd name="f100" fmla="val 12640"/>
              <a:gd name="f101" fmla="val 380"/>
              <a:gd name="f102" fmla="val 12160"/>
              <a:gd name="f103" fmla="val 10120"/>
              <a:gd name="f104" fmla="val 8590"/>
              <a:gd name="f105" fmla="val 840"/>
              <a:gd name="f106" fmla="val 7330"/>
              <a:gd name="f107" fmla="val 7410"/>
              <a:gd name="f108" fmla="val 2040"/>
              <a:gd name="f109" fmla="val 7690"/>
              <a:gd name="f110" fmla="val 2090"/>
              <a:gd name="f111" fmla="val 7920"/>
              <a:gd name="f112" fmla="val 2790"/>
              <a:gd name="f113" fmla="val 7480"/>
              <a:gd name="f114" fmla="val 3050"/>
              <a:gd name="f115" fmla="val 7670"/>
              <a:gd name="f116" fmla="val 3310"/>
              <a:gd name="f117" fmla="val 11130"/>
              <a:gd name="f118" fmla="val 1910"/>
              <a:gd name="f119" fmla="val 11080"/>
              <a:gd name="f120" fmla="val 2160"/>
              <a:gd name="f121" fmla="val 11030"/>
              <a:gd name="f122" fmla="val 2400"/>
              <a:gd name="f123" fmla="val 14720"/>
              <a:gd name="f124" fmla="val 1400"/>
              <a:gd name="f125" fmla="val 14640"/>
              <a:gd name="f126" fmla="val 1720"/>
              <a:gd name="f127" fmla="val 14540"/>
              <a:gd name="f128" fmla="val 2010"/>
              <a:gd name="f129" fmla="val 19130"/>
              <a:gd name="f130" fmla="val 2890"/>
              <a:gd name="f131" fmla="val 19230"/>
              <a:gd name="f132" fmla="val 3290"/>
              <a:gd name="f133" fmla="val 19190"/>
              <a:gd name="f134" fmla="val 3380"/>
              <a:gd name="f135" fmla="val 20660"/>
              <a:gd name="f136" fmla="val 8170"/>
              <a:gd name="f137" fmla="val 20430"/>
              <a:gd name="f138" fmla="val 8620"/>
              <a:gd name="f139" fmla="val 20110"/>
              <a:gd name="f140" fmla="val 8990"/>
              <a:gd name="f141" fmla="val 18660"/>
              <a:gd name="f142" fmla="val 18740"/>
              <a:gd name="f143" fmla="val 14200"/>
              <a:gd name="f144" fmla="val 18280"/>
              <a:gd name="f145" fmla="val 12200"/>
              <a:gd name="f146" fmla="val 17000"/>
              <a:gd name="f147" fmla="val 11450"/>
              <a:gd name="f148" fmla="val 14320"/>
              <a:gd name="f149" fmla="val 17980"/>
              <a:gd name="f150" fmla="val 14350"/>
              <a:gd name="f151" fmla="val 17680"/>
              <a:gd name="f152" fmla="val 14370"/>
              <a:gd name="f153" fmla="val 17360"/>
              <a:gd name="f154" fmla="val 8220"/>
              <a:gd name="f155" fmla="val 8060"/>
              <a:gd name="f156" fmla="val 19250"/>
              <a:gd name="f157" fmla="val 7960"/>
              <a:gd name="f158" fmla="val 18950"/>
              <a:gd name="f159" fmla="val 7860"/>
              <a:gd name="f160" fmla="val 18640"/>
              <a:gd name="f161" fmla="val 3090"/>
              <a:gd name="f162" fmla="val 3280"/>
              <a:gd name="f163" fmla="val 17540"/>
              <a:gd name="f164" fmla="val 3460"/>
              <a:gd name="f165" fmla="val 17450"/>
              <a:gd name="f166" fmla="val 12900"/>
              <a:gd name="f167" fmla="val 1780"/>
              <a:gd name="f168" fmla="val 13130"/>
              <a:gd name="f169" fmla="val 2330"/>
              <a:gd name="f170" fmla="val 13040"/>
              <a:gd name="f171" fmla="*/ f0 1 21600"/>
              <a:gd name="f172" fmla="*/ f1 1 21600"/>
              <a:gd name="f173" fmla="*/ 3000 f171 1"/>
              <a:gd name="f174" fmla="*/ 17110 f171 1"/>
              <a:gd name="f175" fmla="*/ 17330 f172 1"/>
              <a:gd name="f176" fmla="*/ 3320 f172 1"/>
            </a:gdLst>
            <a:ahLst/>
            <a:cxnLst>
              <a:cxn ang="3cd4">
                <a:pos x="hc" y="t"/>
              </a:cxn>
              <a:cxn ang="0">
                <a:pos x="r" y="vc"/>
              </a:cxn>
              <a:cxn ang="cd4">
                <a:pos x="hc" y="b"/>
              </a:cxn>
              <a:cxn ang="cd2">
                <a:pos x="l" y="vc"/>
              </a:cxn>
            </a:cxnLst>
            <a:rect l="f173" t="f176" r="f174" b="f175"/>
            <a:pathLst>
              <a:path w="21600" h="21600">
                <a:moveTo>
                  <a:pt x="f4" y="f5"/>
                </a:moveTo>
                <a:cubicBezTo>
                  <a:pt x="f6" y="f7"/>
                  <a:pt x="f8" y="f9"/>
                  <a:pt x="f10" y="f9"/>
                </a:cubicBezTo>
                <a:cubicBezTo>
                  <a:pt x="f11" y="f12"/>
                  <a:pt x="f13" y="f14"/>
                  <a:pt x="f15" y="f16"/>
                </a:cubicBezTo>
                <a:cubicBezTo>
                  <a:pt x="f17" y="f18"/>
                  <a:pt x="f19" y="f20"/>
                  <a:pt x="f21" y="f20"/>
                </a:cubicBezTo>
                <a:cubicBezTo>
                  <a:pt x="f22" y="f23"/>
                  <a:pt x="f24" y="f25"/>
                  <a:pt x="f26" y="f27"/>
                </a:cubicBezTo>
                <a:cubicBezTo>
                  <a:pt x="f28" y="f29"/>
                  <a:pt x="f30" y="f2"/>
                  <a:pt x="f31" y="f2"/>
                </a:cubicBezTo>
                <a:cubicBezTo>
                  <a:pt x="f32" y="f2"/>
                  <a:pt x="f33" y="f34"/>
                  <a:pt x="f35" y="f36"/>
                </a:cubicBezTo>
                <a:cubicBezTo>
                  <a:pt x="f37" y="f38"/>
                  <a:pt x="f39" y="f2"/>
                  <a:pt x="f40" y="f2"/>
                </a:cubicBezTo>
                <a:cubicBezTo>
                  <a:pt x="f41" y="f2"/>
                  <a:pt x="f42" y="f43"/>
                  <a:pt x="f44" y="f45"/>
                </a:cubicBezTo>
                <a:cubicBezTo>
                  <a:pt x="f46" y="f47"/>
                  <a:pt x="f48" y="f49"/>
                  <a:pt x="f48" y="f50"/>
                </a:cubicBezTo>
                <a:cubicBezTo>
                  <a:pt x="f48" y="f51"/>
                  <a:pt x="f52" y="f53"/>
                  <a:pt x="f54" y="f55"/>
                </a:cubicBezTo>
                <a:cubicBezTo>
                  <a:pt x="f56" y="f57"/>
                  <a:pt x="f3" y="f58"/>
                  <a:pt x="f3" y="f59"/>
                </a:cubicBezTo>
                <a:cubicBezTo>
                  <a:pt x="f3" y="f60"/>
                  <a:pt x="f61" y="f62"/>
                  <a:pt x="f63" y="f64"/>
                </a:cubicBezTo>
                <a:cubicBezTo>
                  <a:pt x="f63" y="f65"/>
                  <a:pt x="f66" y="f67"/>
                  <a:pt x="f68" y="f67"/>
                </a:cubicBezTo>
                <a:cubicBezTo>
                  <a:pt x="f69" y="f67"/>
                  <a:pt x="f70" y="f71"/>
                  <a:pt x="f72" y="f73"/>
                </a:cubicBezTo>
                <a:cubicBezTo>
                  <a:pt x="f74" y="f46"/>
                  <a:pt x="f75" y="f3"/>
                  <a:pt x="f76" y="f3"/>
                </a:cubicBezTo>
                <a:cubicBezTo>
                  <a:pt x="f77" y="f3"/>
                  <a:pt x="f78" y="f79"/>
                  <a:pt x="f80" y="f81"/>
                </a:cubicBezTo>
                <a:cubicBezTo>
                  <a:pt x="f82" y="f83"/>
                  <a:pt x="f84" y="f85"/>
                  <a:pt x="f86" y="f85"/>
                </a:cubicBezTo>
                <a:cubicBezTo>
                  <a:pt x="f87" y="f85"/>
                  <a:pt x="f88" y="f89"/>
                  <a:pt x="f90" y="f91"/>
                </a:cubicBezTo>
                <a:cubicBezTo>
                  <a:pt x="f92" y="f93"/>
                  <a:pt x="f94" y="f95"/>
                  <a:pt x="f94" y="f96"/>
                </a:cubicBezTo>
                <a:cubicBezTo>
                  <a:pt x="f94" y="f97"/>
                  <a:pt x="f23" y="f98"/>
                  <a:pt x="f99" y="f100"/>
                </a:cubicBezTo>
                <a:cubicBezTo>
                  <a:pt x="f101" y="f102"/>
                  <a:pt x="f2" y="f26"/>
                  <a:pt x="f2" y="f103"/>
                </a:cubicBezTo>
                <a:cubicBezTo>
                  <a:pt x="f2" y="f104"/>
                  <a:pt x="f105" y="f106"/>
                  <a:pt x="f4" y="f5"/>
                </a:cubicBezTo>
                <a:close/>
              </a:path>
              <a:path w="21600" h="21600" fill="none">
                <a:moveTo>
                  <a:pt x="f4" y="f5"/>
                </a:moveTo>
                <a:cubicBezTo>
                  <a:pt x="f12" y="f107"/>
                  <a:pt x="f108" y="f109"/>
                  <a:pt x="f110" y="f111"/>
                </a:cubicBezTo>
              </a:path>
              <a:path w="21600" h="21600" fill="none">
                <a:moveTo>
                  <a:pt x="f15" y="f16"/>
                </a:moveTo>
                <a:cubicBezTo>
                  <a:pt x="f53" y="f112"/>
                  <a:pt x="f113" y="f114"/>
                  <a:pt x="f115" y="f116"/>
                </a:cubicBezTo>
              </a:path>
              <a:path w="21600" h="21600" fill="none">
                <a:moveTo>
                  <a:pt x="f26" y="f27"/>
                </a:moveTo>
                <a:cubicBezTo>
                  <a:pt x="f117" y="f118"/>
                  <a:pt x="f119" y="f120"/>
                  <a:pt x="f121" y="f122"/>
                </a:cubicBezTo>
              </a:path>
              <a:path w="21600" h="21600" fill="none">
                <a:moveTo>
                  <a:pt x="f35" y="f36"/>
                </a:moveTo>
                <a:cubicBezTo>
                  <a:pt x="f123" y="f124"/>
                  <a:pt x="f125" y="f126"/>
                  <a:pt x="f127" y="f128"/>
                </a:cubicBezTo>
              </a:path>
              <a:path w="21600" h="21600" fill="none">
                <a:moveTo>
                  <a:pt x="f44" y="f45"/>
                </a:moveTo>
                <a:cubicBezTo>
                  <a:pt x="f129" y="f130"/>
                  <a:pt x="f131" y="f132"/>
                  <a:pt x="f133" y="f134"/>
                </a:cubicBezTo>
              </a:path>
              <a:path w="21600" h="21600" fill="none">
                <a:moveTo>
                  <a:pt x="f54" y="f55"/>
                </a:moveTo>
                <a:cubicBezTo>
                  <a:pt x="f135" y="f136"/>
                  <a:pt x="f137" y="f138"/>
                  <a:pt x="f139" y="f140"/>
                </a:cubicBezTo>
              </a:path>
              <a:path w="21600" h="21600" fill="none">
                <a:moveTo>
                  <a:pt x="f141" y="f64"/>
                </a:moveTo>
                <a:cubicBezTo>
                  <a:pt x="f142" y="f143"/>
                  <a:pt x="f144" y="f145"/>
                  <a:pt x="f146" y="f147"/>
                </a:cubicBezTo>
              </a:path>
              <a:path w="21600" h="21600" fill="none">
                <a:moveTo>
                  <a:pt x="f72" y="f73"/>
                </a:moveTo>
                <a:cubicBezTo>
                  <a:pt x="f148" y="f149"/>
                  <a:pt x="f150" y="f151"/>
                  <a:pt x="f152" y="f153"/>
                </a:cubicBezTo>
              </a:path>
              <a:path w="21600" h="21600" fill="none">
                <a:moveTo>
                  <a:pt x="f154" y="f81"/>
                </a:moveTo>
                <a:cubicBezTo>
                  <a:pt x="f155" y="f156"/>
                  <a:pt x="f157" y="f158"/>
                  <a:pt x="f159" y="f160"/>
                </a:cubicBezTo>
              </a:path>
              <a:path w="21600" h="21600" fill="none">
                <a:moveTo>
                  <a:pt x="f90" y="f91"/>
                </a:moveTo>
                <a:cubicBezTo>
                  <a:pt x="f161" y="f93"/>
                  <a:pt x="f162" y="f163"/>
                  <a:pt x="f164" y="f165"/>
                </a:cubicBezTo>
              </a:path>
              <a:path w="21600" h="21600" fill="none">
                <a:moveTo>
                  <a:pt x="f99" y="f100"/>
                </a:moveTo>
                <a:cubicBezTo>
                  <a:pt x="f124" y="f166"/>
                  <a:pt x="f167" y="f168"/>
                  <a:pt x="f169" y="f170"/>
                </a:cubicBezTo>
              </a:path>
            </a:pathLst>
          </a:custGeom>
          <a:gradFill>
            <a:gsLst>
              <a:gs pos="0">
                <a:srgbClr val="DC143C"/>
              </a:gs>
              <a:gs pos="100000">
                <a:srgbClr val="DC143C"/>
              </a:gs>
            </a:gsLst>
            <a:path path="circle">
              <a:fillToRect l="50000" t="50000" r="50000" b="50000"/>
            </a:path>
          </a:gradFill>
          <a:ln w="14400">
            <a:solidFill>
              <a:srgbClr val="000000"/>
            </a:solidFill>
            <a:prstDash val="solid"/>
          </a:ln>
        </p:spPr>
        <p:txBody>
          <a:bodyPr wrap="none" lIns="79200" tIns="34200" rIns="79200" bIns="34200" anchor="ctr" anchorCtr="0" compatLnSpc="0">
            <a:noAutofit/>
          </a:bodyPr>
          <a:lstStyle/>
          <a:p>
            <a:pPr marL="0" marR="0" lvl="0" indent="0" algn="ctr" hangingPunct="0">
              <a:lnSpc>
                <a:spcPct val="100000"/>
              </a:lnSpc>
              <a:spcBef>
                <a:spcPts val="0"/>
              </a:spcBef>
              <a:spcAft>
                <a:spcPts val="0"/>
              </a:spcAft>
              <a:buNone/>
              <a:tabLst/>
            </a:pPr>
            <a:r>
              <a:rPr lang="es-VE" sz="1400" b="1" i="1" u="none" strike="noStrike" kern="1200" cap="none">
                <a:ln>
                  <a:noFill/>
                </a:ln>
                <a:solidFill>
                  <a:srgbClr val="FFFFFF"/>
                </a:solidFill>
                <a:latin typeface="Arial Narrow" pitchFamily="34"/>
                <a:ea typeface="DejaVu Sans" pitchFamily="2"/>
                <a:cs typeface="Lohit Hindi" pitchFamily="2"/>
              </a:rPr>
              <a:t>200.1.1.0/24</a:t>
            </a:r>
          </a:p>
        </p:txBody>
      </p:sp>
      <p:cxnSp>
        <p:nvCxnSpPr>
          <p:cNvPr id="86" name="Gerade Verbindung mit Pfeil 85">
            <a:extLst>
              <a:ext uri="{FF2B5EF4-FFF2-40B4-BE49-F238E27FC236}">
                <a16:creationId xmlns:a16="http://schemas.microsoft.com/office/drawing/2014/main" id="{8F80AAEC-8ABC-D962-74F3-B43B5A076799}"/>
              </a:ext>
            </a:extLst>
          </p:cNvPr>
          <p:cNvCxnSpPr/>
          <p:nvPr/>
        </p:nvCxnSpPr>
        <p:spPr>
          <a:xfrm flipH="1">
            <a:off x="4161960" y="3239279"/>
            <a:ext cx="885600" cy="604441"/>
          </a:xfrm>
          <a:prstGeom prst="straightConnector1">
            <a:avLst/>
          </a:prstGeom>
          <a:noFill/>
          <a:ln w="0">
            <a:solidFill>
              <a:srgbClr val="000000"/>
            </a:solidFill>
            <a:prstDash val="solid"/>
          </a:ln>
        </p:spPr>
      </p:cxnSp>
      <p:cxnSp>
        <p:nvCxnSpPr>
          <p:cNvPr id="87" name="Gerade Verbindung mit Pfeil 86">
            <a:extLst>
              <a:ext uri="{FF2B5EF4-FFF2-40B4-BE49-F238E27FC236}">
                <a16:creationId xmlns:a16="http://schemas.microsoft.com/office/drawing/2014/main" id="{B4865F6A-1C21-C724-2A6B-A0BAF6B9EA21}"/>
              </a:ext>
            </a:extLst>
          </p:cNvPr>
          <p:cNvCxnSpPr/>
          <p:nvPr/>
        </p:nvCxnSpPr>
        <p:spPr>
          <a:xfrm flipH="1" flipV="1">
            <a:off x="4161960" y="3843720"/>
            <a:ext cx="803520" cy="798480"/>
          </a:xfrm>
          <a:prstGeom prst="straightConnector1">
            <a:avLst/>
          </a:prstGeom>
          <a:noFill/>
          <a:ln w="0">
            <a:solidFill>
              <a:srgbClr val="000000"/>
            </a:solidFill>
            <a:prstDash val="solid"/>
          </a:ln>
        </p:spPr>
      </p:cxnSp>
      <p:sp>
        <p:nvSpPr>
          <p:cNvPr id="88" name="Textfeld 87">
            <a:extLst>
              <a:ext uri="{FF2B5EF4-FFF2-40B4-BE49-F238E27FC236}">
                <a16:creationId xmlns:a16="http://schemas.microsoft.com/office/drawing/2014/main" id="{FBD19D20-3047-8BAC-182C-C296A43C585B}"/>
              </a:ext>
            </a:extLst>
          </p:cNvPr>
          <p:cNvSpPr txBox="1"/>
          <p:nvPr/>
        </p:nvSpPr>
        <p:spPr>
          <a:xfrm>
            <a:off x="825840" y="4092120"/>
            <a:ext cx="2743199" cy="755639"/>
          </a:xfrm>
          <a:prstGeom prst="rect">
            <a:avLst/>
          </a:prstGeom>
          <a:noFill/>
          <a:ln>
            <a:noFill/>
          </a:ln>
        </p:spPr>
        <p:txBody>
          <a:bodyPr wrap="none" lIns="90000" tIns="45000" rIns="90000" bIns="45000" anchorCtr="0" compatLnSpc="0">
            <a:spAutoFit/>
          </a:bodyPr>
          <a:lstStyle/>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NAT:</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200.1.1.99 → 10.1.1.99</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10.1.1.0/27→ 200.1.1.99</a:t>
            </a:r>
          </a:p>
        </p:txBody>
      </p:sp>
      <p:sp>
        <p:nvSpPr>
          <p:cNvPr id="89" name="Textfeld 88">
            <a:extLst>
              <a:ext uri="{FF2B5EF4-FFF2-40B4-BE49-F238E27FC236}">
                <a16:creationId xmlns:a16="http://schemas.microsoft.com/office/drawing/2014/main" id="{30C6F354-88E5-10BB-E8AE-40B8CD77D4F8}"/>
              </a:ext>
            </a:extLst>
          </p:cNvPr>
          <p:cNvSpPr txBox="1"/>
          <p:nvPr/>
        </p:nvSpPr>
        <p:spPr>
          <a:xfrm>
            <a:off x="3447360" y="4775040"/>
            <a:ext cx="1019519" cy="30204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10.1.1.99</a:t>
            </a:r>
          </a:p>
        </p:txBody>
      </p:sp>
      <p:sp>
        <p:nvSpPr>
          <p:cNvPr id="90" name="Textfeld 89">
            <a:extLst>
              <a:ext uri="{FF2B5EF4-FFF2-40B4-BE49-F238E27FC236}">
                <a16:creationId xmlns:a16="http://schemas.microsoft.com/office/drawing/2014/main" id="{AEC9DA54-51C1-AA60-98A4-637C0C2A4192}"/>
              </a:ext>
            </a:extLst>
          </p:cNvPr>
          <p:cNvSpPr txBox="1"/>
          <p:nvPr/>
        </p:nvSpPr>
        <p:spPr>
          <a:xfrm>
            <a:off x="3291839" y="6498000"/>
            <a:ext cx="118871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latin typeface="Liberation Sans" pitchFamily="18"/>
                <a:ea typeface="Noto Sans CJK SC Regular" pitchFamily="2"/>
                <a:cs typeface="Lohit Devanagari" pitchFamily="2"/>
              </a:rPr>
              <a:t>10.1.1.*</a:t>
            </a:r>
          </a:p>
        </p:txBody>
      </p:sp>
      <p:sp>
        <p:nvSpPr>
          <p:cNvPr id="91" name="Textfeld 90">
            <a:extLst>
              <a:ext uri="{FF2B5EF4-FFF2-40B4-BE49-F238E27FC236}">
                <a16:creationId xmlns:a16="http://schemas.microsoft.com/office/drawing/2014/main" id="{49421DC0-B988-59AC-D73D-9200DCC60E7D}"/>
              </a:ext>
            </a:extLst>
          </p:cNvPr>
          <p:cNvSpPr txBox="1"/>
          <p:nvPr/>
        </p:nvSpPr>
        <p:spPr>
          <a:xfrm>
            <a:off x="3275279" y="4137840"/>
            <a:ext cx="118871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0" i="0" u="none" strike="noStrike" kern="1200" cap="none">
                <a:ln>
                  <a:noFill/>
                </a:ln>
                <a:latin typeface="Liberation Sans" pitchFamily="18"/>
                <a:ea typeface="Noto Sans CJK SC Regular" pitchFamily="2"/>
                <a:cs typeface="Lohit Devanagari" pitchFamily="2"/>
              </a:rPr>
              <a:t>10.1.1.1</a:t>
            </a:r>
          </a:p>
        </p:txBody>
      </p:sp>
      <p:sp>
        <p:nvSpPr>
          <p:cNvPr id="92" name="Textfeld 91">
            <a:extLst>
              <a:ext uri="{FF2B5EF4-FFF2-40B4-BE49-F238E27FC236}">
                <a16:creationId xmlns:a16="http://schemas.microsoft.com/office/drawing/2014/main" id="{A696837C-F738-655A-16F1-215482A51E9F}"/>
              </a:ext>
            </a:extLst>
          </p:cNvPr>
          <p:cNvSpPr txBox="1"/>
          <p:nvPr/>
        </p:nvSpPr>
        <p:spPr>
          <a:xfrm>
            <a:off x="806400" y="2722680"/>
            <a:ext cx="2743199" cy="755639"/>
          </a:xfrm>
          <a:prstGeom prst="rect">
            <a:avLst/>
          </a:prstGeom>
          <a:noFill/>
          <a:ln>
            <a:noFill/>
          </a:ln>
        </p:spPr>
        <p:txBody>
          <a:bodyPr wrap="none" lIns="90000" tIns="45000" rIns="90000" bIns="45000" anchorCtr="0" compatLnSpc="0">
            <a:spAutoFit/>
          </a:bodyPr>
          <a:lstStyle/>
          <a:p>
            <a:pPr marL="0" marR="0" lvl="0" indent="0" algn="l"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DNS: .ejemplo.com  </a:t>
            </a:r>
          </a:p>
          <a:p>
            <a:pPr marL="0" marR="0" lvl="0" indent="0" algn="l" hangingPunct="0">
              <a:lnSpc>
                <a:spcPct val="100000"/>
              </a:lnSpc>
              <a:spcBef>
                <a:spcPts val="0"/>
              </a:spcBef>
              <a:spcAft>
                <a:spcPts val="0"/>
              </a:spcAft>
              <a:buNone/>
              <a:tabLst/>
            </a:pPr>
            <a:r>
              <a:rPr lang="es-VE" sz="1400" b="0" i="0" u="none" strike="noStrike" kern="1200" cap="none">
                <a:ln>
                  <a:noFill/>
                </a:ln>
                <a:latin typeface="Liberation Sans" pitchFamily="18"/>
                <a:ea typeface="Noto Sans CJK SC Regular" pitchFamily="2"/>
                <a:cs typeface="Lohit Devanagari" pitchFamily="2"/>
              </a:rPr>
              <a:t>www0 → 200.1.1.99</a:t>
            </a:r>
          </a:p>
          <a:p>
            <a:pPr marL="0" marR="0" lvl="0" indent="0" algn="l" hangingPunct="0">
              <a:lnSpc>
                <a:spcPct val="100000"/>
              </a:lnSpc>
              <a:spcBef>
                <a:spcPts val="0"/>
              </a:spcBef>
              <a:spcAft>
                <a:spcPts val="0"/>
              </a:spcAft>
              <a:buNone/>
              <a:tabLst/>
            </a:pPr>
            <a:endParaRPr lang="es-VE" sz="1400" b="0" i="0" u="none" strike="noStrike" kern="1200" cap="none">
              <a:ln>
                <a:noFill/>
              </a:ln>
              <a:latin typeface="Liberation Sans" pitchFamily="18"/>
              <a:ea typeface="Noto Sans CJK SC Regular" pitchFamily="2"/>
              <a:cs typeface="Lohit Devanagari" pitchFamily="2"/>
            </a:endParaRPr>
          </a:p>
        </p:txBody>
      </p:sp>
      <p:sp>
        <p:nvSpPr>
          <p:cNvPr id="93" name="Textfeld 92">
            <a:extLst>
              <a:ext uri="{FF2B5EF4-FFF2-40B4-BE49-F238E27FC236}">
                <a16:creationId xmlns:a16="http://schemas.microsoft.com/office/drawing/2014/main" id="{29FE0C67-0128-04C9-01AD-3DFBA1246792}"/>
              </a:ext>
            </a:extLst>
          </p:cNvPr>
          <p:cNvSpPr txBox="1"/>
          <p:nvPr/>
        </p:nvSpPr>
        <p:spPr>
          <a:xfrm>
            <a:off x="4228559" y="1943280"/>
            <a:ext cx="128015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FF4500"/>
                </a:solidFill>
                <a:latin typeface="Liberation Sans" pitchFamily="18"/>
                <a:ea typeface="Noto Sans CJK SC Regular" pitchFamily="2"/>
                <a:cs typeface="Lohit Devanagari" pitchFamily="2"/>
              </a:rPr>
              <a:t>60.1.1.B/30</a:t>
            </a:r>
          </a:p>
        </p:txBody>
      </p:sp>
      <p:sp>
        <p:nvSpPr>
          <p:cNvPr id="94" name="Textfeld 93">
            <a:extLst>
              <a:ext uri="{FF2B5EF4-FFF2-40B4-BE49-F238E27FC236}">
                <a16:creationId xmlns:a16="http://schemas.microsoft.com/office/drawing/2014/main" id="{3D1D0A8C-74DD-43A1-0E02-7D313490DFDB}"/>
              </a:ext>
            </a:extLst>
          </p:cNvPr>
          <p:cNvSpPr txBox="1"/>
          <p:nvPr/>
        </p:nvSpPr>
        <p:spPr>
          <a:xfrm>
            <a:off x="2233440" y="1937519"/>
            <a:ext cx="128015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4169E1"/>
                </a:solidFill>
                <a:latin typeface="Liberation Sans" pitchFamily="18"/>
                <a:ea typeface="Noto Sans CJK SC Regular" pitchFamily="2"/>
                <a:cs typeface="Lohit Devanagari" pitchFamily="2"/>
              </a:rPr>
              <a:t>50.1.1.A/30</a:t>
            </a:r>
          </a:p>
        </p:txBody>
      </p:sp>
      <p:sp>
        <p:nvSpPr>
          <p:cNvPr id="95" name="Textfeld 94">
            <a:extLst>
              <a:ext uri="{FF2B5EF4-FFF2-40B4-BE49-F238E27FC236}">
                <a16:creationId xmlns:a16="http://schemas.microsoft.com/office/drawing/2014/main" id="{B00D4121-7D72-1829-79FE-788AFEFFA339}"/>
              </a:ext>
            </a:extLst>
          </p:cNvPr>
          <p:cNvSpPr txBox="1"/>
          <p:nvPr/>
        </p:nvSpPr>
        <p:spPr>
          <a:xfrm>
            <a:off x="3275279" y="2973240"/>
            <a:ext cx="1188719" cy="30204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500" b="1" i="0" u="none" strike="noStrike" kern="1200" cap="none">
                <a:ln>
                  <a:noFill/>
                </a:ln>
                <a:solidFill>
                  <a:srgbClr val="8B0000"/>
                </a:solidFill>
                <a:latin typeface="Liberation Sans" pitchFamily="18"/>
                <a:ea typeface="Noto Sans CJK SC Regular" pitchFamily="2"/>
                <a:cs typeface="Lohit Devanagari" pitchFamily="2"/>
              </a:rPr>
              <a:t>200.1.1.99</a:t>
            </a:r>
          </a:p>
        </p:txBody>
      </p:sp>
      <p:sp>
        <p:nvSpPr>
          <p:cNvPr id="96" name="Textfeld 95">
            <a:extLst>
              <a:ext uri="{FF2B5EF4-FFF2-40B4-BE49-F238E27FC236}">
                <a16:creationId xmlns:a16="http://schemas.microsoft.com/office/drawing/2014/main" id="{35082D3E-0BAD-01A0-A612-DADA28981F9E}"/>
              </a:ext>
            </a:extLst>
          </p:cNvPr>
          <p:cNvSpPr txBox="1"/>
          <p:nvPr/>
        </p:nvSpPr>
        <p:spPr>
          <a:xfrm>
            <a:off x="2122560" y="71640"/>
            <a:ext cx="3513600" cy="950039"/>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Arquitectura Definitiva</a:t>
            </a:r>
          </a:p>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(BGP + SLB)</a:t>
            </a:r>
          </a:p>
        </p:txBody>
      </p:sp>
      <p:sp>
        <p:nvSpPr>
          <p:cNvPr id="97" name="Textfeld 96">
            <a:extLst>
              <a:ext uri="{FF2B5EF4-FFF2-40B4-BE49-F238E27FC236}">
                <a16:creationId xmlns:a16="http://schemas.microsoft.com/office/drawing/2014/main" id="{98FC112B-848E-4EBC-6569-070CE1DE90A6}"/>
              </a:ext>
            </a:extLst>
          </p:cNvPr>
          <p:cNvSpPr txBox="1"/>
          <p:nvPr/>
        </p:nvSpPr>
        <p:spPr>
          <a:xfrm>
            <a:off x="548640" y="6814439"/>
            <a:ext cx="6492240" cy="3503159"/>
          </a:xfrm>
          <a:prstGeom prst="rect">
            <a:avLst/>
          </a:prstGeom>
          <a:noFill/>
          <a:ln>
            <a:noFill/>
          </a:ln>
        </p:spPr>
        <p:txBody>
          <a:bodyPr wrap="none" lIns="90000" tIns="45000" rIns="90000" bIns="45000" anchorCtr="0" compatLnSpc="0">
            <a:spAutoFit/>
          </a:bodyPr>
          <a:lstStyle/>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latin typeface="Liberation Sans" pitchFamily="18"/>
                <a:ea typeface="Noto Sans CJK SC Regular" pitchFamily="2"/>
                <a:cs typeface="Lohit Devanagari" pitchFamily="2"/>
              </a:rPr>
              <a:t>Requiere direcciones IP públicas propias (LACNIC), y opcionalmente, un sistema autónomo (AS) propio.</a:t>
            </a:r>
          </a:p>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latin typeface="Liberation Sans" pitchFamily="18"/>
                <a:ea typeface="Noto Sans CJK SC Regular" pitchFamily="2"/>
                <a:cs typeface="Lohit Devanagari" pitchFamily="2"/>
              </a:rPr>
              <a:t>Las direcciones IP propias pueden ser publicadas a través del AS de los Carriers con una ruta por defecto (Default Route), o bien, mediante sesiones BGP hacia los AS de cada Carrier.</a:t>
            </a:r>
          </a:p>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latin typeface="Liberation Sans" pitchFamily="18"/>
                <a:ea typeface="Noto Sans CJK SC Regular" pitchFamily="2"/>
                <a:cs typeface="Lohit Devanagari" pitchFamily="2"/>
              </a:rPr>
              <a:t>El protocolo BGP es el estándar para publicar direcciones IP a través de múltiples enlaces de Internet, facilita la unicidad de las direcciones IP de los servidores ante el mundo, al independizarla del direccionamiento de los Carrier.</a:t>
            </a:r>
          </a:p>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latin typeface="Liberation Sans" pitchFamily="18"/>
                <a:ea typeface="Noto Sans CJK SC Regular" pitchFamily="2"/>
                <a:cs typeface="Lohit Devanagari" pitchFamily="2"/>
              </a:rPr>
              <a:t>La reglas de traducción (NAT) biyectivas son las más seguras, con lo cual se logra evitar ciclos enrutamiento asimétrico, especialmente en arquitectura de alta disponibilidad (e.g. clústers) con balanceadores estándares (NLB). Existen equipos especializados de balanceo de servidores (SLB) que puede sortear estas restricciones, más adelante se hace referencia a ellos.</a:t>
            </a:r>
          </a:p>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latin typeface="Liberation Sans" pitchFamily="18"/>
                <a:ea typeface="Noto Sans CJK SC Regular" pitchFamily="2"/>
                <a:cs typeface="Lohit Devanagari" pitchFamily="2"/>
              </a:rPr>
              <a:t>Cada cluster de servidores (como un todo) debe pertenecer a una única red privada, con una única puerta de enlace y solo debe ser traducido hacia una única dirección IP pública.</a:t>
            </a:r>
          </a:p>
          <a:p>
            <a:pPr marL="0" marR="0" lvl="0" indent="0" algn="just" hangingPunct="0">
              <a:lnSpc>
                <a:spcPct val="100000"/>
              </a:lnSpc>
              <a:spcBef>
                <a:spcPts val="0"/>
              </a:spcBef>
              <a:spcAft>
                <a:spcPts val="0"/>
              </a:spcAft>
              <a:buSzPct val="45000"/>
              <a:buFont typeface="StarSymbol"/>
              <a:buChar char="●"/>
              <a:tabLst/>
            </a:pPr>
            <a:r>
              <a:rPr lang="es-VE" sz="1200" b="1" i="0" u="none" strike="noStrike" kern="1200" cap="none">
                <a:ln>
                  <a:noFill/>
                </a:ln>
                <a:latin typeface="Liberation Sans" pitchFamily="18"/>
                <a:ea typeface="Noto Sans CJK SC Regular" pitchFamily="2"/>
                <a:cs typeface="Lohit Devanagari" pitchFamily="2"/>
              </a:rPr>
              <a:t>Esta arquitectura es la mejor práctica para publicación a través de múltiples Carriers en una misma localidad geográfica, de hecho es usada por todos los proveedores de nubes (e.g. Azure, Amazon) y centros de datos certificados (e.g. CenturyLink, Daycohost).</a:t>
            </a:r>
          </a:p>
        </p:txBody>
      </p:sp>
      <p:sp>
        <p:nvSpPr>
          <p:cNvPr id="98" name="Textfeld 97">
            <a:extLst>
              <a:ext uri="{FF2B5EF4-FFF2-40B4-BE49-F238E27FC236}">
                <a16:creationId xmlns:a16="http://schemas.microsoft.com/office/drawing/2014/main" id="{85889FEF-7054-B236-A13F-686914CA3146}"/>
              </a:ext>
            </a:extLst>
          </p:cNvPr>
          <p:cNvSpPr txBox="1"/>
          <p:nvPr/>
        </p:nvSpPr>
        <p:spPr>
          <a:xfrm>
            <a:off x="4937760" y="5669279"/>
            <a:ext cx="914400" cy="489960"/>
          </a:xfrm>
          <a:prstGeom prst="rect">
            <a:avLst/>
          </a:prstGeom>
          <a:noFill/>
          <a:ln>
            <a:noFill/>
          </a:ln>
        </p:spPr>
        <p:txBody>
          <a:bodyPr wrap="none" lIns="90000" tIns="45000" rIns="90000" bIns="45000" anchorCtr="0" compatLnSpc="0">
            <a:spAutoFit/>
          </a:bodyPr>
          <a:lstStyle/>
          <a:p>
            <a:pPr marL="0" marR="0" lvl="0" indent="0" algn="ctr" hangingPunct="0">
              <a:lnSpc>
                <a:spcPct val="100000"/>
              </a:lnSpc>
              <a:spcBef>
                <a:spcPts val="0"/>
              </a:spcBef>
              <a:spcAft>
                <a:spcPts val="0"/>
              </a:spcAft>
              <a:buNone/>
              <a:tabLst/>
            </a:pPr>
            <a:r>
              <a:rPr lang="es-VE" sz="1400" b="1" i="0" u="none" strike="noStrike" kern="1200" cap="none">
                <a:ln>
                  <a:noFill/>
                </a:ln>
                <a:latin typeface="Liberation Sans" pitchFamily="18"/>
                <a:ea typeface="Noto Sans CJK SC Regular" pitchFamily="2"/>
                <a:cs typeface="Lohit Devanagari" pitchFamily="2"/>
              </a:rPr>
              <a:t>Clusterwww0</a:t>
            </a:r>
          </a:p>
        </p:txBody>
      </p:sp>
      <p:sp>
        <p:nvSpPr>
          <p:cNvPr id="99" name="Textfeld 98">
            <a:extLst>
              <a:ext uri="{FF2B5EF4-FFF2-40B4-BE49-F238E27FC236}">
                <a16:creationId xmlns:a16="http://schemas.microsoft.com/office/drawing/2014/main" id="{586CCB0E-C7FF-7713-6454-4DF67060ACB5}"/>
              </a:ext>
            </a:extLst>
          </p:cNvPr>
          <p:cNvSpPr txBox="1"/>
          <p:nvPr/>
        </p:nvSpPr>
        <p:spPr>
          <a:xfrm>
            <a:off x="3612960" y="5801760"/>
            <a:ext cx="580680" cy="60228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s-VE" sz="3600" b="0" i="0" u="none" strike="noStrike" kern="1200" cap="none">
                <a:ln>
                  <a:noFill/>
                </a:ln>
                <a:latin typeface="Liberation Sans" pitchFamily="18"/>
                <a:ea typeface="Noto Sans CJK SC Regular" pitchFamily="2"/>
                <a:cs typeface="Lohit Devanagari" pitchFamily="2"/>
              </a:rPr>
              <a:t>...</a:t>
            </a:r>
          </a:p>
        </p:txBody>
      </p:sp>
      <p:sp>
        <p:nvSpPr>
          <p:cNvPr id="100" name="Textfeld 99">
            <a:extLst>
              <a:ext uri="{FF2B5EF4-FFF2-40B4-BE49-F238E27FC236}">
                <a16:creationId xmlns:a16="http://schemas.microsoft.com/office/drawing/2014/main" id="{361703C9-45BA-D25E-461A-FF8EEF874B2D}"/>
              </a:ext>
            </a:extLst>
          </p:cNvPr>
          <p:cNvSpPr txBox="1"/>
          <p:nvPr/>
        </p:nvSpPr>
        <p:spPr>
          <a:xfrm>
            <a:off x="5099040" y="2509920"/>
            <a:ext cx="1188719" cy="316080"/>
          </a:xfrm>
          <a:prstGeom prst="rect">
            <a:avLst/>
          </a:prstGeom>
          <a:noFill/>
          <a:ln>
            <a:noFill/>
          </a:ln>
        </p:spPr>
        <p:txBody>
          <a:bodyPr wrap="none" lIns="90000" tIns="45000" rIns="90000" bIns="45000" anchorCtr="0" compatLnSpc="0">
            <a:spAutoFit/>
          </a:bodyPr>
          <a:lstStyle/>
          <a:p>
            <a:pPr marL="0" marR="0" lvl="0" indent="0" hangingPunct="0">
              <a:lnSpc>
                <a:spcPct val="100000"/>
              </a:lnSpc>
              <a:spcBef>
                <a:spcPts val="0"/>
              </a:spcBef>
              <a:spcAft>
                <a:spcPts val="0"/>
              </a:spcAft>
              <a:buNone/>
              <a:tabLst/>
            </a:pPr>
            <a:r>
              <a:rPr lang="es-VE" sz="1600" b="1" i="0" u="none" strike="noStrike" kern="1200" cap="none">
                <a:ln>
                  <a:noFill/>
                </a:ln>
                <a:solidFill>
                  <a:srgbClr val="8B0000"/>
                </a:solidFill>
                <a:latin typeface="Liberation Sans" pitchFamily="18"/>
                <a:ea typeface="Noto Sans CJK SC Regular" pitchFamily="2"/>
                <a:cs typeface="Lohit Devanagari" pitchFamily="2"/>
              </a:rPr>
              <a:t>IP Propias</a:t>
            </a:r>
          </a:p>
        </p:txBody>
      </p:sp>
      <p:sp>
        <p:nvSpPr>
          <p:cNvPr id="101" name="Textfeld 100">
            <a:extLst>
              <a:ext uri="{FF2B5EF4-FFF2-40B4-BE49-F238E27FC236}">
                <a16:creationId xmlns:a16="http://schemas.microsoft.com/office/drawing/2014/main" id="{DDB5CA6F-7CB4-EBC0-CF18-C0BC2A531E31}"/>
              </a:ext>
            </a:extLst>
          </p:cNvPr>
          <p:cNvSpPr txBox="1"/>
          <p:nvPr/>
        </p:nvSpPr>
        <p:spPr>
          <a:xfrm>
            <a:off x="2560319" y="5063040"/>
            <a:ext cx="1149840" cy="483480"/>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Balanceador</a:t>
            </a:r>
          </a:p>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(NLB/SLB)</a:t>
            </a:r>
          </a:p>
        </p:txBody>
      </p:sp>
      <p:sp>
        <p:nvSpPr>
          <p:cNvPr id="102" name="Textfeld 101">
            <a:extLst>
              <a:ext uri="{FF2B5EF4-FFF2-40B4-BE49-F238E27FC236}">
                <a16:creationId xmlns:a16="http://schemas.microsoft.com/office/drawing/2014/main" id="{9EEA7B7B-2719-1DA9-5287-2EF77888DFC9}"/>
              </a:ext>
            </a:extLst>
          </p:cNvPr>
          <p:cNvSpPr txBox="1"/>
          <p:nvPr/>
        </p:nvSpPr>
        <p:spPr>
          <a:xfrm>
            <a:off x="2592720" y="2239200"/>
            <a:ext cx="1149840" cy="483480"/>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Enrutador</a:t>
            </a:r>
          </a:p>
          <a:p>
            <a:pPr marL="0" marR="0" lvl="0" indent="0" algn="ctr" hangingPunct="0">
              <a:lnSpc>
                <a:spcPct val="100000"/>
              </a:lnSpc>
              <a:spcBef>
                <a:spcPts val="0"/>
              </a:spcBef>
              <a:spcAft>
                <a:spcPts val="0"/>
              </a:spcAft>
              <a:buNone/>
              <a:tabLst/>
            </a:pPr>
            <a:r>
              <a:rPr lang="es-VE" sz="1100" b="1" i="0" u="none" strike="noStrike" kern="1200" cap="none">
                <a:ln>
                  <a:noFill/>
                </a:ln>
                <a:latin typeface="Liberation Sans" pitchFamily="18"/>
                <a:ea typeface="Noto Sans CJK SC Regular" pitchFamily="2"/>
                <a:cs typeface="Lohit Devanagari" pitchFamily="2"/>
              </a:rPr>
              <a:t>(BGP)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0301EC93-F634-A900-AFB1-37ACBBFCCA85}"/>
              </a:ext>
            </a:extLst>
          </p:cNvPr>
          <p:cNvSpPr txBox="1"/>
          <p:nvPr/>
        </p:nvSpPr>
        <p:spPr>
          <a:xfrm>
            <a:off x="770400" y="368640"/>
            <a:ext cx="6217919" cy="950039"/>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Arquitectura Estándar </a:t>
            </a:r>
            <a:br>
              <a:rPr lang="es-VE" sz="2400" b="1" i="0" u="none" strike="noStrike" kern="1200" cap="none">
                <a:ln>
                  <a:noFill/>
                </a:ln>
                <a:latin typeface="Liberation Sans" pitchFamily="18"/>
                <a:ea typeface="Noto Sans CJK SC Regular" pitchFamily="2"/>
                <a:cs typeface="Lohit Devanagari" pitchFamily="2"/>
              </a:rPr>
            </a:br>
            <a:r>
              <a:rPr lang="es-VE" sz="2400" b="1" i="0" u="none" strike="noStrike" kern="1200" cap="none">
                <a:ln>
                  <a:noFill/>
                </a:ln>
                <a:latin typeface="Liberation Sans" pitchFamily="18"/>
                <a:ea typeface="Noto Sans CJK SC Regular" pitchFamily="2"/>
                <a:cs typeface="Lohit Devanagari" pitchFamily="2"/>
              </a:rPr>
              <a:t>GSLB + SLB (Brocade)</a:t>
            </a:r>
          </a:p>
        </p:txBody>
      </p:sp>
      <p:pic>
        <p:nvPicPr>
          <p:cNvPr id="3" name="">
            <a:extLst>
              <a:ext uri="{FF2B5EF4-FFF2-40B4-BE49-F238E27FC236}">
                <a16:creationId xmlns:a16="http://schemas.microsoft.com/office/drawing/2014/main" id="{781C1771-83D4-52A6-6848-65B234011BDC}"/>
              </a:ext>
            </a:extLst>
          </p:cNvPr>
          <p:cNvPicPr>
            <a:picLocks noChangeAspect="1"/>
          </p:cNvPicPr>
          <p:nvPr/>
        </p:nvPicPr>
        <p:blipFill>
          <a:blip r:embed="rId3">
            <a:lum/>
            <a:alphaModFix/>
          </a:blip>
          <a:srcRect/>
          <a:stretch>
            <a:fillRect/>
          </a:stretch>
        </p:blipFill>
        <p:spPr>
          <a:xfrm>
            <a:off x="548640" y="1300319"/>
            <a:ext cx="6583679" cy="3288239"/>
          </a:xfrm>
          <a:prstGeom prst="rect">
            <a:avLst/>
          </a:prstGeom>
          <a:noFill/>
          <a:ln>
            <a:noFill/>
          </a:ln>
        </p:spPr>
      </p:pic>
      <p:sp>
        <p:nvSpPr>
          <p:cNvPr id="4" name="Textfeld 3">
            <a:extLst>
              <a:ext uri="{FF2B5EF4-FFF2-40B4-BE49-F238E27FC236}">
                <a16:creationId xmlns:a16="http://schemas.microsoft.com/office/drawing/2014/main" id="{87FAA8C3-D95A-7E45-661B-4B5C9E7F53CE}"/>
              </a:ext>
            </a:extLst>
          </p:cNvPr>
          <p:cNvSpPr txBox="1"/>
          <p:nvPr/>
        </p:nvSpPr>
        <p:spPr>
          <a:xfrm>
            <a:off x="443520" y="4628160"/>
            <a:ext cx="6766560" cy="5892120"/>
          </a:xfrm>
          <a:prstGeom prst="rect">
            <a:avLst/>
          </a:prstGeom>
          <a:noFill/>
          <a:ln>
            <a:noFill/>
          </a:ln>
        </p:spPr>
        <p:txBody>
          <a:bodyPr wrap="none" lIns="90000" tIns="45000" rIns="90000" bIns="45000" anchorCtr="0" compatLnSpc="0">
            <a:spAutoFit/>
          </a:bodyPr>
          <a:lstStyle/>
          <a:p>
            <a:pPr marL="0" marR="0" lvl="0" indent="0" algn="just" hangingPunct="0">
              <a:lnSpc>
                <a:spcPct val="100000"/>
              </a:lnSpc>
              <a:spcBef>
                <a:spcPts val="0"/>
              </a:spcBef>
              <a:spcAft>
                <a:spcPts val="0"/>
              </a:spcAft>
              <a:buNone/>
              <a:tabLst/>
            </a:pPr>
            <a:r>
              <a:rPr lang="es-VE" sz="1200" b="1" i="0" u="none" strike="noStrike" kern="1200" cap="none">
                <a:ln>
                  <a:noFill/>
                </a:ln>
                <a:latin typeface="Liberation Sans" pitchFamily="18"/>
                <a:ea typeface="Noto Sans CJK SC Regular" pitchFamily="2"/>
                <a:cs typeface="Lohit Devanagari" pitchFamily="2"/>
              </a:rPr>
              <a:t>Fuente: </a:t>
            </a:r>
            <a:r>
              <a:rPr lang="es-VE" sz="1200" b="0" i="0" u="none" strike="noStrike" kern="1200" cap="none">
                <a:ln>
                  <a:noFill/>
                </a:ln>
                <a:latin typeface="Liberation Sans" pitchFamily="18"/>
                <a:ea typeface="Noto Sans CJK SC Regular" pitchFamily="2"/>
                <a:cs typeface="Lohit Devanagari" pitchFamily="2"/>
              </a:rPr>
              <a:t>(</a:t>
            </a:r>
            <a:r>
              <a:rPr lang="es-VE" sz="1200" b="0" i="1" u="none" strike="noStrike" kern="1200" cap="none">
                <a:ln>
                  <a:noFill/>
                </a:ln>
                <a:latin typeface="Liberation Sans" pitchFamily="18"/>
                <a:ea typeface="Noto Sans CJK SC Regular" pitchFamily="2"/>
                <a:cs typeface="Lohit Devanagari" pitchFamily="2"/>
              </a:rPr>
              <a:t>Anexo: “Brocade ServerIron ADX – DataSheet.pdf”, Pág. 5</a:t>
            </a:r>
            <a:r>
              <a:rPr lang="es-VE" sz="1200" b="0" i="0" u="none" strike="noStrike" kern="1200" cap="none">
                <a:ln>
                  <a:noFill/>
                </a:ln>
                <a:latin typeface="Liberation Sans" pitchFamily="18"/>
                <a:ea typeface="Noto Sans CJK SC Regular" pitchFamily="2"/>
                <a:cs typeface="Lohit Devanagari" pitchFamily="2"/>
              </a:rPr>
              <a:t>).</a:t>
            </a:r>
          </a:p>
          <a:p>
            <a:pPr marL="0" marR="0" lvl="0" indent="0" algn="just" hangingPunct="0">
              <a:lnSpc>
                <a:spcPct val="100000"/>
              </a:lnSpc>
              <a:spcBef>
                <a:spcPts val="0"/>
              </a:spcBef>
              <a:spcAft>
                <a:spcPts val="0"/>
              </a:spcAft>
              <a:buNone/>
              <a:tabLst/>
            </a:pPr>
            <a:endParaRPr lang="es-VE" sz="1200" b="1" i="0" u="none" strike="noStrike" kern="1200" cap="none">
              <a:ln>
                <a:noFill/>
              </a:ln>
              <a:latin typeface="Liberation Sans" pitchFamily="18"/>
              <a:ea typeface="Noto Sans CJK SC Regular" pitchFamily="2"/>
              <a:cs typeface="Lohit Devanagari" pitchFamily="2"/>
            </a:endParaRPr>
          </a:p>
          <a:p>
            <a:pPr marL="0" marR="0" lvl="0" indent="0" algn="just" hangingPunct="0">
              <a:lnSpc>
                <a:spcPct val="100000"/>
              </a:lnSpc>
              <a:spcBef>
                <a:spcPts val="0"/>
              </a:spcBef>
              <a:spcAft>
                <a:spcPts val="0"/>
              </a:spcAft>
              <a:buNone/>
              <a:tabLst/>
            </a:pPr>
            <a:r>
              <a:rPr lang="es-VE" sz="1200" b="1" i="0" u="sng" strike="noStrike" kern="1200" cap="none">
                <a:ln>
                  <a:noFill/>
                </a:ln>
                <a:uFillTx/>
                <a:latin typeface="Liberation Sans" pitchFamily="18"/>
                <a:ea typeface="Noto Sans CJK SC Regular" pitchFamily="2"/>
                <a:cs typeface="Lohit Devanagari" pitchFamily="2"/>
              </a:rPr>
              <a:t>Global Server Load (GSLB)</a:t>
            </a:r>
            <a:r>
              <a:rPr lang="es-VE" sz="1200" b="1" i="0" u="none" strike="noStrike" kern="1200" cap="none">
                <a:ln>
                  <a:noFill/>
                </a:ln>
                <a:latin typeface="Liberation Sans" pitchFamily="18"/>
                <a:ea typeface="Noto Sans CJK SC Regular" pitchFamily="2"/>
                <a:cs typeface="Lohit Devanagari" pitchFamily="2"/>
              </a:rPr>
              <a:t>, </a:t>
            </a:r>
            <a:r>
              <a:rPr lang="es-VE" sz="1200" b="0" i="0" u="none" strike="noStrike" kern="1200" cap="none">
                <a:ln>
                  <a:noFill/>
                </a:ln>
                <a:latin typeface="Liberation Sans" pitchFamily="18"/>
                <a:ea typeface="Noto Sans CJK SC Regular" pitchFamily="2"/>
                <a:cs typeface="Lohit Devanagari" pitchFamily="2"/>
              </a:rPr>
              <a:t>en la imagen “Brocade ADX (GSLB Controller)”.</a:t>
            </a:r>
          </a:p>
          <a:p>
            <a:pPr marL="0" marR="0" lvl="0" indent="0" algn="just" hangingPunct="0">
              <a:lnSpc>
                <a:spcPct val="100000"/>
              </a:lnSpc>
              <a:spcBef>
                <a:spcPts val="0"/>
              </a:spcBef>
              <a:spcAft>
                <a:spcPts val="0"/>
              </a:spcAft>
              <a:buNone/>
              <a:tabLst/>
            </a:pPr>
            <a:endParaRPr lang="es-VE" sz="1200" b="1" i="0" u="none" strike="noStrike" kern="1200" cap="none">
              <a:ln>
                <a:noFill/>
              </a:ln>
              <a:latin typeface="Liberation Sans" pitchFamily="18"/>
              <a:ea typeface="Noto Sans CJK SC Regular" pitchFamily="2"/>
              <a:cs typeface="Lohit Devanagari" pitchFamily="2"/>
            </a:endParaRPr>
          </a:p>
          <a:p>
            <a:pPr marL="0" marR="0" lvl="0" indent="0" algn="just" hangingPunct="0">
              <a:lnSpc>
                <a:spcPct val="100000"/>
              </a:lnSpc>
              <a:spcBef>
                <a:spcPts val="0"/>
              </a:spcBef>
              <a:spcAft>
                <a:spcPts val="0"/>
              </a:spcAft>
              <a:buNone/>
              <a:tabLst/>
            </a:pPr>
            <a:r>
              <a:rPr lang="es-VE" sz="1200" b="1" i="0" u="sng" strike="noStrike" kern="1200" cap="none">
                <a:ln>
                  <a:noFill/>
                </a:ln>
                <a:uFillTx/>
                <a:latin typeface="Liberation Sans" pitchFamily="18"/>
                <a:ea typeface="Noto Sans CJK SC Regular" pitchFamily="2"/>
                <a:cs typeface="Lohit Devanagari" pitchFamily="2"/>
              </a:rPr>
              <a:t>Server Load Balance (SLB)</a:t>
            </a:r>
            <a:r>
              <a:rPr lang="es-VE" sz="1200" b="1" i="0" u="none" strike="noStrike" kern="1200" cap="none">
                <a:ln>
                  <a:noFill/>
                </a:ln>
                <a:latin typeface="Liberation Sans" pitchFamily="18"/>
                <a:ea typeface="Noto Sans CJK SC Regular" pitchFamily="2"/>
                <a:cs typeface="Lohit Devanagari" pitchFamily="2"/>
              </a:rPr>
              <a:t>, </a:t>
            </a:r>
            <a:r>
              <a:rPr lang="es-VE" sz="1200" b="0" i="0" u="none" strike="noStrike" kern="1200" cap="none">
                <a:ln>
                  <a:noFill/>
                </a:ln>
                <a:latin typeface="Liberation Sans" pitchFamily="18"/>
                <a:ea typeface="Noto Sans CJK SC Regular" pitchFamily="2"/>
                <a:cs typeface="Lohit Devanagari" pitchFamily="2"/>
              </a:rPr>
              <a:t>en la imagen “Brocade ADX”.</a:t>
            </a:r>
          </a:p>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latin typeface="Liberation Sans" pitchFamily="18"/>
                <a:ea typeface="Noto Sans CJK SC Regular" pitchFamily="2"/>
                <a:cs typeface="Lohit Devanagari" pitchFamily="2"/>
              </a:rPr>
              <a:t>Los balanceadores que cuentan con esta funcionalidad de balanceo de servidores (SLB) sobre la  red LAN, utilizan direcciones IP reales (RIP) y virtuales (VIP), las cuales pueden o no ser traducidas (NAT). En el balanceador se configuran todas las políticas internas locales para hacer que el centro de datos sea visto de forma transparente en Internet, es decir, como </a:t>
            </a:r>
            <a:r>
              <a:rPr lang="es-VE" sz="1200" b="1" i="0" u="none" strike="noStrike" kern="1200" cap="none">
                <a:ln>
                  <a:noFill/>
                </a:ln>
                <a:latin typeface="Liberation Sans" pitchFamily="18"/>
                <a:ea typeface="Noto Sans CJK SC Regular" pitchFamily="2"/>
                <a:cs typeface="Lohit Devanagari" pitchFamily="2"/>
              </a:rPr>
              <a:t>mejor práctica el mundo no sabe del balanceo</a:t>
            </a:r>
            <a:r>
              <a:rPr lang="es-VE" sz="1200" b="0" i="0" u="none" strike="noStrike" kern="1200" cap="none">
                <a:ln>
                  <a:noFill/>
                </a:ln>
                <a:latin typeface="Liberation Sans" pitchFamily="18"/>
                <a:ea typeface="Noto Sans CJK SC Regular" pitchFamily="2"/>
                <a:cs typeface="Lohit Devanagari" pitchFamily="2"/>
              </a:rPr>
              <a:t> y esto garantiza abstracción, autonomía y seguridad.</a:t>
            </a:r>
          </a:p>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latin typeface="Liberation Sans" pitchFamily="18"/>
                <a:ea typeface="Noto Sans CJK SC Regular" pitchFamily="2"/>
                <a:cs typeface="Lohit Devanagari" pitchFamily="2"/>
              </a:rPr>
              <a:t>Los equipos con SLB permiten </a:t>
            </a:r>
            <a:r>
              <a:rPr lang="es-VE" sz="1200" b="1" i="0" u="none" strike="noStrike" kern="1200" cap="none">
                <a:ln>
                  <a:noFill/>
                </a:ln>
                <a:latin typeface="Liberation Sans" pitchFamily="18"/>
                <a:ea typeface="Noto Sans CJK SC Regular" pitchFamily="2"/>
                <a:cs typeface="Lohit Devanagari" pitchFamily="2"/>
              </a:rPr>
              <a:t>entonar un sin fin de parámetros de las capas L3, L4 y L7 </a:t>
            </a:r>
            <a:r>
              <a:rPr lang="es-VE" sz="1200" b="0" i="0" u="none" strike="noStrike" kern="1200" cap="none">
                <a:ln>
                  <a:noFill/>
                </a:ln>
                <a:latin typeface="Liberation Sans" pitchFamily="18"/>
                <a:ea typeface="Noto Sans CJK SC Regular" pitchFamily="2"/>
                <a:cs typeface="Lohit Devanagari" pitchFamily="2"/>
              </a:rPr>
              <a:t>sobre enmascaramiento, enrutamiento, chequeo, consultas y respuestas. Por ejemplo, los chequeos L3 (ICMP) usados para medir latencia y congestión pueden ser desactivados porque pierden su valor en una LAN de alta velocidad, donde el enfoque debe ser en las capas L4 y L7 más cercanas a las aplicaciones (</a:t>
            </a:r>
            <a:r>
              <a:rPr lang="es-VE" sz="1200" b="0" i="1" u="none" strike="noStrike" kern="1200" cap="none">
                <a:ln>
                  <a:noFill/>
                </a:ln>
                <a:latin typeface="Liberation Sans" pitchFamily="18"/>
                <a:ea typeface="Noto Sans CJK SC Regular" pitchFamily="2"/>
                <a:cs typeface="Lohit Devanagari" pitchFamily="2"/>
              </a:rPr>
              <a:t>Anexo: “Brocade ServerIron-12502-slbguide.pdf”, Pág. 212, 230)</a:t>
            </a:r>
            <a:r>
              <a:rPr lang="es-VE" sz="1200" b="0" i="0" u="none" strike="noStrike" kern="1200" cap="none">
                <a:ln>
                  <a:noFill/>
                </a:ln>
                <a:latin typeface="Liberation Sans" pitchFamily="18"/>
                <a:ea typeface="Noto Sans CJK SC Regular" pitchFamily="2"/>
                <a:cs typeface="Lohit Devanagari" pitchFamily="2"/>
              </a:rPr>
              <a:t>.</a:t>
            </a:r>
          </a:p>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latin typeface="Liberation Sans" pitchFamily="18"/>
                <a:ea typeface="Noto Sans CJK SC Regular" pitchFamily="2"/>
                <a:cs typeface="Lohit Devanagari" pitchFamily="2"/>
              </a:rPr>
              <a:t>Sin embargo, muchas de las </a:t>
            </a:r>
            <a:r>
              <a:rPr lang="es-VE" sz="1200" b="1" i="0" u="none" strike="noStrike" kern="1200" cap="none">
                <a:ln>
                  <a:noFill/>
                </a:ln>
                <a:latin typeface="Liberation Sans" pitchFamily="18"/>
                <a:ea typeface="Noto Sans CJK SC Regular" pitchFamily="2"/>
                <a:cs typeface="Lohit Devanagari" pitchFamily="2"/>
              </a:rPr>
              <a:t>“técnicas” de manipulación (spoofing) </a:t>
            </a:r>
            <a:r>
              <a:rPr lang="es-VE" sz="1200" b="0" i="0" u="none" strike="noStrike" kern="1200" cap="none">
                <a:ln>
                  <a:noFill/>
                </a:ln>
                <a:latin typeface="Liberation Sans" pitchFamily="18"/>
                <a:ea typeface="Noto Sans CJK SC Regular" pitchFamily="2"/>
                <a:cs typeface="Lohit Devanagari" pitchFamily="2"/>
              </a:rPr>
              <a:t>para resolver problemas como el enrutamiento asimétrico, no pueden estar activadas si GLSB también está activado (</a:t>
            </a:r>
            <a:r>
              <a:rPr lang="es-VE" sz="1200" b="0" i="1" u="none" strike="noStrike" kern="1200" cap="none">
                <a:ln>
                  <a:noFill/>
                </a:ln>
                <a:latin typeface="Liberation Sans" pitchFamily="18"/>
                <a:ea typeface="Noto Sans CJK SC Regular" pitchFamily="2"/>
                <a:cs typeface="Lohit Devanagari" pitchFamily="2"/>
              </a:rPr>
              <a:t>Anexo: “Brocade ServerIron-12502-slbguide.pdf”, Pág. 141</a:t>
            </a:r>
            <a:r>
              <a:rPr lang="es-VE" sz="1200" b="0" i="0" u="none" strike="noStrike" kern="1200" cap="none">
                <a:ln>
                  <a:noFill/>
                </a:ln>
                <a:latin typeface="Liberation Sans" pitchFamily="18"/>
                <a:ea typeface="Noto Sans CJK SC Regular" pitchFamily="2"/>
                <a:cs typeface="Lohit Devanagari" pitchFamily="2"/>
              </a:rPr>
              <a:t>) debido a restricciones de diseño en los protocolos de red.</a:t>
            </a:r>
          </a:p>
          <a:p>
            <a:pPr marL="0" marR="0" lvl="0" indent="0" algn="just" hangingPunct="0">
              <a:lnSpc>
                <a:spcPct val="100000"/>
              </a:lnSpc>
              <a:spcBef>
                <a:spcPts val="0"/>
              </a:spcBef>
              <a:spcAft>
                <a:spcPts val="0"/>
              </a:spcAft>
              <a:buNone/>
              <a:tabLst/>
            </a:pPr>
            <a:endParaRPr lang="es-VE" sz="1200" b="1" i="0" u="none" strike="noStrike" kern="1200" cap="none">
              <a:ln>
                <a:noFill/>
              </a:ln>
              <a:latin typeface="Liberation Sans" pitchFamily="18"/>
              <a:ea typeface="Noto Sans CJK SC Regular" pitchFamily="2"/>
              <a:cs typeface="Lohit Devanagari" pitchFamily="2"/>
            </a:endParaRPr>
          </a:p>
          <a:p>
            <a:pPr marL="0" marR="0" lvl="0" indent="0" algn="just" hangingPunct="0">
              <a:lnSpc>
                <a:spcPct val="100000"/>
              </a:lnSpc>
              <a:spcBef>
                <a:spcPts val="0"/>
              </a:spcBef>
              <a:spcAft>
                <a:spcPts val="0"/>
              </a:spcAft>
              <a:buNone/>
              <a:tabLst/>
            </a:pPr>
            <a:r>
              <a:rPr lang="es-VE" sz="1200" b="1" i="0" u="none" strike="noStrike" kern="1200" cap="none">
                <a:ln>
                  <a:noFill/>
                </a:ln>
                <a:latin typeface="Liberation Sans" pitchFamily="18"/>
                <a:ea typeface="Noto Sans CJK SC Regular" pitchFamily="2"/>
                <a:cs typeface="Lohit Devanagari" pitchFamily="2"/>
              </a:rPr>
              <a:t>Observaciones Generales</a:t>
            </a:r>
          </a:p>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latin typeface="Liberation Sans" pitchFamily="18"/>
                <a:ea typeface="Noto Sans CJK SC Regular" pitchFamily="2"/>
                <a:cs typeface="Lohit Devanagari" pitchFamily="2"/>
              </a:rPr>
              <a:t>El </a:t>
            </a:r>
            <a:r>
              <a:rPr lang="es-VE" sz="1200" b="1" i="0" u="none" strike="noStrike" kern="1200" cap="none">
                <a:ln>
                  <a:noFill/>
                </a:ln>
                <a:latin typeface="Liberation Sans" pitchFamily="18"/>
                <a:ea typeface="Noto Sans CJK SC Regular" pitchFamily="2"/>
                <a:cs typeface="Lohit Devanagari" pitchFamily="2"/>
              </a:rPr>
              <a:t>servicio administrado de DNS </a:t>
            </a:r>
            <a:r>
              <a:rPr lang="es-VE" sz="1200" b="0" i="0" u="none" strike="noStrike" kern="1200" cap="none">
                <a:ln>
                  <a:noFill/>
                </a:ln>
                <a:latin typeface="Liberation Sans" pitchFamily="18"/>
                <a:ea typeface="Noto Sans CJK SC Regular" pitchFamily="2"/>
                <a:cs typeface="Lohit Devanagari" pitchFamily="2"/>
              </a:rPr>
              <a:t>en modalidad de balanceo geográfico de Daycohost, </a:t>
            </a:r>
            <a:r>
              <a:rPr lang="es-VE" sz="1200" b="1" i="0" u="none" strike="noStrike" kern="1200" cap="none">
                <a:ln>
                  <a:noFill/>
                </a:ln>
                <a:latin typeface="Liberation Sans" pitchFamily="18"/>
                <a:ea typeface="Noto Sans CJK SC Regular" pitchFamily="2"/>
                <a:cs typeface="Lohit Devanagari" pitchFamily="2"/>
              </a:rPr>
              <a:t>es una implementación del balanceo global (GSLB)</a:t>
            </a:r>
            <a:r>
              <a:rPr lang="es-VE" sz="1200" b="0" i="0" u="none" strike="noStrike" kern="1200" cap="none">
                <a:ln>
                  <a:noFill/>
                </a:ln>
                <a:latin typeface="Liberation Sans" pitchFamily="18"/>
                <a:ea typeface="Noto Sans CJK SC Regular" pitchFamily="2"/>
                <a:cs typeface="Lohit Devanagari" pitchFamily="2"/>
              </a:rPr>
              <a:t>, no de balanceo local (SLB).</a:t>
            </a:r>
          </a:p>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latin typeface="Liberation Sans" pitchFamily="18"/>
                <a:ea typeface="Noto Sans CJK SC Regular" pitchFamily="2"/>
                <a:cs typeface="Lohit Devanagari" pitchFamily="2"/>
              </a:rPr>
              <a:t>Las implementaciones de GLSB se conocen también como </a:t>
            </a:r>
            <a:r>
              <a:rPr lang="es-VE" sz="1200" b="1" i="0" u="none" strike="noStrike" kern="1200" cap="none">
                <a:ln>
                  <a:noFill/>
                </a:ln>
                <a:latin typeface="Liberation Sans" pitchFamily="18"/>
                <a:ea typeface="Noto Sans CJK SC Regular" pitchFamily="2"/>
                <a:cs typeface="Lohit Devanagari" pitchFamily="2"/>
              </a:rPr>
              <a:t>Proxy DNS. </a:t>
            </a:r>
            <a:r>
              <a:rPr lang="es-VE" sz="1200" b="0" i="0" u="none" strike="noStrike" kern="1200" cap="none">
                <a:ln>
                  <a:noFill/>
                </a:ln>
                <a:latin typeface="Liberation Sans" pitchFamily="18"/>
                <a:ea typeface="Noto Sans CJK SC Regular" pitchFamily="2"/>
                <a:cs typeface="Lohit Devanagari" pitchFamily="2"/>
              </a:rPr>
              <a:t>Mientras que</a:t>
            </a:r>
            <a:r>
              <a:rPr lang="es-VE" sz="1200" b="1" i="0" u="none" strike="noStrike" kern="1200" cap="none">
                <a:ln>
                  <a:noFill/>
                </a:ln>
                <a:latin typeface="Liberation Sans" pitchFamily="18"/>
                <a:ea typeface="Noto Sans CJK SC Regular" pitchFamily="2"/>
                <a:cs typeface="Lohit Devanagari" pitchFamily="2"/>
              </a:rPr>
              <a:t> </a:t>
            </a:r>
            <a:r>
              <a:rPr lang="es-VE" sz="1200" b="0" i="0" u="none" strike="noStrike" kern="1200" cap="none">
                <a:ln>
                  <a:noFill/>
                </a:ln>
                <a:latin typeface="Liberation Sans" pitchFamily="18"/>
                <a:ea typeface="Noto Sans CJK SC Regular" pitchFamily="2"/>
                <a:cs typeface="Lohit Devanagari" pitchFamily="2"/>
              </a:rPr>
              <a:t>las implementaciones de SLB se reconocen hoy en día como </a:t>
            </a:r>
            <a:r>
              <a:rPr lang="es-VE" sz="1200" b="1" i="0" u="none" strike="noStrike" kern="1200" cap="none">
                <a:ln>
                  <a:noFill/>
                </a:ln>
                <a:latin typeface="Liberation Sans" pitchFamily="18"/>
                <a:ea typeface="Noto Sans CJK SC Regular" pitchFamily="2"/>
                <a:cs typeface="Lohit Devanagari" pitchFamily="2"/>
              </a:rPr>
              <a:t>Application Delivery Controllers.</a:t>
            </a:r>
          </a:p>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solidFill>
                  <a:srgbClr val="000000"/>
                </a:solidFill>
                <a:latin typeface="Liberation Sans" pitchFamily="18"/>
                <a:ea typeface="Noto Sans CJK SC Regular" pitchFamily="2"/>
                <a:cs typeface="Lohit Devanagari" pitchFamily="2"/>
              </a:rPr>
              <a:t>El </a:t>
            </a:r>
            <a:r>
              <a:rPr lang="es-VE" sz="1200" b="1" i="0" u="none" strike="noStrike" kern="1200" cap="none">
                <a:ln>
                  <a:noFill/>
                </a:ln>
                <a:solidFill>
                  <a:srgbClr val="000000"/>
                </a:solidFill>
                <a:latin typeface="Liberation Sans" pitchFamily="18"/>
                <a:ea typeface="Noto Sans CJK SC Regular" pitchFamily="2"/>
                <a:cs typeface="Lohit Devanagari" pitchFamily="2"/>
              </a:rPr>
              <a:t>servicio de Internet de Daycohost ofrece direcciones IP únicas en cada centro de datos</a:t>
            </a:r>
            <a:r>
              <a:rPr lang="es-VE" sz="1200" b="0" i="0" u="none" strike="noStrike" kern="1200" cap="none">
                <a:ln>
                  <a:noFill/>
                </a:ln>
                <a:solidFill>
                  <a:srgbClr val="000000"/>
                </a:solidFill>
                <a:latin typeface="Liberation Sans" pitchFamily="18"/>
                <a:ea typeface="Noto Sans CJK SC Regular" pitchFamily="2"/>
                <a:cs typeface="Lohit Devanagari" pitchFamily="2"/>
              </a:rPr>
              <a:t>, es independiente del direccionamiento IP de los enlaces (Carriers) de Internet.</a:t>
            </a:r>
          </a:p>
          <a:p>
            <a:pPr marL="0" marR="0" lvl="0" indent="0" algn="just" hangingPunct="0">
              <a:lnSpc>
                <a:spcPct val="100000"/>
              </a:lnSpc>
              <a:spcBef>
                <a:spcPts val="0"/>
              </a:spcBef>
              <a:spcAft>
                <a:spcPts val="0"/>
              </a:spcAft>
              <a:buSzPct val="45000"/>
              <a:buFont typeface="StarSymbol"/>
              <a:buChar char="●"/>
              <a:tabLst/>
            </a:pPr>
            <a:r>
              <a:rPr lang="es-VE" sz="1200" b="0" i="0" u="none" strike="noStrike" kern="1200" cap="none">
                <a:ln>
                  <a:noFill/>
                </a:ln>
                <a:solidFill>
                  <a:srgbClr val="FF0000"/>
                </a:solidFill>
                <a:latin typeface="Liberation Sans" pitchFamily="18"/>
                <a:ea typeface="Noto Sans CJK SC Regular" pitchFamily="2"/>
                <a:cs typeface="Lohit Devanagari" pitchFamily="2"/>
              </a:rPr>
              <a:t>Los </a:t>
            </a:r>
            <a:r>
              <a:rPr lang="es-VE" sz="1200" b="1" i="0" u="none" strike="noStrike" kern="1200" cap="none">
                <a:ln>
                  <a:noFill/>
                </a:ln>
                <a:solidFill>
                  <a:srgbClr val="FF0000"/>
                </a:solidFill>
                <a:latin typeface="Liberation Sans" pitchFamily="18"/>
                <a:ea typeface="Noto Sans CJK SC Regular" pitchFamily="2"/>
                <a:cs typeface="Lohit Devanagari" pitchFamily="2"/>
              </a:rPr>
              <a:t>chequeos L3 (ICMP) son necesarios en GLSB</a:t>
            </a:r>
            <a:r>
              <a:rPr lang="es-VE" sz="1200" b="0" i="0" u="none" strike="noStrike" kern="1200" cap="none">
                <a:ln>
                  <a:noFill/>
                </a:ln>
                <a:solidFill>
                  <a:srgbClr val="FF0000"/>
                </a:solidFill>
                <a:latin typeface="Liberation Sans" pitchFamily="18"/>
                <a:ea typeface="Noto Sans CJK SC Regular" pitchFamily="2"/>
                <a:cs typeface="Lohit Devanagari" pitchFamily="2"/>
              </a:rPr>
              <a:t> porque permiten medir de la forma más simple la latencia y congestión entre los centros de datos geo-graficamente distribuidos. Nuestro servicio (Proxy DNS) bajo su alcance actual no permite establecer excepciones por cliente sobre la políticas globales, se requeriría </a:t>
            </a:r>
            <a:r>
              <a:rPr lang="es-VE" sz="1200" b="1" i="0" u="none" strike="noStrike" kern="1200" cap="none">
                <a:ln>
                  <a:noFill/>
                </a:ln>
                <a:solidFill>
                  <a:srgbClr val="FF0000"/>
                </a:solidFill>
                <a:latin typeface="Liberation Sans" pitchFamily="18"/>
                <a:ea typeface="Noto Sans CJK SC Regular" pitchFamily="2"/>
                <a:cs typeface="Lohit Devanagari" pitchFamily="2"/>
              </a:rPr>
              <a:t>una arquitectura GLSB dedicada para el cliente, previo estudio de factibilidad y acuerdo comercial.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AAFCA90B-EF8E-C95D-CD63-D4C2712A18F5}"/>
              </a:ext>
            </a:extLst>
          </p:cNvPr>
          <p:cNvSpPr txBox="1"/>
          <p:nvPr/>
        </p:nvSpPr>
        <p:spPr>
          <a:xfrm>
            <a:off x="681840" y="468720"/>
            <a:ext cx="6217919" cy="1109880"/>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Arquitectura Estándar </a:t>
            </a:r>
            <a:br>
              <a:rPr lang="es-VE" sz="2400" b="1" i="0" u="none" strike="noStrike" kern="1200" cap="none">
                <a:ln>
                  <a:noFill/>
                </a:ln>
                <a:latin typeface="Liberation Sans" pitchFamily="18"/>
                <a:ea typeface="Noto Sans CJK SC Regular" pitchFamily="2"/>
                <a:cs typeface="Lohit Devanagari" pitchFamily="2"/>
              </a:rPr>
            </a:br>
            <a:r>
              <a:rPr lang="es-VE" sz="2400" b="1" i="0" u="none" strike="noStrike" kern="1200" cap="none">
                <a:ln>
                  <a:noFill/>
                </a:ln>
                <a:latin typeface="Liberation Sans" pitchFamily="18"/>
                <a:ea typeface="Noto Sans CJK SC Regular" pitchFamily="2"/>
                <a:cs typeface="Lohit Devanagari" pitchFamily="2"/>
              </a:rPr>
              <a:t>GSLB + SLB</a:t>
            </a:r>
          </a:p>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(F5 Networks)</a:t>
            </a:r>
          </a:p>
        </p:txBody>
      </p:sp>
      <p:pic>
        <p:nvPicPr>
          <p:cNvPr id="3" name="">
            <a:extLst>
              <a:ext uri="{FF2B5EF4-FFF2-40B4-BE49-F238E27FC236}">
                <a16:creationId xmlns:a16="http://schemas.microsoft.com/office/drawing/2014/main" id="{568F2F95-72A7-6CD9-9826-99BAE6FA3B97}"/>
              </a:ext>
            </a:extLst>
          </p:cNvPr>
          <p:cNvPicPr>
            <a:picLocks noChangeAspect="1"/>
          </p:cNvPicPr>
          <p:nvPr/>
        </p:nvPicPr>
        <p:blipFill>
          <a:blip r:embed="rId3">
            <a:lum/>
            <a:alphaModFix/>
          </a:blip>
          <a:srcRect/>
          <a:stretch>
            <a:fillRect/>
          </a:stretch>
        </p:blipFill>
        <p:spPr>
          <a:xfrm>
            <a:off x="453600" y="1455839"/>
            <a:ext cx="6724440" cy="7048080"/>
          </a:xfrm>
          <a:prstGeom prst="rect">
            <a:avLst/>
          </a:prstGeom>
          <a:noFill/>
          <a:ln>
            <a:noFill/>
          </a:ln>
        </p:spPr>
      </p:pic>
      <p:sp>
        <p:nvSpPr>
          <p:cNvPr id="4" name="Textfeld 3">
            <a:extLst>
              <a:ext uri="{FF2B5EF4-FFF2-40B4-BE49-F238E27FC236}">
                <a16:creationId xmlns:a16="http://schemas.microsoft.com/office/drawing/2014/main" id="{4F155166-E996-3427-EDC6-407BD453E694}"/>
              </a:ext>
            </a:extLst>
          </p:cNvPr>
          <p:cNvSpPr txBox="1"/>
          <p:nvPr/>
        </p:nvSpPr>
        <p:spPr>
          <a:xfrm>
            <a:off x="457200" y="8503920"/>
            <a:ext cx="6766560" cy="1380599"/>
          </a:xfrm>
          <a:prstGeom prst="rect">
            <a:avLst/>
          </a:prstGeom>
          <a:noFill/>
          <a:ln>
            <a:noFill/>
          </a:ln>
        </p:spPr>
        <p:txBody>
          <a:bodyPr wrap="none" lIns="90000" tIns="45000" rIns="90000" bIns="45000" anchorCtr="0" compatLnSpc="0">
            <a:spAutoFit/>
          </a:bodyPr>
          <a:lstStyle/>
          <a:p>
            <a:pPr marL="0" marR="0" lvl="0" indent="0" algn="just" hangingPunct="0">
              <a:lnSpc>
                <a:spcPct val="100000"/>
              </a:lnSpc>
              <a:spcBef>
                <a:spcPts val="0"/>
              </a:spcBef>
              <a:spcAft>
                <a:spcPts val="0"/>
              </a:spcAft>
              <a:buNone/>
              <a:tabLst/>
            </a:pPr>
            <a:r>
              <a:rPr lang="es-VE" sz="1300" b="1" i="0" u="none" strike="noStrike" kern="1200" cap="none">
                <a:ln>
                  <a:noFill/>
                </a:ln>
                <a:latin typeface="Liberation Sans" pitchFamily="18"/>
                <a:ea typeface="Noto Sans CJK SC Regular" pitchFamily="2"/>
                <a:cs typeface="Lohit Devanagari" pitchFamily="2"/>
              </a:rPr>
              <a:t>Fuente: </a:t>
            </a:r>
            <a:r>
              <a:rPr lang="es-VE" sz="1300" b="0" i="0" u="none" strike="noStrike" kern="1200" cap="none">
                <a:ln>
                  <a:noFill/>
                </a:ln>
                <a:latin typeface="Liberation Sans" pitchFamily="18"/>
                <a:ea typeface="Noto Sans CJK SC Regular" pitchFamily="2"/>
                <a:cs typeface="Lohit Devanagari" pitchFamily="2"/>
              </a:rPr>
              <a:t>(</a:t>
            </a:r>
            <a:r>
              <a:rPr lang="es-VE" sz="1300" b="0" i="1" u="none" strike="noStrike" kern="1200" cap="none">
                <a:ln>
                  <a:noFill/>
                </a:ln>
                <a:latin typeface="Liberation Sans" pitchFamily="18"/>
                <a:ea typeface="Noto Sans CJK SC Regular" pitchFamily="2"/>
                <a:cs typeface="Lohit Devanagari" pitchFamily="2"/>
              </a:rPr>
              <a:t>Anexo: “F5 - big-ip-global-traffic-manager-ds.pdf”, Pág. 7</a:t>
            </a:r>
            <a:r>
              <a:rPr lang="es-VE" sz="1300" b="0" i="0" u="none" strike="noStrike" kern="1200" cap="none">
                <a:ln>
                  <a:noFill/>
                </a:ln>
                <a:latin typeface="Liberation Sans" pitchFamily="18"/>
                <a:ea typeface="Noto Sans CJK SC Regular" pitchFamily="2"/>
                <a:cs typeface="Lohit Devanagari" pitchFamily="2"/>
              </a:rPr>
              <a:t>).</a:t>
            </a:r>
          </a:p>
          <a:p>
            <a:pPr marL="0" marR="0" lvl="0" indent="0" algn="just" hangingPunct="0">
              <a:lnSpc>
                <a:spcPct val="100000"/>
              </a:lnSpc>
              <a:spcBef>
                <a:spcPts val="0"/>
              </a:spcBef>
              <a:spcAft>
                <a:spcPts val="0"/>
              </a:spcAft>
              <a:buNone/>
              <a:tabLst/>
            </a:pPr>
            <a:endParaRPr lang="es-VE" sz="1300" b="1" i="0" u="none" strike="noStrike" kern="1200" cap="none">
              <a:ln>
                <a:noFill/>
              </a:ln>
              <a:latin typeface="Liberation Sans" pitchFamily="18"/>
              <a:ea typeface="Noto Sans CJK SC Regular" pitchFamily="2"/>
              <a:cs typeface="Lohit Devanagari" pitchFamily="2"/>
            </a:endParaRPr>
          </a:p>
          <a:p>
            <a:pPr marL="0" marR="0" lvl="0" indent="0" algn="just" hangingPunct="0">
              <a:lnSpc>
                <a:spcPct val="100000"/>
              </a:lnSpc>
              <a:spcBef>
                <a:spcPts val="0"/>
              </a:spcBef>
              <a:spcAft>
                <a:spcPts val="0"/>
              </a:spcAft>
              <a:buNone/>
              <a:tabLst/>
            </a:pPr>
            <a:r>
              <a:rPr lang="es-VE" sz="1300" b="1" i="0" u="sng" strike="noStrike" kern="1200" cap="none">
                <a:ln>
                  <a:noFill/>
                </a:ln>
                <a:uFillTx/>
                <a:latin typeface="Liberation Sans" pitchFamily="18"/>
                <a:ea typeface="Noto Sans CJK SC Regular" pitchFamily="2"/>
                <a:cs typeface="Lohit Devanagari" pitchFamily="2"/>
              </a:rPr>
              <a:t>Global Server Load (GSLB)</a:t>
            </a:r>
            <a:r>
              <a:rPr lang="es-VE" sz="1300" b="1" i="0" u="none" strike="noStrike" kern="1200" cap="none">
                <a:ln>
                  <a:noFill/>
                </a:ln>
                <a:latin typeface="Liberation Sans" pitchFamily="18"/>
                <a:ea typeface="Noto Sans CJK SC Regular" pitchFamily="2"/>
                <a:cs typeface="Lohit Devanagari" pitchFamily="2"/>
              </a:rPr>
              <a:t>, </a:t>
            </a:r>
            <a:r>
              <a:rPr lang="es-VE" sz="1300" b="0" i="0" u="none" strike="noStrike" kern="1200" cap="none">
                <a:ln>
                  <a:noFill/>
                </a:ln>
                <a:latin typeface="Liberation Sans" pitchFamily="18"/>
                <a:ea typeface="Noto Sans CJK SC Regular" pitchFamily="2"/>
                <a:cs typeface="Lohit Devanagari" pitchFamily="2"/>
              </a:rPr>
              <a:t>en la imagen “GTM”.  Para mayor información véase el a</a:t>
            </a:r>
            <a:r>
              <a:rPr lang="es-VE" sz="1300" b="0" i="1" u="none" strike="noStrike" kern="1200" cap="none">
                <a:ln>
                  <a:noFill/>
                </a:ln>
                <a:latin typeface="Liberation Sans" pitchFamily="18"/>
                <a:ea typeface="Noto Sans CJK SC Regular" pitchFamily="2"/>
                <a:cs typeface="Lohit Devanagari" pitchFamily="2"/>
              </a:rPr>
              <a:t>nexo “F5 - big-ip-global-traffic-manager-ds.pdf</a:t>
            </a:r>
          </a:p>
          <a:p>
            <a:pPr marL="0" marR="0" lvl="0" indent="0" algn="just" hangingPunct="0">
              <a:lnSpc>
                <a:spcPct val="100000"/>
              </a:lnSpc>
              <a:spcBef>
                <a:spcPts val="0"/>
              </a:spcBef>
              <a:spcAft>
                <a:spcPts val="0"/>
              </a:spcAft>
              <a:buNone/>
              <a:tabLst/>
            </a:pPr>
            <a:endParaRPr lang="es-VE" sz="1300" b="1" i="0" u="none" strike="noStrike" kern="1200" cap="none">
              <a:ln>
                <a:noFill/>
              </a:ln>
              <a:latin typeface="Liberation Sans" pitchFamily="18"/>
              <a:ea typeface="Noto Sans CJK SC Regular" pitchFamily="2"/>
              <a:cs typeface="Lohit Devanagari" pitchFamily="2"/>
            </a:endParaRPr>
          </a:p>
          <a:p>
            <a:pPr marL="0" marR="0" lvl="0" indent="0" algn="just" hangingPunct="0">
              <a:lnSpc>
                <a:spcPct val="100000"/>
              </a:lnSpc>
              <a:spcBef>
                <a:spcPts val="0"/>
              </a:spcBef>
              <a:spcAft>
                <a:spcPts val="0"/>
              </a:spcAft>
              <a:buNone/>
              <a:tabLst/>
            </a:pPr>
            <a:r>
              <a:rPr lang="es-VE" sz="1300" b="1" i="0" u="sng" strike="noStrike" kern="1200" cap="none">
                <a:ln>
                  <a:noFill/>
                </a:ln>
                <a:uFillTx/>
                <a:latin typeface="Liberation Sans" pitchFamily="18"/>
                <a:ea typeface="Noto Sans CJK SC Regular" pitchFamily="2"/>
                <a:cs typeface="Lohit Devanagari" pitchFamily="2"/>
              </a:rPr>
              <a:t>Server Load Balance (SLB)</a:t>
            </a:r>
            <a:r>
              <a:rPr lang="es-VE" sz="1300" b="1" i="0" u="none" strike="noStrike" kern="1200" cap="none">
                <a:ln>
                  <a:noFill/>
                </a:ln>
                <a:latin typeface="Liberation Sans" pitchFamily="18"/>
                <a:ea typeface="Noto Sans CJK SC Regular" pitchFamily="2"/>
                <a:cs typeface="Lohit Devanagari" pitchFamily="2"/>
              </a:rPr>
              <a:t>, </a:t>
            </a:r>
            <a:r>
              <a:rPr lang="es-VE" sz="1300" b="0" i="0" u="none" strike="noStrike" kern="1200" cap="none">
                <a:ln>
                  <a:noFill/>
                </a:ln>
                <a:latin typeface="Liberation Sans" pitchFamily="18"/>
                <a:ea typeface="Noto Sans CJK SC Regular" pitchFamily="2"/>
                <a:cs typeface="Lohit Devanagari" pitchFamily="2"/>
              </a:rPr>
              <a:t>en la imagen “LTM”.  Para mayor información véase el anexo </a:t>
            </a:r>
            <a:r>
              <a:rPr lang="es-VE" sz="1300" b="0" i="1" u="none" strike="noStrike" kern="1200" cap="none">
                <a:ln>
                  <a:noFill/>
                </a:ln>
                <a:latin typeface="Liberation Sans" pitchFamily="18"/>
                <a:ea typeface="Noto Sans CJK SC Regular" pitchFamily="2"/>
                <a:cs typeface="Lohit Devanagari" pitchFamily="2"/>
              </a:rPr>
              <a:t>“F5 – big-ip-local-traffic-manager-ds.pdf”.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sp>
        <p:nvSpPr>
          <p:cNvPr id="2" name="Textfeld 1">
            <a:extLst>
              <a:ext uri="{FF2B5EF4-FFF2-40B4-BE49-F238E27FC236}">
                <a16:creationId xmlns:a16="http://schemas.microsoft.com/office/drawing/2014/main" id="{2FB7EF8D-7A3D-6826-9054-40B8B62715BB}"/>
              </a:ext>
            </a:extLst>
          </p:cNvPr>
          <p:cNvSpPr txBox="1"/>
          <p:nvPr/>
        </p:nvSpPr>
        <p:spPr>
          <a:xfrm>
            <a:off x="681840" y="468720"/>
            <a:ext cx="6217919" cy="1109880"/>
          </a:xfrm>
          <a:prstGeom prst="rect">
            <a:avLst/>
          </a:prstGeom>
          <a:noFill/>
          <a:ln>
            <a:noFill/>
          </a:ln>
        </p:spPr>
        <p:txBody>
          <a:bodyPr wrap="none" lIns="90000" tIns="45000" rIns="90000" bIns="45000" anchor="ctr" anchorCtr="0" compatLnSpc="0">
            <a:spAutoFit/>
          </a:bodyPr>
          <a:lstStyle/>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Arquitectura Estándar </a:t>
            </a:r>
            <a:br>
              <a:rPr lang="es-VE" sz="2400" b="1" i="0" u="none" strike="noStrike" kern="1200" cap="none">
                <a:ln>
                  <a:noFill/>
                </a:ln>
                <a:latin typeface="Liberation Sans" pitchFamily="18"/>
                <a:ea typeface="Noto Sans CJK SC Regular" pitchFamily="2"/>
                <a:cs typeface="Lohit Devanagari" pitchFamily="2"/>
              </a:rPr>
            </a:br>
            <a:r>
              <a:rPr lang="es-VE" sz="2400" b="1" i="0" u="none" strike="noStrike" kern="1200" cap="none">
                <a:ln>
                  <a:noFill/>
                </a:ln>
                <a:latin typeface="Liberation Sans" pitchFamily="18"/>
                <a:ea typeface="Noto Sans CJK SC Regular" pitchFamily="2"/>
                <a:cs typeface="Lohit Devanagari" pitchFamily="2"/>
              </a:rPr>
              <a:t>GSLB + SLB</a:t>
            </a:r>
          </a:p>
          <a:p>
            <a:pPr marL="0" marR="0" lvl="0" indent="0" algn="ctr" hangingPunct="0">
              <a:lnSpc>
                <a:spcPct val="100000"/>
              </a:lnSpc>
              <a:spcBef>
                <a:spcPts val="0"/>
              </a:spcBef>
              <a:spcAft>
                <a:spcPts val="0"/>
              </a:spcAft>
              <a:buNone/>
              <a:tabLst/>
            </a:pPr>
            <a:r>
              <a:rPr lang="es-VE" sz="2400" b="1" i="0" u="none" strike="noStrike" kern="1200" cap="none">
                <a:ln>
                  <a:noFill/>
                </a:ln>
                <a:latin typeface="Liberation Sans" pitchFamily="18"/>
                <a:ea typeface="Noto Sans CJK SC Regular" pitchFamily="2"/>
                <a:cs typeface="Lohit Devanagari" pitchFamily="2"/>
              </a:rPr>
              <a:t>(Citrix Netscaler)</a:t>
            </a:r>
          </a:p>
        </p:txBody>
      </p:sp>
      <p:sp>
        <p:nvSpPr>
          <p:cNvPr id="4" name="Textfeld 3">
            <a:extLst>
              <a:ext uri="{FF2B5EF4-FFF2-40B4-BE49-F238E27FC236}">
                <a16:creationId xmlns:a16="http://schemas.microsoft.com/office/drawing/2014/main" id="{A7ABB5B4-D9B2-F49C-1D6F-4AEE64623997}"/>
              </a:ext>
            </a:extLst>
          </p:cNvPr>
          <p:cNvSpPr txBox="1"/>
          <p:nvPr/>
        </p:nvSpPr>
        <p:spPr>
          <a:xfrm>
            <a:off x="365760" y="6383160"/>
            <a:ext cx="6766560" cy="1196280"/>
          </a:xfrm>
          <a:prstGeom prst="rect">
            <a:avLst/>
          </a:prstGeom>
          <a:noFill/>
          <a:ln>
            <a:noFill/>
          </a:ln>
        </p:spPr>
        <p:txBody>
          <a:bodyPr wrap="none" lIns="90000" tIns="45000" rIns="90000" bIns="45000" anchorCtr="0" compatLnSpc="0">
            <a:spAutoFit/>
          </a:bodyPr>
          <a:lstStyle/>
          <a:p>
            <a:pPr marL="0" marR="0" lvl="0" indent="0" algn="just" hangingPunct="0">
              <a:lnSpc>
                <a:spcPct val="100000"/>
              </a:lnSpc>
              <a:spcBef>
                <a:spcPts val="0"/>
              </a:spcBef>
              <a:spcAft>
                <a:spcPts val="0"/>
              </a:spcAft>
              <a:buNone/>
              <a:tabLst/>
            </a:pPr>
            <a:r>
              <a:rPr lang="es-VE" sz="1300" b="1" i="0" u="none" strike="noStrike" kern="1200" cap="none">
                <a:ln>
                  <a:noFill/>
                </a:ln>
                <a:latin typeface="Liberation Sans" pitchFamily="18"/>
                <a:ea typeface="Noto Sans CJK SC Regular" pitchFamily="2"/>
                <a:cs typeface="Lohit Devanagari" pitchFamily="2"/>
              </a:rPr>
              <a:t>Fuente:</a:t>
            </a:r>
          </a:p>
          <a:p>
            <a:pPr marL="0" marR="0" lvl="0" indent="0" algn="just" hangingPunct="0">
              <a:lnSpc>
                <a:spcPct val="100000"/>
              </a:lnSpc>
              <a:spcBef>
                <a:spcPts val="0"/>
              </a:spcBef>
              <a:spcAft>
                <a:spcPts val="0"/>
              </a:spcAft>
              <a:buNone/>
              <a:tabLst/>
            </a:pPr>
            <a:r>
              <a:rPr lang="es-VE" sz="1300" b="0" i="0" u="none" strike="noStrike" kern="1200" cap="none">
                <a:ln>
                  <a:noFill/>
                </a:ln>
                <a:latin typeface="Liberation Sans" pitchFamily="18"/>
                <a:ea typeface="Noto Sans CJK SC Regular" pitchFamily="2"/>
                <a:cs typeface="Lohit Devanagari" pitchFamily="2"/>
                <a:hlinkClick r:id="rId3"/>
              </a:rPr>
              <a:t>https://support.citrix.com/article/CTX110348#1</a:t>
            </a:r>
          </a:p>
          <a:p>
            <a:pPr marL="0" marR="0" lvl="0" indent="0" algn="just" hangingPunct="0">
              <a:lnSpc>
                <a:spcPct val="100000"/>
              </a:lnSpc>
              <a:spcBef>
                <a:spcPts val="0"/>
              </a:spcBef>
              <a:spcAft>
                <a:spcPts val="0"/>
              </a:spcAft>
              <a:buNone/>
              <a:tabLst/>
            </a:pPr>
            <a:r>
              <a:rPr lang="es-VE" sz="1300" b="0" i="0" u="none" strike="noStrike" kern="1200" cap="none">
                <a:ln>
                  <a:noFill/>
                </a:ln>
                <a:latin typeface="Liberation Sans" pitchFamily="18"/>
                <a:ea typeface="Noto Sans CJK SC Regular" pitchFamily="2"/>
                <a:cs typeface="Lohit Devanagari" pitchFamily="2"/>
                <a:hlinkClick r:id="rId4"/>
              </a:rPr>
              <a:t>https://www.citrix.com/blogs/2015/08/25/global-server-load-balancing-part-1-2/</a:t>
            </a:r>
          </a:p>
          <a:p>
            <a:pPr marL="0" marR="0" lvl="0" indent="0" algn="just" hangingPunct="0">
              <a:lnSpc>
                <a:spcPct val="100000"/>
              </a:lnSpc>
              <a:spcBef>
                <a:spcPts val="0"/>
              </a:spcBef>
              <a:spcAft>
                <a:spcPts val="0"/>
              </a:spcAft>
              <a:buNone/>
              <a:tabLst/>
            </a:pPr>
            <a:r>
              <a:rPr lang="es-VE" sz="1300" b="0" i="0" u="none" strike="noStrike" kern="1200" cap="none">
                <a:ln>
                  <a:noFill/>
                </a:ln>
                <a:latin typeface="Liberation Sans" pitchFamily="18"/>
                <a:ea typeface="Noto Sans CJK SC Regular" pitchFamily="2"/>
                <a:cs typeface="Lohit Devanagari" pitchFamily="2"/>
                <a:hlinkClick r:id="rId5"/>
              </a:rPr>
              <a:t>https://docs.citrix.com/en-us/netscaler/11/traffic-management/gslb/configure-gslb.html</a:t>
            </a:r>
          </a:p>
          <a:p>
            <a:pPr marL="0" marR="0" lvl="0" indent="0" algn="just" hangingPunct="0">
              <a:lnSpc>
                <a:spcPct val="100000"/>
              </a:lnSpc>
              <a:spcBef>
                <a:spcPts val="0"/>
              </a:spcBef>
              <a:spcAft>
                <a:spcPts val="0"/>
              </a:spcAft>
              <a:buNone/>
              <a:tabLst/>
            </a:pPr>
            <a:endParaRPr lang="es-VE" sz="1300" b="0" i="0" u="none" strike="noStrike" kern="1200" cap="none">
              <a:ln>
                <a:noFill/>
              </a:ln>
              <a:latin typeface="Liberation Sans" pitchFamily="18"/>
              <a:ea typeface="Noto Sans CJK SC Regular" pitchFamily="2"/>
              <a:cs typeface="Lohit Devanagari" pitchFamily="2"/>
            </a:endParaRPr>
          </a:p>
          <a:p>
            <a:pPr marL="0" marR="0" lvl="0" indent="0" algn="just" hangingPunct="0">
              <a:lnSpc>
                <a:spcPct val="100000"/>
              </a:lnSpc>
              <a:spcBef>
                <a:spcPts val="0"/>
              </a:spcBef>
              <a:spcAft>
                <a:spcPts val="0"/>
              </a:spcAft>
              <a:buNone/>
              <a:tabLst/>
            </a:pPr>
            <a:endParaRPr lang="es-VE" sz="1300" b="0" i="0" u="none" strike="noStrike" kern="1200" cap="none">
              <a:ln>
                <a:noFill/>
              </a:ln>
              <a:latin typeface="Liberation Sans" pitchFamily="18"/>
              <a:ea typeface="Noto Sans CJK SC Regular" pitchFamily="2"/>
              <a:cs typeface="Lohit Devanagari" pitchFamily="2"/>
            </a:endParaRPr>
          </a:p>
        </p:txBody>
      </p:sp>
      <p:pic>
        <p:nvPicPr>
          <p:cNvPr id="5" name="">
            <a:extLst>
              <a:ext uri="{FF2B5EF4-FFF2-40B4-BE49-F238E27FC236}">
                <a16:creationId xmlns:a16="http://schemas.microsoft.com/office/drawing/2014/main" id="{4BDD5C4C-673A-CDD9-6399-15B6397B1B92}"/>
              </a:ext>
            </a:extLst>
          </p:cNvPr>
          <p:cNvPicPr>
            <a:picLocks noChangeAspect="1"/>
          </p:cNvPicPr>
          <p:nvPr/>
        </p:nvPicPr>
        <p:blipFill>
          <a:blip r:embed="rId6">
            <a:lum/>
            <a:alphaModFix/>
          </a:blip>
          <a:srcRect/>
          <a:stretch>
            <a:fillRect/>
          </a:stretch>
        </p:blipFill>
        <p:spPr>
          <a:xfrm>
            <a:off x="613800" y="1716840"/>
            <a:ext cx="6609960" cy="4409640"/>
          </a:xfrm>
          <a:prstGeom prst="rect">
            <a:avLst/>
          </a:prstGeom>
          <a:noFill/>
          <a:ln>
            <a:noFill/>
          </a:ln>
        </p:spPr>
      </p:pic>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1578</Words>
  <Application>Microsoft Office PowerPoint</Application>
  <PresentationFormat>Breitbild</PresentationFormat>
  <Paragraphs>169</Paragraphs>
  <Slides>7</Slides>
  <Notes>7</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7</vt:i4>
      </vt:variant>
    </vt:vector>
  </HeadingPairs>
  <TitlesOfParts>
    <vt:vector size="14" baseType="lpstr">
      <vt:lpstr>Arial</vt:lpstr>
      <vt:lpstr>Arial Narrow</vt:lpstr>
      <vt:lpstr>Calibri</vt:lpstr>
      <vt:lpstr>Liberation Sans</vt:lpstr>
      <vt:lpstr>Liberation Serif</vt:lpstr>
      <vt:lpstr>StarSymbol</vt:lpstr>
      <vt:lpstr>Default</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Olaf Reitmaier</dc:creator>
  <cp:lastModifiedBy>Olaf Reitmaier</cp:lastModifiedBy>
  <cp:revision>160</cp:revision>
  <dcterms:created xsi:type="dcterms:W3CDTF">2018-06-20T07:16:41Z</dcterms:created>
  <dcterms:modified xsi:type="dcterms:W3CDTF">2026-08-28T22:52:29Z</dcterms:modified>
</cp:coreProperties>
</file>