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7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Lst>
  <p:sldSz cx="10080625" cy="7559675"/>
  <p:notesSz cx="7772400" cy="10058400"/>
  <p:defaultTextStyle>
    <a:defPPr>
      <a:defRPr lang="en-GB"/>
    </a:defPPr>
    <a:lvl1pPr algn="l" defTabSz="457200" rtl="0" fontAlgn="base" hangingPunct="0">
      <a:lnSpc>
        <a:spcPct val="93000"/>
      </a:lnSpc>
      <a:spcBef>
        <a:spcPct val="0"/>
      </a:spcBef>
      <a:spcAft>
        <a:spcPct val="0"/>
      </a:spcAft>
      <a:buClr>
        <a:srgbClr val="000000"/>
      </a:buClr>
      <a:buSzPct val="45000"/>
      <a:buFont typeface="Wingdings" panose="05000000000000000000" pitchFamily="2" charset="2"/>
      <a:defRPr kern="1200">
        <a:solidFill>
          <a:schemeClr val="tx1"/>
        </a:solidFill>
        <a:latin typeface="Arial" panose="020B0604020202020204" pitchFamily="34" charset="0"/>
        <a:ea typeface="+mn-ea"/>
        <a:cs typeface="Bitstream Vera Sans" charset="0"/>
      </a:defRPr>
    </a:lvl1pPr>
    <a:lvl2pPr marL="431800" indent="-215900" algn="l" defTabSz="457200" rtl="0" fontAlgn="base" hangingPunct="0">
      <a:lnSpc>
        <a:spcPct val="93000"/>
      </a:lnSpc>
      <a:spcBef>
        <a:spcPct val="0"/>
      </a:spcBef>
      <a:spcAft>
        <a:spcPct val="0"/>
      </a:spcAft>
      <a:buClr>
        <a:srgbClr val="000000"/>
      </a:buClr>
      <a:buSzPct val="45000"/>
      <a:buFont typeface="Wingdings" panose="05000000000000000000" pitchFamily="2" charset="2"/>
      <a:defRPr kern="1200">
        <a:solidFill>
          <a:schemeClr val="tx1"/>
        </a:solidFill>
        <a:latin typeface="Arial" panose="020B0604020202020204" pitchFamily="34" charset="0"/>
        <a:ea typeface="+mn-ea"/>
        <a:cs typeface="Bitstream Vera Sans" charset="0"/>
      </a:defRPr>
    </a:lvl2pPr>
    <a:lvl3pPr marL="647700" indent="-215900" algn="l" defTabSz="457200" rtl="0" fontAlgn="base" hangingPunct="0">
      <a:lnSpc>
        <a:spcPct val="93000"/>
      </a:lnSpc>
      <a:spcBef>
        <a:spcPct val="0"/>
      </a:spcBef>
      <a:spcAft>
        <a:spcPct val="0"/>
      </a:spcAft>
      <a:buClr>
        <a:srgbClr val="000000"/>
      </a:buClr>
      <a:buSzPct val="45000"/>
      <a:buFont typeface="Wingdings" panose="05000000000000000000" pitchFamily="2" charset="2"/>
      <a:defRPr kern="1200">
        <a:solidFill>
          <a:schemeClr val="tx1"/>
        </a:solidFill>
        <a:latin typeface="Arial" panose="020B0604020202020204" pitchFamily="34" charset="0"/>
        <a:ea typeface="+mn-ea"/>
        <a:cs typeface="Bitstream Vera Sans" charset="0"/>
      </a:defRPr>
    </a:lvl3pPr>
    <a:lvl4pPr marL="863600" indent="-215900" algn="l" defTabSz="457200" rtl="0" fontAlgn="base" hangingPunct="0">
      <a:lnSpc>
        <a:spcPct val="93000"/>
      </a:lnSpc>
      <a:spcBef>
        <a:spcPct val="0"/>
      </a:spcBef>
      <a:spcAft>
        <a:spcPct val="0"/>
      </a:spcAft>
      <a:buClr>
        <a:srgbClr val="000000"/>
      </a:buClr>
      <a:buSzPct val="45000"/>
      <a:buFont typeface="Wingdings" panose="05000000000000000000" pitchFamily="2" charset="2"/>
      <a:defRPr kern="1200">
        <a:solidFill>
          <a:schemeClr val="tx1"/>
        </a:solidFill>
        <a:latin typeface="Arial" panose="020B0604020202020204" pitchFamily="34" charset="0"/>
        <a:ea typeface="+mn-ea"/>
        <a:cs typeface="Bitstream Vera Sans" charset="0"/>
      </a:defRPr>
    </a:lvl4pPr>
    <a:lvl5pPr marL="1079500" indent="-215900" algn="l" defTabSz="457200" rtl="0" fontAlgn="base" hangingPunct="0">
      <a:lnSpc>
        <a:spcPct val="93000"/>
      </a:lnSpc>
      <a:spcBef>
        <a:spcPct val="0"/>
      </a:spcBef>
      <a:spcAft>
        <a:spcPct val="0"/>
      </a:spcAft>
      <a:buClr>
        <a:srgbClr val="000000"/>
      </a:buClr>
      <a:buSzPct val="45000"/>
      <a:buFont typeface="Wingdings" panose="05000000000000000000" pitchFamily="2" charset="2"/>
      <a:defRPr kern="1200">
        <a:solidFill>
          <a:schemeClr val="tx1"/>
        </a:solidFill>
        <a:latin typeface="Arial" panose="020B0604020202020204" pitchFamily="34" charset="0"/>
        <a:ea typeface="+mn-ea"/>
        <a:cs typeface="Bitstream Vera Sans" charset="0"/>
      </a:defRPr>
    </a:lvl5pPr>
    <a:lvl6pPr marL="2286000" algn="l" defTabSz="914400" rtl="0" eaLnBrk="1" latinLnBrk="0" hangingPunct="1">
      <a:defRPr kern="1200">
        <a:solidFill>
          <a:schemeClr val="tx1"/>
        </a:solidFill>
        <a:latin typeface="Arial" panose="020B0604020202020204" pitchFamily="34" charset="0"/>
        <a:ea typeface="+mn-ea"/>
        <a:cs typeface="Bitstream Vera Sans" charset="0"/>
      </a:defRPr>
    </a:lvl6pPr>
    <a:lvl7pPr marL="2743200" algn="l" defTabSz="914400" rtl="0" eaLnBrk="1" latinLnBrk="0" hangingPunct="1">
      <a:defRPr kern="1200">
        <a:solidFill>
          <a:schemeClr val="tx1"/>
        </a:solidFill>
        <a:latin typeface="Arial" panose="020B0604020202020204" pitchFamily="34" charset="0"/>
        <a:ea typeface="+mn-ea"/>
        <a:cs typeface="Bitstream Vera Sans" charset="0"/>
      </a:defRPr>
    </a:lvl7pPr>
    <a:lvl8pPr marL="3200400" algn="l" defTabSz="914400" rtl="0" eaLnBrk="1" latinLnBrk="0" hangingPunct="1">
      <a:defRPr kern="1200">
        <a:solidFill>
          <a:schemeClr val="tx1"/>
        </a:solidFill>
        <a:latin typeface="Arial" panose="020B0604020202020204" pitchFamily="34" charset="0"/>
        <a:ea typeface="+mn-ea"/>
        <a:cs typeface="Bitstream Vera Sans" charset="0"/>
      </a:defRPr>
    </a:lvl8pPr>
    <a:lvl9pPr marL="3657600" algn="l" defTabSz="914400" rtl="0" eaLnBrk="1" latinLnBrk="0" hangingPunct="1">
      <a:defRPr kern="1200">
        <a:solidFill>
          <a:schemeClr val="tx1"/>
        </a:solidFill>
        <a:latin typeface="Arial" panose="020B0604020202020204" pitchFamily="34" charset="0"/>
        <a:ea typeface="+mn-ea"/>
        <a:cs typeface="Bitstream Vera Sans"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3" autoAdjust="0"/>
    <p:restoredTop sz="94660"/>
  </p:normalViewPr>
  <p:slideViewPr>
    <p:cSldViewPr>
      <p:cViewPr>
        <p:scale>
          <a:sx n="73" d="100"/>
          <a:sy n="73" d="100"/>
        </p:scale>
        <p:origin x="1092" y="-90"/>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32179A01-52D5-F98E-DD22-D6F95C206489}"/>
              </a:ext>
            </a:extLst>
          </p:cNvPr>
          <p:cNvSpPr>
            <a:spLocks noGrp="1" noChangeArrowheads="1"/>
          </p:cNvSpPr>
          <p:nvPr>
            <p:ph type="sldImg"/>
          </p:nvPr>
        </p:nvSpPr>
        <p:spPr bwMode="auto">
          <a:xfrm>
            <a:off x="1138238" y="763588"/>
            <a:ext cx="5494337" cy="377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C432BBF8-A0C1-CA61-AD1C-C5B6AC437109}"/>
              </a:ext>
            </a:extLst>
          </p:cNvPr>
          <p:cNvSpPr>
            <a:spLocks noGrp="1" noChangeArrowheads="1"/>
          </p:cNvSpPr>
          <p:nvPr>
            <p:ph type="body"/>
          </p:nvPr>
        </p:nvSpPr>
        <p:spPr bwMode="auto">
          <a:xfrm>
            <a:off x="777875" y="4776788"/>
            <a:ext cx="6216650"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s-ES" altLang="es-ES"/>
          </a:p>
        </p:txBody>
      </p:sp>
      <p:sp>
        <p:nvSpPr>
          <p:cNvPr id="3075" name="Rectangle 3">
            <a:extLst>
              <a:ext uri="{FF2B5EF4-FFF2-40B4-BE49-F238E27FC236}">
                <a16:creationId xmlns:a16="http://schemas.microsoft.com/office/drawing/2014/main" id="{1650F937-3118-57BF-7654-CC0FCDF98564}"/>
              </a:ext>
            </a:extLst>
          </p:cNvPr>
          <p:cNvSpPr>
            <a:spLocks noGrp="1" noChangeArrowheads="1"/>
          </p:cNvSpPr>
          <p:nvPr>
            <p:ph type="hdr"/>
          </p:nvPr>
        </p:nvSpPr>
        <p:spPr bwMode="auto">
          <a:xfrm>
            <a:off x="0" y="0"/>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723900" algn="l"/>
                <a:tab pos="1447800" algn="l"/>
                <a:tab pos="2171700" algn="l"/>
                <a:tab pos="2895600" algn="l"/>
              </a:tabLst>
              <a:defRPr sz="1400">
                <a:solidFill>
                  <a:srgbClr val="FFFFFF"/>
                </a:solidFill>
                <a:latin typeface="Times New Roman" panose="02020603050405020304" pitchFamily="18" charset="0"/>
              </a:defRPr>
            </a:lvl1pPr>
          </a:lstStyle>
          <a:p>
            <a:endParaRPr lang="es-VE" altLang="es-ES"/>
          </a:p>
        </p:txBody>
      </p:sp>
      <p:sp>
        <p:nvSpPr>
          <p:cNvPr id="3076" name="Rectangle 4">
            <a:extLst>
              <a:ext uri="{FF2B5EF4-FFF2-40B4-BE49-F238E27FC236}">
                <a16:creationId xmlns:a16="http://schemas.microsoft.com/office/drawing/2014/main" id="{5C1A423A-C6A0-9A89-7C59-58C7B72B1977}"/>
              </a:ext>
            </a:extLst>
          </p:cNvPr>
          <p:cNvSpPr>
            <a:spLocks noGrp="1" noChangeArrowheads="1"/>
          </p:cNvSpPr>
          <p:nvPr>
            <p:ph type="dt"/>
          </p:nvPr>
        </p:nvSpPr>
        <p:spPr bwMode="auto">
          <a:xfrm>
            <a:off x="4398963" y="0"/>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723900" algn="l"/>
                <a:tab pos="1447800" algn="l"/>
                <a:tab pos="2171700" algn="l"/>
                <a:tab pos="2895600" algn="l"/>
              </a:tabLst>
              <a:defRPr sz="1400">
                <a:solidFill>
                  <a:srgbClr val="FFFFFF"/>
                </a:solidFill>
                <a:latin typeface="Times New Roman" panose="02020603050405020304" pitchFamily="18" charset="0"/>
              </a:defRPr>
            </a:lvl1pPr>
          </a:lstStyle>
          <a:p>
            <a:endParaRPr lang="es-VE" altLang="es-ES"/>
          </a:p>
        </p:txBody>
      </p:sp>
      <p:sp>
        <p:nvSpPr>
          <p:cNvPr id="3077" name="Rectangle 5">
            <a:extLst>
              <a:ext uri="{FF2B5EF4-FFF2-40B4-BE49-F238E27FC236}">
                <a16:creationId xmlns:a16="http://schemas.microsoft.com/office/drawing/2014/main" id="{CFE6EBE1-8600-9901-76E6-6F48D4F04FB6}"/>
              </a:ext>
            </a:extLst>
          </p:cNvPr>
          <p:cNvSpPr>
            <a:spLocks noGrp="1" noChangeArrowheads="1"/>
          </p:cNvSpPr>
          <p:nvPr>
            <p:ph type="ftr"/>
          </p:nvPr>
        </p:nvSpPr>
        <p:spPr bwMode="auto">
          <a:xfrm>
            <a:off x="0" y="9555163"/>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tabLst>
                <a:tab pos="723900" algn="l"/>
                <a:tab pos="1447800" algn="l"/>
                <a:tab pos="2171700" algn="l"/>
                <a:tab pos="2895600" algn="l"/>
              </a:tabLst>
              <a:defRPr sz="1400">
                <a:solidFill>
                  <a:srgbClr val="FFFFFF"/>
                </a:solidFill>
                <a:latin typeface="Times New Roman" panose="02020603050405020304" pitchFamily="18" charset="0"/>
              </a:defRPr>
            </a:lvl1pPr>
          </a:lstStyle>
          <a:p>
            <a:endParaRPr lang="es-VE" altLang="es-ES"/>
          </a:p>
        </p:txBody>
      </p:sp>
      <p:sp>
        <p:nvSpPr>
          <p:cNvPr id="3078" name="Rectangle 6">
            <a:extLst>
              <a:ext uri="{FF2B5EF4-FFF2-40B4-BE49-F238E27FC236}">
                <a16:creationId xmlns:a16="http://schemas.microsoft.com/office/drawing/2014/main" id="{E99B410C-5B95-5D5B-DFF0-5144D2656114}"/>
              </a:ext>
            </a:extLst>
          </p:cNvPr>
          <p:cNvSpPr>
            <a:spLocks noGrp="1" noChangeArrowheads="1"/>
          </p:cNvSpPr>
          <p:nvPr>
            <p:ph type="sldNum"/>
          </p:nvPr>
        </p:nvSpPr>
        <p:spPr bwMode="auto">
          <a:xfrm>
            <a:off x="4398963" y="9555163"/>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tabLst>
                <a:tab pos="723900" algn="l"/>
                <a:tab pos="1447800" algn="l"/>
                <a:tab pos="2171700" algn="l"/>
                <a:tab pos="2895600" algn="l"/>
              </a:tabLst>
              <a:defRPr sz="1400">
                <a:solidFill>
                  <a:srgbClr val="FFFFFF"/>
                </a:solidFill>
                <a:latin typeface="Times New Roman" panose="02020603050405020304" pitchFamily="18" charset="0"/>
              </a:defRPr>
            </a:lvl1pPr>
          </a:lstStyle>
          <a:p>
            <a:fld id="{68E152CC-C837-4D9E-A355-CC532FEDA475}" type="slidenum">
              <a:rPr lang="es-VE" altLang="es-ES"/>
              <a:pPr/>
              <a:t>‹Nr.›</a:t>
            </a:fld>
            <a:endParaRPr lang="es-VE" altLang="es-E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3646CC5-A4F8-E2E5-5976-55B2365C1DD5}"/>
              </a:ext>
            </a:extLst>
          </p:cNvPr>
          <p:cNvSpPr>
            <a:spLocks noGrp="1" noChangeArrowheads="1"/>
          </p:cNvSpPr>
          <p:nvPr>
            <p:ph type="sldNum"/>
          </p:nvPr>
        </p:nvSpPr>
        <p:spPr>
          <a:ln/>
        </p:spPr>
        <p:txBody>
          <a:bodyPr/>
          <a:lstStyle/>
          <a:p>
            <a:fld id="{246BE8D0-27D9-4253-9F7C-27399D572BBD}" type="slidenum">
              <a:rPr lang="es-VE" altLang="es-ES"/>
              <a:pPr/>
              <a:t>1</a:t>
            </a:fld>
            <a:endParaRPr lang="es-VE" altLang="es-ES"/>
          </a:p>
        </p:txBody>
      </p:sp>
      <p:sp>
        <p:nvSpPr>
          <p:cNvPr id="74753" name="Rectangle 1">
            <a:extLst>
              <a:ext uri="{FF2B5EF4-FFF2-40B4-BE49-F238E27FC236}">
                <a16:creationId xmlns:a16="http://schemas.microsoft.com/office/drawing/2014/main" id="{958A0146-AF3D-4F70-13A5-48285935B13F}"/>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4" name="Rectangle 2">
            <a:extLst>
              <a:ext uri="{FF2B5EF4-FFF2-40B4-BE49-F238E27FC236}">
                <a16:creationId xmlns:a16="http://schemas.microsoft.com/office/drawing/2014/main" id="{A79F6D05-32EA-84FD-F2B9-309C0C532964}"/>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834B42A-679C-293E-3B05-65DBF2F287AC}"/>
              </a:ext>
            </a:extLst>
          </p:cNvPr>
          <p:cNvSpPr>
            <a:spLocks noGrp="1" noChangeArrowheads="1"/>
          </p:cNvSpPr>
          <p:nvPr>
            <p:ph type="sldNum"/>
          </p:nvPr>
        </p:nvSpPr>
        <p:spPr>
          <a:ln/>
        </p:spPr>
        <p:txBody>
          <a:bodyPr/>
          <a:lstStyle/>
          <a:p>
            <a:fld id="{2DC5D645-8684-408F-A825-16E396D7094E}" type="slidenum">
              <a:rPr lang="es-VE" altLang="es-ES"/>
              <a:pPr/>
              <a:t>2</a:t>
            </a:fld>
            <a:endParaRPr lang="es-VE" altLang="es-ES"/>
          </a:p>
        </p:txBody>
      </p:sp>
      <p:sp>
        <p:nvSpPr>
          <p:cNvPr id="75777" name="Rectangle 1">
            <a:extLst>
              <a:ext uri="{FF2B5EF4-FFF2-40B4-BE49-F238E27FC236}">
                <a16:creationId xmlns:a16="http://schemas.microsoft.com/office/drawing/2014/main" id="{9BB2FBC5-B92E-2A4D-9805-A9A03A5A635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8" name="Rectangle 2">
            <a:extLst>
              <a:ext uri="{FF2B5EF4-FFF2-40B4-BE49-F238E27FC236}">
                <a16:creationId xmlns:a16="http://schemas.microsoft.com/office/drawing/2014/main" id="{CA66AB81-A88B-F4D3-27F5-534145B1973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CBF7EA4-8557-7AF3-5A41-0F458DEDBA12}"/>
              </a:ext>
            </a:extLst>
          </p:cNvPr>
          <p:cNvSpPr>
            <a:spLocks noGrp="1" noChangeArrowheads="1"/>
          </p:cNvSpPr>
          <p:nvPr>
            <p:ph type="sldNum"/>
          </p:nvPr>
        </p:nvSpPr>
        <p:spPr>
          <a:ln/>
        </p:spPr>
        <p:txBody>
          <a:bodyPr/>
          <a:lstStyle/>
          <a:p>
            <a:fld id="{323C7692-6740-4515-B955-1755A010C70B}" type="slidenum">
              <a:rPr lang="es-VE" altLang="es-ES"/>
              <a:pPr/>
              <a:t>3</a:t>
            </a:fld>
            <a:endParaRPr lang="es-VE" altLang="es-ES"/>
          </a:p>
        </p:txBody>
      </p:sp>
      <p:sp>
        <p:nvSpPr>
          <p:cNvPr id="76801" name="Rectangle 1">
            <a:extLst>
              <a:ext uri="{FF2B5EF4-FFF2-40B4-BE49-F238E27FC236}">
                <a16:creationId xmlns:a16="http://schemas.microsoft.com/office/drawing/2014/main" id="{2D8780BE-CD5A-5A9B-FF9C-EE9B8C68460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2" name="Rectangle 2">
            <a:extLst>
              <a:ext uri="{FF2B5EF4-FFF2-40B4-BE49-F238E27FC236}">
                <a16:creationId xmlns:a16="http://schemas.microsoft.com/office/drawing/2014/main" id="{A02759DF-CF80-8AF3-F2BA-B1CF5F3A390D}"/>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A22294B-0570-ABCA-BA09-92A13BF2C6A8}"/>
              </a:ext>
            </a:extLst>
          </p:cNvPr>
          <p:cNvSpPr>
            <a:spLocks noGrp="1" noChangeArrowheads="1"/>
          </p:cNvSpPr>
          <p:nvPr>
            <p:ph type="sldNum"/>
          </p:nvPr>
        </p:nvSpPr>
        <p:spPr>
          <a:ln/>
        </p:spPr>
        <p:txBody>
          <a:bodyPr/>
          <a:lstStyle/>
          <a:p>
            <a:fld id="{50FF80DF-7BAB-451E-942F-F53BDAD228B4}" type="slidenum">
              <a:rPr lang="es-VE" altLang="es-ES"/>
              <a:pPr/>
              <a:t>4</a:t>
            </a:fld>
            <a:endParaRPr lang="es-VE" altLang="es-ES"/>
          </a:p>
        </p:txBody>
      </p:sp>
      <p:sp>
        <p:nvSpPr>
          <p:cNvPr id="77825" name="Rectangle 1">
            <a:extLst>
              <a:ext uri="{FF2B5EF4-FFF2-40B4-BE49-F238E27FC236}">
                <a16:creationId xmlns:a16="http://schemas.microsoft.com/office/drawing/2014/main" id="{460031F3-EE53-3F26-F675-CD4AAEBC838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6" name="Rectangle 2">
            <a:extLst>
              <a:ext uri="{FF2B5EF4-FFF2-40B4-BE49-F238E27FC236}">
                <a16:creationId xmlns:a16="http://schemas.microsoft.com/office/drawing/2014/main" id="{B29E253A-5E57-221D-7BC9-6E64E61E3DF1}"/>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B5CDE89-BCD2-6CF3-C0EC-081254ED7AD5}"/>
              </a:ext>
            </a:extLst>
          </p:cNvPr>
          <p:cNvSpPr>
            <a:spLocks noGrp="1" noChangeArrowheads="1"/>
          </p:cNvSpPr>
          <p:nvPr>
            <p:ph type="sldNum"/>
          </p:nvPr>
        </p:nvSpPr>
        <p:spPr>
          <a:ln/>
        </p:spPr>
        <p:txBody>
          <a:bodyPr/>
          <a:lstStyle/>
          <a:p>
            <a:fld id="{043FC4C1-8900-4E0E-831A-C053A5B3FE44}" type="slidenum">
              <a:rPr lang="es-VE" altLang="es-ES"/>
              <a:pPr/>
              <a:t>5</a:t>
            </a:fld>
            <a:endParaRPr lang="es-VE" altLang="es-ES"/>
          </a:p>
        </p:txBody>
      </p:sp>
      <p:sp>
        <p:nvSpPr>
          <p:cNvPr id="78849" name="Rectangle 1">
            <a:extLst>
              <a:ext uri="{FF2B5EF4-FFF2-40B4-BE49-F238E27FC236}">
                <a16:creationId xmlns:a16="http://schemas.microsoft.com/office/drawing/2014/main" id="{6E6CD21B-DE8E-4BB0-BC4C-4D47226CB40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0" name="Rectangle 2">
            <a:extLst>
              <a:ext uri="{FF2B5EF4-FFF2-40B4-BE49-F238E27FC236}">
                <a16:creationId xmlns:a16="http://schemas.microsoft.com/office/drawing/2014/main" id="{314E1D2B-3C36-CA8A-4F55-12092E64927C}"/>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F092464-755E-E0F1-BC76-19441A2A1268}"/>
              </a:ext>
            </a:extLst>
          </p:cNvPr>
          <p:cNvSpPr>
            <a:spLocks noGrp="1" noChangeArrowheads="1"/>
          </p:cNvSpPr>
          <p:nvPr>
            <p:ph type="sldNum"/>
          </p:nvPr>
        </p:nvSpPr>
        <p:spPr>
          <a:ln/>
        </p:spPr>
        <p:txBody>
          <a:bodyPr/>
          <a:lstStyle/>
          <a:p>
            <a:fld id="{9D99C484-E9A2-45C3-A8DE-1C079ECC7CAB}" type="slidenum">
              <a:rPr lang="es-VE" altLang="es-ES"/>
              <a:pPr/>
              <a:t>6</a:t>
            </a:fld>
            <a:endParaRPr lang="es-VE" altLang="es-ES"/>
          </a:p>
        </p:txBody>
      </p:sp>
      <p:sp>
        <p:nvSpPr>
          <p:cNvPr id="79873" name="Rectangle 1">
            <a:extLst>
              <a:ext uri="{FF2B5EF4-FFF2-40B4-BE49-F238E27FC236}">
                <a16:creationId xmlns:a16="http://schemas.microsoft.com/office/drawing/2014/main" id="{FEA69A99-CC18-3E82-028A-F3C3AAE7937D}"/>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4" name="Rectangle 2">
            <a:extLst>
              <a:ext uri="{FF2B5EF4-FFF2-40B4-BE49-F238E27FC236}">
                <a16:creationId xmlns:a16="http://schemas.microsoft.com/office/drawing/2014/main" id="{F00F407D-A953-966C-CE59-D8208A111045}"/>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9A96946-1031-D3E5-FF85-853A8702F340}"/>
              </a:ext>
            </a:extLst>
          </p:cNvPr>
          <p:cNvSpPr>
            <a:spLocks noGrp="1" noChangeArrowheads="1"/>
          </p:cNvSpPr>
          <p:nvPr>
            <p:ph type="sldNum"/>
          </p:nvPr>
        </p:nvSpPr>
        <p:spPr>
          <a:ln/>
        </p:spPr>
        <p:txBody>
          <a:bodyPr/>
          <a:lstStyle/>
          <a:p>
            <a:fld id="{C6EA8D7B-2015-48E7-8B46-A9F5882B0F47}" type="slidenum">
              <a:rPr lang="es-VE" altLang="es-ES"/>
              <a:pPr/>
              <a:t>7</a:t>
            </a:fld>
            <a:endParaRPr lang="es-VE" altLang="es-ES"/>
          </a:p>
        </p:txBody>
      </p:sp>
      <p:sp>
        <p:nvSpPr>
          <p:cNvPr id="80897" name="Rectangle 1">
            <a:extLst>
              <a:ext uri="{FF2B5EF4-FFF2-40B4-BE49-F238E27FC236}">
                <a16:creationId xmlns:a16="http://schemas.microsoft.com/office/drawing/2014/main" id="{FA016B66-87AE-43D3-B2F3-AD05AD9A921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898" name="Rectangle 2">
            <a:extLst>
              <a:ext uri="{FF2B5EF4-FFF2-40B4-BE49-F238E27FC236}">
                <a16:creationId xmlns:a16="http://schemas.microsoft.com/office/drawing/2014/main" id="{B69D797B-0A27-0DDE-3A83-8F2A2CB88E7E}"/>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DCC16B5-ECB5-B327-0F94-E4D966095CE5}"/>
              </a:ext>
            </a:extLst>
          </p:cNvPr>
          <p:cNvSpPr>
            <a:spLocks noGrp="1" noChangeArrowheads="1"/>
          </p:cNvSpPr>
          <p:nvPr>
            <p:ph type="sldNum"/>
          </p:nvPr>
        </p:nvSpPr>
        <p:spPr>
          <a:ln/>
        </p:spPr>
        <p:txBody>
          <a:bodyPr/>
          <a:lstStyle/>
          <a:p>
            <a:fld id="{D36C312A-BAA7-4306-A265-8DD8921BADE9}" type="slidenum">
              <a:rPr lang="es-VE" altLang="es-ES"/>
              <a:pPr/>
              <a:t>8</a:t>
            </a:fld>
            <a:endParaRPr lang="es-VE" altLang="es-ES"/>
          </a:p>
        </p:txBody>
      </p:sp>
      <p:sp>
        <p:nvSpPr>
          <p:cNvPr id="81921" name="Rectangle 1">
            <a:extLst>
              <a:ext uri="{FF2B5EF4-FFF2-40B4-BE49-F238E27FC236}">
                <a16:creationId xmlns:a16="http://schemas.microsoft.com/office/drawing/2014/main" id="{E6FADF5C-5298-3A2C-83EB-124D308219B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2" name="Rectangle 2">
            <a:extLst>
              <a:ext uri="{FF2B5EF4-FFF2-40B4-BE49-F238E27FC236}">
                <a16:creationId xmlns:a16="http://schemas.microsoft.com/office/drawing/2014/main" id="{379383A8-9B1E-AA71-93A0-3B73A73E4F6B}"/>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A2F9262-1580-4A23-04FF-E93AAA307B6C}"/>
              </a:ext>
            </a:extLst>
          </p:cNvPr>
          <p:cNvSpPr>
            <a:spLocks noGrp="1" noChangeArrowheads="1"/>
          </p:cNvSpPr>
          <p:nvPr>
            <p:ph type="sldNum"/>
          </p:nvPr>
        </p:nvSpPr>
        <p:spPr>
          <a:ln/>
        </p:spPr>
        <p:txBody>
          <a:bodyPr/>
          <a:lstStyle/>
          <a:p>
            <a:fld id="{DB2C7D5E-79F6-4444-A8B4-FA1AE18CAD1A}" type="slidenum">
              <a:rPr lang="es-VE" altLang="es-ES"/>
              <a:pPr/>
              <a:t>9</a:t>
            </a:fld>
            <a:endParaRPr lang="es-VE" altLang="es-ES"/>
          </a:p>
        </p:txBody>
      </p:sp>
      <p:sp>
        <p:nvSpPr>
          <p:cNvPr id="82945" name="Rectangle 1">
            <a:extLst>
              <a:ext uri="{FF2B5EF4-FFF2-40B4-BE49-F238E27FC236}">
                <a16:creationId xmlns:a16="http://schemas.microsoft.com/office/drawing/2014/main" id="{675189C5-0A0A-08AB-9D9F-4ECA060B426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6" name="Rectangle 2">
            <a:extLst>
              <a:ext uri="{FF2B5EF4-FFF2-40B4-BE49-F238E27FC236}">
                <a16:creationId xmlns:a16="http://schemas.microsoft.com/office/drawing/2014/main" id="{FAA0470D-A99D-4E97-7F6E-B56B81B9D3F5}"/>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3D16CD5-EFAE-0BD4-BE65-6496F1526D9E}"/>
              </a:ext>
            </a:extLst>
          </p:cNvPr>
          <p:cNvSpPr>
            <a:spLocks noGrp="1" noChangeArrowheads="1"/>
          </p:cNvSpPr>
          <p:nvPr>
            <p:ph type="sldNum"/>
          </p:nvPr>
        </p:nvSpPr>
        <p:spPr>
          <a:ln/>
        </p:spPr>
        <p:txBody>
          <a:bodyPr/>
          <a:lstStyle/>
          <a:p>
            <a:fld id="{CDF345C1-1D43-4A93-895B-5F445C8A8DC6}" type="slidenum">
              <a:rPr lang="es-VE" altLang="es-ES"/>
              <a:pPr/>
              <a:t>10</a:t>
            </a:fld>
            <a:endParaRPr lang="es-VE" altLang="es-ES"/>
          </a:p>
        </p:txBody>
      </p:sp>
      <p:sp>
        <p:nvSpPr>
          <p:cNvPr id="83969" name="Rectangle 1">
            <a:extLst>
              <a:ext uri="{FF2B5EF4-FFF2-40B4-BE49-F238E27FC236}">
                <a16:creationId xmlns:a16="http://schemas.microsoft.com/office/drawing/2014/main" id="{3E0398C9-094E-715B-3B36-2B4DF7C91E0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0" name="Rectangle 2">
            <a:extLst>
              <a:ext uri="{FF2B5EF4-FFF2-40B4-BE49-F238E27FC236}">
                <a16:creationId xmlns:a16="http://schemas.microsoft.com/office/drawing/2014/main" id="{4252A4D6-6D3D-FF6D-B6AF-6DF8630F9D1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E865C6F-AB96-0858-E8BA-478BF547CB48}"/>
              </a:ext>
            </a:extLst>
          </p:cNvPr>
          <p:cNvSpPr>
            <a:spLocks noGrp="1" noChangeArrowheads="1"/>
          </p:cNvSpPr>
          <p:nvPr>
            <p:ph type="sldNum"/>
          </p:nvPr>
        </p:nvSpPr>
        <p:spPr>
          <a:ln/>
        </p:spPr>
        <p:txBody>
          <a:bodyPr/>
          <a:lstStyle/>
          <a:p>
            <a:fld id="{7445C434-EC58-47C6-BFC9-84E6C728D65B}" type="slidenum">
              <a:rPr lang="es-VE" altLang="es-ES"/>
              <a:pPr/>
              <a:t>11</a:t>
            </a:fld>
            <a:endParaRPr lang="es-VE" altLang="es-ES"/>
          </a:p>
        </p:txBody>
      </p:sp>
      <p:sp>
        <p:nvSpPr>
          <p:cNvPr id="84993" name="Rectangle 1">
            <a:extLst>
              <a:ext uri="{FF2B5EF4-FFF2-40B4-BE49-F238E27FC236}">
                <a16:creationId xmlns:a16="http://schemas.microsoft.com/office/drawing/2014/main" id="{DC298BED-D16B-3093-9888-3BB433FCCBC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4" name="Rectangle 2">
            <a:extLst>
              <a:ext uri="{FF2B5EF4-FFF2-40B4-BE49-F238E27FC236}">
                <a16:creationId xmlns:a16="http://schemas.microsoft.com/office/drawing/2014/main" id="{65BC2C8B-FCE1-D7D4-3471-9BDA0E0B5D2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C15C64C-51A8-83E3-DDAB-408C4CDC56F9}"/>
              </a:ext>
            </a:extLst>
          </p:cNvPr>
          <p:cNvSpPr>
            <a:spLocks noGrp="1" noChangeArrowheads="1"/>
          </p:cNvSpPr>
          <p:nvPr>
            <p:ph type="sldNum"/>
          </p:nvPr>
        </p:nvSpPr>
        <p:spPr>
          <a:ln/>
        </p:spPr>
        <p:txBody>
          <a:bodyPr/>
          <a:lstStyle/>
          <a:p>
            <a:fld id="{B93DE916-73C4-4BF1-BFB1-461630673B72}" type="slidenum">
              <a:rPr lang="es-VE" altLang="es-ES"/>
              <a:pPr/>
              <a:t>12</a:t>
            </a:fld>
            <a:endParaRPr lang="es-VE" altLang="es-ES"/>
          </a:p>
        </p:txBody>
      </p:sp>
      <p:sp>
        <p:nvSpPr>
          <p:cNvPr id="86017" name="Rectangle 1">
            <a:extLst>
              <a:ext uri="{FF2B5EF4-FFF2-40B4-BE49-F238E27FC236}">
                <a16:creationId xmlns:a16="http://schemas.microsoft.com/office/drawing/2014/main" id="{37BB58BF-426C-CD60-3FFF-AF9AC7B9A66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18" name="Rectangle 2">
            <a:extLst>
              <a:ext uri="{FF2B5EF4-FFF2-40B4-BE49-F238E27FC236}">
                <a16:creationId xmlns:a16="http://schemas.microsoft.com/office/drawing/2014/main" id="{5DF89641-CE96-79F8-29C2-E97991EA783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9686A81-674E-3E43-BB47-D2A055420DBE}"/>
              </a:ext>
            </a:extLst>
          </p:cNvPr>
          <p:cNvSpPr>
            <a:spLocks noGrp="1" noChangeArrowheads="1"/>
          </p:cNvSpPr>
          <p:nvPr>
            <p:ph type="sldNum"/>
          </p:nvPr>
        </p:nvSpPr>
        <p:spPr>
          <a:ln/>
        </p:spPr>
        <p:txBody>
          <a:bodyPr/>
          <a:lstStyle/>
          <a:p>
            <a:fld id="{392098FC-3771-4482-AB9D-18F08C60DD9D}" type="slidenum">
              <a:rPr lang="es-VE" altLang="es-ES"/>
              <a:pPr/>
              <a:t>13</a:t>
            </a:fld>
            <a:endParaRPr lang="es-VE" altLang="es-ES"/>
          </a:p>
        </p:txBody>
      </p:sp>
      <p:sp>
        <p:nvSpPr>
          <p:cNvPr id="87041" name="Rectangle 1">
            <a:extLst>
              <a:ext uri="{FF2B5EF4-FFF2-40B4-BE49-F238E27FC236}">
                <a16:creationId xmlns:a16="http://schemas.microsoft.com/office/drawing/2014/main" id="{718AD92F-CB0E-9883-367C-2EA4E928ACF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2" name="Rectangle 2">
            <a:extLst>
              <a:ext uri="{FF2B5EF4-FFF2-40B4-BE49-F238E27FC236}">
                <a16:creationId xmlns:a16="http://schemas.microsoft.com/office/drawing/2014/main" id="{870D0A58-1174-69B7-07B5-A8EC8B952907}"/>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907BD5F-E5AE-BB74-C57D-F2FD605187AD}"/>
              </a:ext>
            </a:extLst>
          </p:cNvPr>
          <p:cNvSpPr>
            <a:spLocks noGrp="1" noChangeArrowheads="1"/>
          </p:cNvSpPr>
          <p:nvPr>
            <p:ph type="sldNum"/>
          </p:nvPr>
        </p:nvSpPr>
        <p:spPr>
          <a:ln/>
        </p:spPr>
        <p:txBody>
          <a:bodyPr/>
          <a:lstStyle/>
          <a:p>
            <a:fld id="{BAE6EC47-E149-421C-843D-1911B1458A7F}" type="slidenum">
              <a:rPr lang="es-VE" altLang="es-ES"/>
              <a:pPr/>
              <a:t>14</a:t>
            </a:fld>
            <a:endParaRPr lang="es-VE" altLang="es-ES"/>
          </a:p>
        </p:txBody>
      </p:sp>
      <p:sp>
        <p:nvSpPr>
          <p:cNvPr id="88065" name="Rectangle 1">
            <a:extLst>
              <a:ext uri="{FF2B5EF4-FFF2-40B4-BE49-F238E27FC236}">
                <a16:creationId xmlns:a16="http://schemas.microsoft.com/office/drawing/2014/main" id="{80447DB5-370F-B0A3-7EC4-81CEE14F8B4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6" name="Rectangle 2">
            <a:extLst>
              <a:ext uri="{FF2B5EF4-FFF2-40B4-BE49-F238E27FC236}">
                <a16:creationId xmlns:a16="http://schemas.microsoft.com/office/drawing/2014/main" id="{B8A8171D-64DB-80C2-EE00-49A5A1981FD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1F57FB5-B19A-4D83-56F7-77B30E91C2DB}"/>
              </a:ext>
            </a:extLst>
          </p:cNvPr>
          <p:cNvSpPr>
            <a:spLocks noGrp="1" noChangeArrowheads="1"/>
          </p:cNvSpPr>
          <p:nvPr>
            <p:ph type="sldNum"/>
          </p:nvPr>
        </p:nvSpPr>
        <p:spPr>
          <a:ln/>
        </p:spPr>
        <p:txBody>
          <a:bodyPr/>
          <a:lstStyle/>
          <a:p>
            <a:fld id="{33CA7445-FF7A-48F6-B927-110E3C55F6DC}" type="slidenum">
              <a:rPr lang="es-VE" altLang="es-ES"/>
              <a:pPr/>
              <a:t>15</a:t>
            </a:fld>
            <a:endParaRPr lang="es-VE" altLang="es-ES"/>
          </a:p>
        </p:txBody>
      </p:sp>
      <p:sp>
        <p:nvSpPr>
          <p:cNvPr id="89089" name="Rectangle 1">
            <a:extLst>
              <a:ext uri="{FF2B5EF4-FFF2-40B4-BE49-F238E27FC236}">
                <a16:creationId xmlns:a16="http://schemas.microsoft.com/office/drawing/2014/main" id="{0479629C-1245-AF00-0970-0BFC26B002D6}"/>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0" name="Rectangle 2">
            <a:extLst>
              <a:ext uri="{FF2B5EF4-FFF2-40B4-BE49-F238E27FC236}">
                <a16:creationId xmlns:a16="http://schemas.microsoft.com/office/drawing/2014/main" id="{370EE608-E625-BC4C-5E2E-4C82326B0D7D}"/>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51915CD-CD28-A7D1-265B-B75BC2CA0541}"/>
              </a:ext>
            </a:extLst>
          </p:cNvPr>
          <p:cNvSpPr>
            <a:spLocks noGrp="1" noChangeArrowheads="1"/>
          </p:cNvSpPr>
          <p:nvPr>
            <p:ph type="sldNum"/>
          </p:nvPr>
        </p:nvSpPr>
        <p:spPr>
          <a:ln/>
        </p:spPr>
        <p:txBody>
          <a:bodyPr/>
          <a:lstStyle/>
          <a:p>
            <a:fld id="{1D1FE567-08AA-4EE2-9DDD-343188A0C4C9}" type="slidenum">
              <a:rPr lang="es-VE" altLang="es-ES"/>
              <a:pPr/>
              <a:t>16</a:t>
            </a:fld>
            <a:endParaRPr lang="es-VE" altLang="es-ES"/>
          </a:p>
        </p:txBody>
      </p:sp>
      <p:sp>
        <p:nvSpPr>
          <p:cNvPr id="90113" name="Rectangle 1">
            <a:extLst>
              <a:ext uri="{FF2B5EF4-FFF2-40B4-BE49-F238E27FC236}">
                <a16:creationId xmlns:a16="http://schemas.microsoft.com/office/drawing/2014/main" id="{BCBC86B7-C8CC-9E70-7A70-3055890FE3B0}"/>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4" name="Rectangle 2">
            <a:extLst>
              <a:ext uri="{FF2B5EF4-FFF2-40B4-BE49-F238E27FC236}">
                <a16:creationId xmlns:a16="http://schemas.microsoft.com/office/drawing/2014/main" id="{CE7BF570-70B0-108B-77C7-273F5366BADB}"/>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6262A4E-EC6C-7D78-5A5F-B6064068D222}"/>
              </a:ext>
            </a:extLst>
          </p:cNvPr>
          <p:cNvSpPr>
            <a:spLocks noGrp="1" noChangeArrowheads="1"/>
          </p:cNvSpPr>
          <p:nvPr>
            <p:ph type="sldNum"/>
          </p:nvPr>
        </p:nvSpPr>
        <p:spPr>
          <a:ln/>
        </p:spPr>
        <p:txBody>
          <a:bodyPr/>
          <a:lstStyle/>
          <a:p>
            <a:fld id="{2CF4DD16-8C1E-461F-9EA0-594291712E91}" type="slidenum">
              <a:rPr lang="es-VE" altLang="es-ES"/>
              <a:pPr/>
              <a:t>17</a:t>
            </a:fld>
            <a:endParaRPr lang="es-VE" altLang="es-ES"/>
          </a:p>
        </p:txBody>
      </p:sp>
      <p:sp>
        <p:nvSpPr>
          <p:cNvPr id="91137" name="Rectangle 1">
            <a:extLst>
              <a:ext uri="{FF2B5EF4-FFF2-40B4-BE49-F238E27FC236}">
                <a16:creationId xmlns:a16="http://schemas.microsoft.com/office/drawing/2014/main" id="{84807064-C9C3-C89A-B0C3-0C56CBC00BFB}"/>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8" name="Rectangle 2">
            <a:extLst>
              <a:ext uri="{FF2B5EF4-FFF2-40B4-BE49-F238E27FC236}">
                <a16:creationId xmlns:a16="http://schemas.microsoft.com/office/drawing/2014/main" id="{8CB1ACBE-565A-0590-EF7A-5D827DC77724}"/>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EA7ED1A-EBF2-BC20-A3AB-049098A0BA58}"/>
              </a:ext>
            </a:extLst>
          </p:cNvPr>
          <p:cNvSpPr>
            <a:spLocks noGrp="1" noChangeArrowheads="1"/>
          </p:cNvSpPr>
          <p:nvPr>
            <p:ph type="sldNum"/>
          </p:nvPr>
        </p:nvSpPr>
        <p:spPr>
          <a:ln/>
        </p:spPr>
        <p:txBody>
          <a:bodyPr/>
          <a:lstStyle/>
          <a:p>
            <a:fld id="{0482CE0A-0325-4489-9ED2-22CA369CAFDD}" type="slidenum">
              <a:rPr lang="es-VE" altLang="es-ES"/>
              <a:pPr/>
              <a:t>18</a:t>
            </a:fld>
            <a:endParaRPr lang="es-VE" altLang="es-ES"/>
          </a:p>
        </p:txBody>
      </p:sp>
      <p:sp>
        <p:nvSpPr>
          <p:cNvPr id="92161" name="Rectangle 1">
            <a:extLst>
              <a:ext uri="{FF2B5EF4-FFF2-40B4-BE49-F238E27FC236}">
                <a16:creationId xmlns:a16="http://schemas.microsoft.com/office/drawing/2014/main" id="{AD75EFDD-5C44-16EA-E674-090C5A22DC3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2" name="Rectangle 2">
            <a:extLst>
              <a:ext uri="{FF2B5EF4-FFF2-40B4-BE49-F238E27FC236}">
                <a16:creationId xmlns:a16="http://schemas.microsoft.com/office/drawing/2014/main" id="{BB8DD7ED-8D3B-EF3E-F6DE-4C0F1D69E38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A401724-59B0-AC53-BFE8-DFC32A149311}"/>
              </a:ext>
            </a:extLst>
          </p:cNvPr>
          <p:cNvSpPr>
            <a:spLocks noGrp="1" noChangeArrowheads="1"/>
          </p:cNvSpPr>
          <p:nvPr>
            <p:ph type="sldNum"/>
          </p:nvPr>
        </p:nvSpPr>
        <p:spPr>
          <a:ln/>
        </p:spPr>
        <p:txBody>
          <a:bodyPr/>
          <a:lstStyle/>
          <a:p>
            <a:fld id="{A497778B-6134-41AE-9691-53612B10249E}" type="slidenum">
              <a:rPr lang="es-VE" altLang="es-ES"/>
              <a:pPr/>
              <a:t>19</a:t>
            </a:fld>
            <a:endParaRPr lang="es-VE" altLang="es-ES"/>
          </a:p>
        </p:txBody>
      </p:sp>
      <p:sp>
        <p:nvSpPr>
          <p:cNvPr id="93185" name="Rectangle 1">
            <a:extLst>
              <a:ext uri="{FF2B5EF4-FFF2-40B4-BE49-F238E27FC236}">
                <a16:creationId xmlns:a16="http://schemas.microsoft.com/office/drawing/2014/main" id="{DE33A688-AB24-EF6A-4338-E904C5B233F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6" name="Rectangle 2">
            <a:extLst>
              <a:ext uri="{FF2B5EF4-FFF2-40B4-BE49-F238E27FC236}">
                <a16:creationId xmlns:a16="http://schemas.microsoft.com/office/drawing/2014/main" id="{DA13322E-5604-C5F3-9B04-51A0FBEEFD56}"/>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4580C36-5CAB-1975-1DF6-9672D0B63950}"/>
              </a:ext>
            </a:extLst>
          </p:cNvPr>
          <p:cNvSpPr>
            <a:spLocks noGrp="1" noChangeArrowheads="1"/>
          </p:cNvSpPr>
          <p:nvPr>
            <p:ph type="sldNum"/>
          </p:nvPr>
        </p:nvSpPr>
        <p:spPr>
          <a:ln/>
        </p:spPr>
        <p:txBody>
          <a:bodyPr/>
          <a:lstStyle/>
          <a:p>
            <a:fld id="{2AAF97A9-733B-4671-B38E-4AC32A58859A}" type="slidenum">
              <a:rPr lang="es-VE" altLang="es-ES"/>
              <a:pPr/>
              <a:t>20</a:t>
            </a:fld>
            <a:endParaRPr lang="es-VE" altLang="es-ES"/>
          </a:p>
        </p:txBody>
      </p:sp>
      <p:sp>
        <p:nvSpPr>
          <p:cNvPr id="94209" name="Rectangle 1">
            <a:extLst>
              <a:ext uri="{FF2B5EF4-FFF2-40B4-BE49-F238E27FC236}">
                <a16:creationId xmlns:a16="http://schemas.microsoft.com/office/drawing/2014/main" id="{3E55CBDD-C3EF-3D18-6526-337CF2A1CC0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0" name="Rectangle 2">
            <a:extLst>
              <a:ext uri="{FF2B5EF4-FFF2-40B4-BE49-F238E27FC236}">
                <a16:creationId xmlns:a16="http://schemas.microsoft.com/office/drawing/2014/main" id="{2C68C741-5D6E-B976-6090-24E499CD4C04}"/>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AB8852F-C3CD-8EB9-9235-A275FBBC7EB7}"/>
              </a:ext>
            </a:extLst>
          </p:cNvPr>
          <p:cNvSpPr>
            <a:spLocks noGrp="1" noChangeArrowheads="1"/>
          </p:cNvSpPr>
          <p:nvPr>
            <p:ph type="sldNum"/>
          </p:nvPr>
        </p:nvSpPr>
        <p:spPr>
          <a:ln/>
        </p:spPr>
        <p:txBody>
          <a:bodyPr/>
          <a:lstStyle/>
          <a:p>
            <a:fld id="{565F4143-F651-426F-A97E-6292DEB965BB}" type="slidenum">
              <a:rPr lang="es-VE" altLang="es-ES"/>
              <a:pPr/>
              <a:t>21</a:t>
            </a:fld>
            <a:endParaRPr lang="es-VE" altLang="es-ES"/>
          </a:p>
        </p:txBody>
      </p:sp>
      <p:sp>
        <p:nvSpPr>
          <p:cNvPr id="95233" name="Rectangle 1">
            <a:extLst>
              <a:ext uri="{FF2B5EF4-FFF2-40B4-BE49-F238E27FC236}">
                <a16:creationId xmlns:a16="http://schemas.microsoft.com/office/drawing/2014/main" id="{2E5E5AAB-501E-6D99-20C9-CFE6306883AE}"/>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4" name="Rectangle 2">
            <a:extLst>
              <a:ext uri="{FF2B5EF4-FFF2-40B4-BE49-F238E27FC236}">
                <a16:creationId xmlns:a16="http://schemas.microsoft.com/office/drawing/2014/main" id="{2C6A046F-BE28-02CA-43C5-9ED6D328E6E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398F675-B31A-57F3-9BF7-7E1E56400804}"/>
              </a:ext>
            </a:extLst>
          </p:cNvPr>
          <p:cNvSpPr>
            <a:spLocks noGrp="1" noChangeArrowheads="1"/>
          </p:cNvSpPr>
          <p:nvPr>
            <p:ph type="sldNum"/>
          </p:nvPr>
        </p:nvSpPr>
        <p:spPr>
          <a:ln/>
        </p:spPr>
        <p:txBody>
          <a:bodyPr/>
          <a:lstStyle/>
          <a:p>
            <a:fld id="{93005996-4FDF-4A0D-989F-6DF64E829329}" type="slidenum">
              <a:rPr lang="es-VE" altLang="es-ES"/>
              <a:pPr/>
              <a:t>22</a:t>
            </a:fld>
            <a:endParaRPr lang="es-VE" altLang="es-ES"/>
          </a:p>
        </p:txBody>
      </p:sp>
      <p:sp>
        <p:nvSpPr>
          <p:cNvPr id="96257" name="Rectangle 1">
            <a:extLst>
              <a:ext uri="{FF2B5EF4-FFF2-40B4-BE49-F238E27FC236}">
                <a16:creationId xmlns:a16="http://schemas.microsoft.com/office/drawing/2014/main" id="{1E431EF8-E132-ADF0-36F2-CB4D6324530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58" name="Rectangle 2">
            <a:extLst>
              <a:ext uri="{FF2B5EF4-FFF2-40B4-BE49-F238E27FC236}">
                <a16:creationId xmlns:a16="http://schemas.microsoft.com/office/drawing/2014/main" id="{ABA333DD-1867-8A6D-0A1F-F4BBB57B744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1521E4A-D931-11EA-F8D1-074526EACD28}"/>
              </a:ext>
            </a:extLst>
          </p:cNvPr>
          <p:cNvSpPr>
            <a:spLocks noGrp="1" noChangeArrowheads="1"/>
          </p:cNvSpPr>
          <p:nvPr>
            <p:ph type="sldNum"/>
          </p:nvPr>
        </p:nvSpPr>
        <p:spPr>
          <a:ln/>
        </p:spPr>
        <p:txBody>
          <a:bodyPr/>
          <a:lstStyle/>
          <a:p>
            <a:fld id="{5BE39B9C-A9F9-4A3A-B933-8A476C9DBBD1}" type="slidenum">
              <a:rPr lang="es-VE" altLang="es-ES"/>
              <a:pPr/>
              <a:t>23</a:t>
            </a:fld>
            <a:endParaRPr lang="es-VE" altLang="es-ES"/>
          </a:p>
        </p:txBody>
      </p:sp>
      <p:sp>
        <p:nvSpPr>
          <p:cNvPr id="97281" name="Rectangle 1">
            <a:extLst>
              <a:ext uri="{FF2B5EF4-FFF2-40B4-BE49-F238E27FC236}">
                <a16:creationId xmlns:a16="http://schemas.microsoft.com/office/drawing/2014/main" id="{B06135EB-368B-E2E4-69A9-74F76F5E262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2" name="Rectangle 2">
            <a:extLst>
              <a:ext uri="{FF2B5EF4-FFF2-40B4-BE49-F238E27FC236}">
                <a16:creationId xmlns:a16="http://schemas.microsoft.com/office/drawing/2014/main" id="{F65DAF30-7899-26B8-6E59-FBD125D004CE}"/>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F05C88C-0DA7-667A-230E-8D53EA5BDEE1}"/>
              </a:ext>
            </a:extLst>
          </p:cNvPr>
          <p:cNvSpPr>
            <a:spLocks noGrp="1" noChangeArrowheads="1"/>
          </p:cNvSpPr>
          <p:nvPr>
            <p:ph type="sldNum"/>
          </p:nvPr>
        </p:nvSpPr>
        <p:spPr>
          <a:ln/>
        </p:spPr>
        <p:txBody>
          <a:bodyPr/>
          <a:lstStyle/>
          <a:p>
            <a:fld id="{51B282CF-A0F9-4E92-8BBA-3E7A1DD38ABD}" type="slidenum">
              <a:rPr lang="es-VE" altLang="es-ES"/>
              <a:pPr/>
              <a:t>24</a:t>
            </a:fld>
            <a:endParaRPr lang="es-VE" altLang="es-ES"/>
          </a:p>
        </p:txBody>
      </p:sp>
      <p:sp>
        <p:nvSpPr>
          <p:cNvPr id="98305" name="Rectangle 1">
            <a:extLst>
              <a:ext uri="{FF2B5EF4-FFF2-40B4-BE49-F238E27FC236}">
                <a16:creationId xmlns:a16="http://schemas.microsoft.com/office/drawing/2014/main" id="{FC2A291D-C93B-DBF7-0F49-AA2ED8ED87C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a:extLst>
              <a:ext uri="{FF2B5EF4-FFF2-40B4-BE49-F238E27FC236}">
                <a16:creationId xmlns:a16="http://schemas.microsoft.com/office/drawing/2014/main" id="{B47B1D37-44D7-BDD0-3EAC-AB8B2F16626C}"/>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3EA9FB1-9C93-779C-6C66-521753992F90}"/>
              </a:ext>
            </a:extLst>
          </p:cNvPr>
          <p:cNvSpPr>
            <a:spLocks noGrp="1" noChangeArrowheads="1"/>
          </p:cNvSpPr>
          <p:nvPr>
            <p:ph type="sldNum"/>
          </p:nvPr>
        </p:nvSpPr>
        <p:spPr>
          <a:ln/>
        </p:spPr>
        <p:txBody>
          <a:bodyPr/>
          <a:lstStyle/>
          <a:p>
            <a:fld id="{000BD06F-155A-4054-94AF-97217E9F99BC}" type="slidenum">
              <a:rPr lang="es-VE" altLang="es-ES"/>
              <a:pPr/>
              <a:t>25</a:t>
            </a:fld>
            <a:endParaRPr lang="es-VE" altLang="es-ES"/>
          </a:p>
        </p:txBody>
      </p:sp>
      <p:sp>
        <p:nvSpPr>
          <p:cNvPr id="99329" name="Rectangle 1">
            <a:extLst>
              <a:ext uri="{FF2B5EF4-FFF2-40B4-BE49-F238E27FC236}">
                <a16:creationId xmlns:a16="http://schemas.microsoft.com/office/drawing/2014/main" id="{47CFB27D-B88B-99F5-26E7-3A934931021F}"/>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0" name="Rectangle 2">
            <a:extLst>
              <a:ext uri="{FF2B5EF4-FFF2-40B4-BE49-F238E27FC236}">
                <a16:creationId xmlns:a16="http://schemas.microsoft.com/office/drawing/2014/main" id="{AB3CB75E-E328-734E-3600-8520B70B7758}"/>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E3BD176-F787-5D01-35B2-6BB415FF71D0}"/>
              </a:ext>
            </a:extLst>
          </p:cNvPr>
          <p:cNvSpPr>
            <a:spLocks noGrp="1" noChangeArrowheads="1"/>
          </p:cNvSpPr>
          <p:nvPr>
            <p:ph type="sldNum"/>
          </p:nvPr>
        </p:nvSpPr>
        <p:spPr>
          <a:ln/>
        </p:spPr>
        <p:txBody>
          <a:bodyPr/>
          <a:lstStyle/>
          <a:p>
            <a:fld id="{FDA00CA5-B481-45DE-8BAD-EE06C43E5326}" type="slidenum">
              <a:rPr lang="es-VE" altLang="es-ES"/>
              <a:pPr/>
              <a:t>26</a:t>
            </a:fld>
            <a:endParaRPr lang="es-VE" altLang="es-ES"/>
          </a:p>
        </p:txBody>
      </p:sp>
      <p:sp>
        <p:nvSpPr>
          <p:cNvPr id="100353" name="Rectangle 1">
            <a:extLst>
              <a:ext uri="{FF2B5EF4-FFF2-40B4-BE49-F238E27FC236}">
                <a16:creationId xmlns:a16="http://schemas.microsoft.com/office/drawing/2014/main" id="{E308CF52-02FA-22CE-A995-5525FE770C9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4" name="Rectangle 2">
            <a:extLst>
              <a:ext uri="{FF2B5EF4-FFF2-40B4-BE49-F238E27FC236}">
                <a16:creationId xmlns:a16="http://schemas.microsoft.com/office/drawing/2014/main" id="{19DB0149-EEB3-F7D2-7175-1A4D19BEC6DC}"/>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25AB663-E36B-5C24-4E76-431CBE023E19}"/>
              </a:ext>
            </a:extLst>
          </p:cNvPr>
          <p:cNvSpPr>
            <a:spLocks noGrp="1" noChangeArrowheads="1"/>
          </p:cNvSpPr>
          <p:nvPr>
            <p:ph type="sldNum"/>
          </p:nvPr>
        </p:nvSpPr>
        <p:spPr>
          <a:ln/>
        </p:spPr>
        <p:txBody>
          <a:bodyPr/>
          <a:lstStyle/>
          <a:p>
            <a:fld id="{7B149C26-7925-40F7-A040-CA30A023F915}" type="slidenum">
              <a:rPr lang="es-VE" altLang="es-ES"/>
              <a:pPr/>
              <a:t>27</a:t>
            </a:fld>
            <a:endParaRPr lang="es-VE" altLang="es-ES"/>
          </a:p>
        </p:txBody>
      </p:sp>
      <p:sp>
        <p:nvSpPr>
          <p:cNvPr id="101377" name="Rectangle 1">
            <a:extLst>
              <a:ext uri="{FF2B5EF4-FFF2-40B4-BE49-F238E27FC236}">
                <a16:creationId xmlns:a16="http://schemas.microsoft.com/office/drawing/2014/main" id="{E2AFDDC4-EB0F-73E8-2C2F-CAC5064BE5A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78" name="Rectangle 2">
            <a:extLst>
              <a:ext uri="{FF2B5EF4-FFF2-40B4-BE49-F238E27FC236}">
                <a16:creationId xmlns:a16="http://schemas.microsoft.com/office/drawing/2014/main" id="{D6C5687C-D995-FA49-BC6A-1B31BF7404C3}"/>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DD85C85-60F8-6A14-90C2-0BC6D1D30AF5}"/>
              </a:ext>
            </a:extLst>
          </p:cNvPr>
          <p:cNvSpPr>
            <a:spLocks noGrp="1" noChangeArrowheads="1"/>
          </p:cNvSpPr>
          <p:nvPr>
            <p:ph type="sldNum"/>
          </p:nvPr>
        </p:nvSpPr>
        <p:spPr>
          <a:ln/>
        </p:spPr>
        <p:txBody>
          <a:bodyPr/>
          <a:lstStyle/>
          <a:p>
            <a:fld id="{B4E7CFD8-1EDD-4F54-AEA7-50075EAB31B8}" type="slidenum">
              <a:rPr lang="es-VE" altLang="es-ES"/>
              <a:pPr/>
              <a:t>28</a:t>
            </a:fld>
            <a:endParaRPr lang="es-VE" altLang="es-ES"/>
          </a:p>
        </p:txBody>
      </p:sp>
      <p:sp>
        <p:nvSpPr>
          <p:cNvPr id="102401" name="Rectangle 1">
            <a:extLst>
              <a:ext uri="{FF2B5EF4-FFF2-40B4-BE49-F238E27FC236}">
                <a16:creationId xmlns:a16="http://schemas.microsoft.com/office/drawing/2014/main" id="{8D54716F-B1B7-3502-FE10-FDB3486FB044}"/>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a:extLst>
              <a:ext uri="{FF2B5EF4-FFF2-40B4-BE49-F238E27FC236}">
                <a16:creationId xmlns:a16="http://schemas.microsoft.com/office/drawing/2014/main" id="{A485D320-5088-EDA1-AF83-A3CA8EB9D15C}"/>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6F7AB8D-0D09-67FB-5F39-D32311323061}"/>
              </a:ext>
            </a:extLst>
          </p:cNvPr>
          <p:cNvSpPr>
            <a:spLocks noGrp="1" noChangeArrowheads="1"/>
          </p:cNvSpPr>
          <p:nvPr>
            <p:ph type="sldNum"/>
          </p:nvPr>
        </p:nvSpPr>
        <p:spPr>
          <a:ln/>
        </p:spPr>
        <p:txBody>
          <a:bodyPr/>
          <a:lstStyle/>
          <a:p>
            <a:fld id="{0FC84E29-8AFE-4474-B202-21AC9CA6810A}" type="slidenum">
              <a:rPr lang="es-VE" altLang="es-ES"/>
              <a:pPr/>
              <a:t>29</a:t>
            </a:fld>
            <a:endParaRPr lang="es-VE" altLang="es-ES"/>
          </a:p>
        </p:txBody>
      </p:sp>
      <p:sp>
        <p:nvSpPr>
          <p:cNvPr id="103425" name="Rectangle 1">
            <a:extLst>
              <a:ext uri="{FF2B5EF4-FFF2-40B4-BE49-F238E27FC236}">
                <a16:creationId xmlns:a16="http://schemas.microsoft.com/office/drawing/2014/main" id="{63157F7A-3902-E1ED-E4BD-512E826CB784}"/>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a:extLst>
              <a:ext uri="{FF2B5EF4-FFF2-40B4-BE49-F238E27FC236}">
                <a16:creationId xmlns:a16="http://schemas.microsoft.com/office/drawing/2014/main" id="{8D2FD070-CFEF-998E-F60D-69FFD27C6CD8}"/>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EF34759-5511-809B-EC7D-4CE84575E8B6}"/>
              </a:ext>
            </a:extLst>
          </p:cNvPr>
          <p:cNvSpPr>
            <a:spLocks noGrp="1" noChangeArrowheads="1"/>
          </p:cNvSpPr>
          <p:nvPr>
            <p:ph type="sldNum"/>
          </p:nvPr>
        </p:nvSpPr>
        <p:spPr>
          <a:ln/>
        </p:spPr>
        <p:txBody>
          <a:bodyPr/>
          <a:lstStyle/>
          <a:p>
            <a:fld id="{020E05F0-7AA8-408E-9373-B4B66C373D66}" type="slidenum">
              <a:rPr lang="es-VE" altLang="es-ES"/>
              <a:pPr/>
              <a:t>30</a:t>
            </a:fld>
            <a:endParaRPr lang="es-VE" altLang="es-ES"/>
          </a:p>
        </p:txBody>
      </p:sp>
      <p:sp>
        <p:nvSpPr>
          <p:cNvPr id="104449" name="Rectangle 1">
            <a:extLst>
              <a:ext uri="{FF2B5EF4-FFF2-40B4-BE49-F238E27FC236}">
                <a16:creationId xmlns:a16="http://schemas.microsoft.com/office/drawing/2014/main" id="{88A399E8-FF8E-271A-3C09-6A57C1AF176E}"/>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Rectangle 2">
            <a:extLst>
              <a:ext uri="{FF2B5EF4-FFF2-40B4-BE49-F238E27FC236}">
                <a16:creationId xmlns:a16="http://schemas.microsoft.com/office/drawing/2014/main" id="{3156E88A-07F1-B491-8895-E5BB78391FB1}"/>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6EFC9C6-31F4-ADD8-C8DB-75121423D300}"/>
              </a:ext>
            </a:extLst>
          </p:cNvPr>
          <p:cNvSpPr>
            <a:spLocks noGrp="1" noChangeArrowheads="1"/>
          </p:cNvSpPr>
          <p:nvPr>
            <p:ph type="sldNum"/>
          </p:nvPr>
        </p:nvSpPr>
        <p:spPr>
          <a:ln/>
        </p:spPr>
        <p:txBody>
          <a:bodyPr/>
          <a:lstStyle/>
          <a:p>
            <a:fld id="{259EB964-1C94-4E49-B4AF-29C9A50AD16A}" type="slidenum">
              <a:rPr lang="es-VE" altLang="es-ES"/>
              <a:pPr/>
              <a:t>31</a:t>
            </a:fld>
            <a:endParaRPr lang="es-VE" altLang="es-ES"/>
          </a:p>
        </p:txBody>
      </p:sp>
      <p:sp>
        <p:nvSpPr>
          <p:cNvPr id="105473" name="Rectangle 1">
            <a:extLst>
              <a:ext uri="{FF2B5EF4-FFF2-40B4-BE49-F238E27FC236}">
                <a16:creationId xmlns:a16="http://schemas.microsoft.com/office/drawing/2014/main" id="{7B903C40-0C87-5B75-97E3-B384B9297D1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a:extLst>
              <a:ext uri="{FF2B5EF4-FFF2-40B4-BE49-F238E27FC236}">
                <a16:creationId xmlns:a16="http://schemas.microsoft.com/office/drawing/2014/main" id="{D4667A2E-E6AD-67C1-7084-79FFC05682D9}"/>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6415480-C195-B204-CE94-B4722E7BCF4F}"/>
              </a:ext>
            </a:extLst>
          </p:cNvPr>
          <p:cNvSpPr>
            <a:spLocks noGrp="1" noChangeArrowheads="1"/>
          </p:cNvSpPr>
          <p:nvPr>
            <p:ph type="sldNum"/>
          </p:nvPr>
        </p:nvSpPr>
        <p:spPr>
          <a:ln/>
        </p:spPr>
        <p:txBody>
          <a:bodyPr/>
          <a:lstStyle/>
          <a:p>
            <a:fld id="{D8D7674A-7DA6-47F8-9BBF-8791E7D96FB8}" type="slidenum">
              <a:rPr lang="es-VE" altLang="es-ES"/>
              <a:pPr/>
              <a:t>32</a:t>
            </a:fld>
            <a:endParaRPr lang="es-VE" altLang="es-ES"/>
          </a:p>
        </p:txBody>
      </p:sp>
      <p:sp>
        <p:nvSpPr>
          <p:cNvPr id="106497" name="Rectangle 1">
            <a:extLst>
              <a:ext uri="{FF2B5EF4-FFF2-40B4-BE49-F238E27FC236}">
                <a16:creationId xmlns:a16="http://schemas.microsoft.com/office/drawing/2014/main" id="{482725CE-EC7E-0E9C-C7E5-3627C912E2D2}"/>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8" name="Rectangle 2">
            <a:extLst>
              <a:ext uri="{FF2B5EF4-FFF2-40B4-BE49-F238E27FC236}">
                <a16:creationId xmlns:a16="http://schemas.microsoft.com/office/drawing/2014/main" id="{A4179908-48D8-1FEF-C08D-FBC9F3422E79}"/>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D601BE2-00E6-7F2F-27F7-04448375369B}"/>
              </a:ext>
            </a:extLst>
          </p:cNvPr>
          <p:cNvSpPr>
            <a:spLocks noGrp="1" noChangeArrowheads="1"/>
          </p:cNvSpPr>
          <p:nvPr>
            <p:ph type="sldNum"/>
          </p:nvPr>
        </p:nvSpPr>
        <p:spPr>
          <a:ln/>
        </p:spPr>
        <p:txBody>
          <a:bodyPr/>
          <a:lstStyle/>
          <a:p>
            <a:fld id="{B4A1AEA8-2731-4BE5-B6B1-144EA8389078}" type="slidenum">
              <a:rPr lang="es-VE" altLang="es-ES"/>
              <a:pPr/>
              <a:t>33</a:t>
            </a:fld>
            <a:endParaRPr lang="es-VE" altLang="es-ES"/>
          </a:p>
        </p:txBody>
      </p:sp>
      <p:sp>
        <p:nvSpPr>
          <p:cNvPr id="107521" name="Rectangle 1">
            <a:extLst>
              <a:ext uri="{FF2B5EF4-FFF2-40B4-BE49-F238E27FC236}">
                <a16:creationId xmlns:a16="http://schemas.microsoft.com/office/drawing/2014/main" id="{07EDAAAE-A410-4DC8-6DDE-D67AF739E5F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a:extLst>
              <a:ext uri="{FF2B5EF4-FFF2-40B4-BE49-F238E27FC236}">
                <a16:creationId xmlns:a16="http://schemas.microsoft.com/office/drawing/2014/main" id="{99CF44D9-5FA4-7BB3-5283-21F7C47C8AD6}"/>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B885798-A355-8E45-B93E-F392414C48DD}"/>
              </a:ext>
            </a:extLst>
          </p:cNvPr>
          <p:cNvSpPr>
            <a:spLocks noGrp="1" noChangeArrowheads="1"/>
          </p:cNvSpPr>
          <p:nvPr>
            <p:ph type="sldNum"/>
          </p:nvPr>
        </p:nvSpPr>
        <p:spPr>
          <a:ln/>
        </p:spPr>
        <p:txBody>
          <a:bodyPr/>
          <a:lstStyle/>
          <a:p>
            <a:fld id="{08A1C1FD-E913-4092-A3CC-2D160FC4463B}" type="slidenum">
              <a:rPr lang="es-VE" altLang="es-ES"/>
              <a:pPr/>
              <a:t>34</a:t>
            </a:fld>
            <a:endParaRPr lang="es-VE" altLang="es-ES"/>
          </a:p>
        </p:txBody>
      </p:sp>
      <p:sp>
        <p:nvSpPr>
          <p:cNvPr id="108545" name="Rectangle 1">
            <a:extLst>
              <a:ext uri="{FF2B5EF4-FFF2-40B4-BE49-F238E27FC236}">
                <a16:creationId xmlns:a16="http://schemas.microsoft.com/office/drawing/2014/main" id="{6432D168-AB2B-ADE0-8FE2-C9BC41759A8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Rectangle 2">
            <a:extLst>
              <a:ext uri="{FF2B5EF4-FFF2-40B4-BE49-F238E27FC236}">
                <a16:creationId xmlns:a16="http://schemas.microsoft.com/office/drawing/2014/main" id="{3E34AC21-AD95-72CB-A8B2-FA1066138444}"/>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832E4DC-9306-D62B-68B7-11BFD19DEFEF}"/>
              </a:ext>
            </a:extLst>
          </p:cNvPr>
          <p:cNvSpPr>
            <a:spLocks noGrp="1" noChangeArrowheads="1"/>
          </p:cNvSpPr>
          <p:nvPr>
            <p:ph type="sldNum"/>
          </p:nvPr>
        </p:nvSpPr>
        <p:spPr>
          <a:ln/>
        </p:spPr>
        <p:txBody>
          <a:bodyPr/>
          <a:lstStyle/>
          <a:p>
            <a:fld id="{A0604110-0C19-4824-8E88-6B0B57345446}" type="slidenum">
              <a:rPr lang="es-VE" altLang="es-ES"/>
              <a:pPr/>
              <a:t>35</a:t>
            </a:fld>
            <a:endParaRPr lang="es-VE" altLang="es-ES"/>
          </a:p>
        </p:txBody>
      </p:sp>
      <p:sp>
        <p:nvSpPr>
          <p:cNvPr id="109569" name="Rectangle 1">
            <a:extLst>
              <a:ext uri="{FF2B5EF4-FFF2-40B4-BE49-F238E27FC236}">
                <a16:creationId xmlns:a16="http://schemas.microsoft.com/office/drawing/2014/main" id="{592936D7-E644-C0E3-1C57-16E112EE7F7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0" name="Rectangle 2">
            <a:extLst>
              <a:ext uri="{FF2B5EF4-FFF2-40B4-BE49-F238E27FC236}">
                <a16:creationId xmlns:a16="http://schemas.microsoft.com/office/drawing/2014/main" id="{79EA1DFD-B13C-13ED-24C3-42D35B77EF08}"/>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E77E0EE-0C6A-E59A-238F-BA2D6C8A7AB7}"/>
              </a:ext>
            </a:extLst>
          </p:cNvPr>
          <p:cNvSpPr>
            <a:spLocks noGrp="1" noChangeArrowheads="1"/>
          </p:cNvSpPr>
          <p:nvPr>
            <p:ph type="sldNum"/>
          </p:nvPr>
        </p:nvSpPr>
        <p:spPr>
          <a:ln/>
        </p:spPr>
        <p:txBody>
          <a:bodyPr/>
          <a:lstStyle/>
          <a:p>
            <a:fld id="{AB45BF10-63C1-45A6-9934-C63F9D8C4067}" type="slidenum">
              <a:rPr lang="es-VE" altLang="es-ES"/>
              <a:pPr/>
              <a:t>36</a:t>
            </a:fld>
            <a:endParaRPr lang="es-VE" altLang="es-ES"/>
          </a:p>
        </p:txBody>
      </p:sp>
      <p:sp>
        <p:nvSpPr>
          <p:cNvPr id="110593" name="Rectangle 1">
            <a:extLst>
              <a:ext uri="{FF2B5EF4-FFF2-40B4-BE49-F238E27FC236}">
                <a16:creationId xmlns:a16="http://schemas.microsoft.com/office/drawing/2014/main" id="{B4A1E161-F48D-6682-4A8F-0399274EEE82}"/>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4" name="Rectangle 2">
            <a:extLst>
              <a:ext uri="{FF2B5EF4-FFF2-40B4-BE49-F238E27FC236}">
                <a16:creationId xmlns:a16="http://schemas.microsoft.com/office/drawing/2014/main" id="{5DEA11DF-AA0A-A423-0A53-129A37C2BCE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FC86A32-E2C6-23A1-E27A-1FB01181CDE8}"/>
              </a:ext>
            </a:extLst>
          </p:cNvPr>
          <p:cNvSpPr>
            <a:spLocks noGrp="1" noChangeArrowheads="1"/>
          </p:cNvSpPr>
          <p:nvPr>
            <p:ph type="sldNum"/>
          </p:nvPr>
        </p:nvSpPr>
        <p:spPr>
          <a:ln/>
        </p:spPr>
        <p:txBody>
          <a:bodyPr/>
          <a:lstStyle/>
          <a:p>
            <a:fld id="{E2216B0E-4BA0-42C4-818F-EF2858A36E9D}" type="slidenum">
              <a:rPr lang="es-VE" altLang="es-ES"/>
              <a:pPr/>
              <a:t>37</a:t>
            </a:fld>
            <a:endParaRPr lang="es-VE" altLang="es-ES"/>
          </a:p>
        </p:txBody>
      </p:sp>
      <p:sp>
        <p:nvSpPr>
          <p:cNvPr id="111617" name="Rectangle 1">
            <a:extLst>
              <a:ext uri="{FF2B5EF4-FFF2-40B4-BE49-F238E27FC236}">
                <a16:creationId xmlns:a16="http://schemas.microsoft.com/office/drawing/2014/main" id="{67C0BF44-3723-1728-D635-ACD3A9636634}"/>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18" name="Rectangle 2">
            <a:extLst>
              <a:ext uri="{FF2B5EF4-FFF2-40B4-BE49-F238E27FC236}">
                <a16:creationId xmlns:a16="http://schemas.microsoft.com/office/drawing/2014/main" id="{9C35F63B-2E5C-049C-39FE-82744EAD6D92}"/>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41CCD5C-D731-F89B-A08D-9A4AA3632FF1}"/>
              </a:ext>
            </a:extLst>
          </p:cNvPr>
          <p:cNvSpPr>
            <a:spLocks noGrp="1" noChangeArrowheads="1"/>
          </p:cNvSpPr>
          <p:nvPr>
            <p:ph type="sldNum"/>
          </p:nvPr>
        </p:nvSpPr>
        <p:spPr>
          <a:ln/>
        </p:spPr>
        <p:txBody>
          <a:bodyPr/>
          <a:lstStyle/>
          <a:p>
            <a:fld id="{870972EA-3F1A-4CAF-8323-0762875F34E6}" type="slidenum">
              <a:rPr lang="es-VE" altLang="es-ES"/>
              <a:pPr/>
              <a:t>38</a:t>
            </a:fld>
            <a:endParaRPr lang="es-VE" altLang="es-ES"/>
          </a:p>
        </p:txBody>
      </p:sp>
      <p:sp>
        <p:nvSpPr>
          <p:cNvPr id="112641" name="Rectangle 1">
            <a:extLst>
              <a:ext uri="{FF2B5EF4-FFF2-40B4-BE49-F238E27FC236}">
                <a16:creationId xmlns:a16="http://schemas.microsoft.com/office/drawing/2014/main" id="{7263C9FC-41C3-0D35-9CC5-65786D79CC8D}"/>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2" name="Rectangle 2">
            <a:extLst>
              <a:ext uri="{FF2B5EF4-FFF2-40B4-BE49-F238E27FC236}">
                <a16:creationId xmlns:a16="http://schemas.microsoft.com/office/drawing/2014/main" id="{71A22F7C-7E27-9A33-FC82-684A5FDCFF69}"/>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1A6BAAD-3496-8BBA-73A3-E61EF9EBAAE1}"/>
              </a:ext>
            </a:extLst>
          </p:cNvPr>
          <p:cNvSpPr>
            <a:spLocks noGrp="1" noChangeArrowheads="1"/>
          </p:cNvSpPr>
          <p:nvPr>
            <p:ph type="sldNum"/>
          </p:nvPr>
        </p:nvSpPr>
        <p:spPr>
          <a:ln/>
        </p:spPr>
        <p:txBody>
          <a:bodyPr/>
          <a:lstStyle/>
          <a:p>
            <a:fld id="{D71B371D-17A4-4DA8-B20C-A83B83D35E8A}" type="slidenum">
              <a:rPr lang="es-VE" altLang="es-ES"/>
              <a:pPr/>
              <a:t>39</a:t>
            </a:fld>
            <a:endParaRPr lang="es-VE" altLang="es-ES"/>
          </a:p>
        </p:txBody>
      </p:sp>
      <p:sp>
        <p:nvSpPr>
          <p:cNvPr id="113665" name="Rectangle 1">
            <a:extLst>
              <a:ext uri="{FF2B5EF4-FFF2-40B4-BE49-F238E27FC236}">
                <a16:creationId xmlns:a16="http://schemas.microsoft.com/office/drawing/2014/main" id="{84E728BD-3B59-A9F9-B260-E3CA554CBE1D}"/>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6" name="Rectangle 2">
            <a:extLst>
              <a:ext uri="{FF2B5EF4-FFF2-40B4-BE49-F238E27FC236}">
                <a16:creationId xmlns:a16="http://schemas.microsoft.com/office/drawing/2014/main" id="{7769D2B9-DAB9-FA2C-BD18-A95A4FF26729}"/>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322CA08-D345-B1F2-1A49-8D2000505898}"/>
              </a:ext>
            </a:extLst>
          </p:cNvPr>
          <p:cNvSpPr>
            <a:spLocks noGrp="1" noChangeArrowheads="1"/>
          </p:cNvSpPr>
          <p:nvPr>
            <p:ph type="sldNum"/>
          </p:nvPr>
        </p:nvSpPr>
        <p:spPr>
          <a:ln/>
        </p:spPr>
        <p:txBody>
          <a:bodyPr/>
          <a:lstStyle/>
          <a:p>
            <a:fld id="{DD4E3F22-F331-43C0-ADFA-E4A9A5371CDE}" type="slidenum">
              <a:rPr lang="es-VE" altLang="es-ES"/>
              <a:pPr/>
              <a:t>40</a:t>
            </a:fld>
            <a:endParaRPr lang="es-VE" altLang="es-ES"/>
          </a:p>
        </p:txBody>
      </p:sp>
      <p:sp>
        <p:nvSpPr>
          <p:cNvPr id="114689" name="Rectangle 1">
            <a:extLst>
              <a:ext uri="{FF2B5EF4-FFF2-40B4-BE49-F238E27FC236}">
                <a16:creationId xmlns:a16="http://schemas.microsoft.com/office/drawing/2014/main" id="{2361FC3F-2C8D-E840-79D6-19B4CFCF70B4}"/>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0" name="Rectangle 2">
            <a:extLst>
              <a:ext uri="{FF2B5EF4-FFF2-40B4-BE49-F238E27FC236}">
                <a16:creationId xmlns:a16="http://schemas.microsoft.com/office/drawing/2014/main" id="{41E2F7A6-B5E5-79D8-8EA3-39E881396603}"/>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488DE1B-1958-0EA5-1B88-899AF54832A2}"/>
              </a:ext>
            </a:extLst>
          </p:cNvPr>
          <p:cNvSpPr>
            <a:spLocks noGrp="1" noChangeArrowheads="1"/>
          </p:cNvSpPr>
          <p:nvPr>
            <p:ph type="sldNum"/>
          </p:nvPr>
        </p:nvSpPr>
        <p:spPr>
          <a:ln/>
        </p:spPr>
        <p:txBody>
          <a:bodyPr/>
          <a:lstStyle/>
          <a:p>
            <a:fld id="{D50564FB-66AC-4428-B3FB-4EDAA6FA7AC0}" type="slidenum">
              <a:rPr lang="es-VE" altLang="es-ES"/>
              <a:pPr/>
              <a:t>41</a:t>
            </a:fld>
            <a:endParaRPr lang="es-VE" altLang="es-ES"/>
          </a:p>
        </p:txBody>
      </p:sp>
      <p:sp>
        <p:nvSpPr>
          <p:cNvPr id="115713" name="Rectangle 1">
            <a:extLst>
              <a:ext uri="{FF2B5EF4-FFF2-40B4-BE49-F238E27FC236}">
                <a16:creationId xmlns:a16="http://schemas.microsoft.com/office/drawing/2014/main" id="{FC068C76-20BA-ABF0-A433-96D666A8015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4" name="Rectangle 2">
            <a:extLst>
              <a:ext uri="{FF2B5EF4-FFF2-40B4-BE49-F238E27FC236}">
                <a16:creationId xmlns:a16="http://schemas.microsoft.com/office/drawing/2014/main" id="{E41A5F1B-7FE5-A4BA-5511-E9A65F12869F}"/>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60E1B7D-7DC9-E9A0-BD2B-A0450D28254A}"/>
              </a:ext>
            </a:extLst>
          </p:cNvPr>
          <p:cNvSpPr>
            <a:spLocks noGrp="1" noChangeArrowheads="1"/>
          </p:cNvSpPr>
          <p:nvPr>
            <p:ph type="sldNum"/>
          </p:nvPr>
        </p:nvSpPr>
        <p:spPr>
          <a:ln/>
        </p:spPr>
        <p:txBody>
          <a:bodyPr/>
          <a:lstStyle/>
          <a:p>
            <a:fld id="{98D02AF8-32F6-4211-8B3D-B538FAC4A97F}" type="slidenum">
              <a:rPr lang="es-VE" altLang="es-ES"/>
              <a:pPr/>
              <a:t>42</a:t>
            </a:fld>
            <a:endParaRPr lang="es-VE" altLang="es-ES"/>
          </a:p>
        </p:txBody>
      </p:sp>
      <p:sp>
        <p:nvSpPr>
          <p:cNvPr id="116737" name="Rectangle 1">
            <a:extLst>
              <a:ext uri="{FF2B5EF4-FFF2-40B4-BE49-F238E27FC236}">
                <a16:creationId xmlns:a16="http://schemas.microsoft.com/office/drawing/2014/main" id="{71B6D4B0-08F3-EA8A-2C7A-34EC9638017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38" name="Rectangle 2">
            <a:extLst>
              <a:ext uri="{FF2B5EF4-FFF2-40B4-BE49-F238E27FC236}">
                <a16:creationId xmlns:a16="http://schemas.microsoft.com/office/drawing/2014/main" id="{E3DF1019-8A4C-E6A6-CC56-BBEE0C01F2C6}"/>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FBA9A55-346F-5899-33E9-3A26CD3D9FA9}"/>
              </a:ext>
            </a:extLst>
          </p:cNvPr>
          <p:cNvSpPr>
            <a:spLocks noGrp="1" noChangeArrowheads="1"/>
          </p:cNvSpPr>
          <p:nvPr>
            <p:ph type="sldNum"/>
          </p:nvPr>
        </p:nvSpPr>
        <p:spPr>
          <a:ln/>
        </p:spPr>
        <p:txBody>
          <a:bodyPr/>
          <a:lstStyle/>
          <a:p>
            <a:fld id="{57D662D1-19B2-4B38-BFA4-6AABC55D5CA0}" type="slidenum">
              <a:rPr lang="es-VE" altLang="es-ES"/>
              <a:pPr/>
              <a:t>43</a:t>
            </a:fld>
            <a:endParaRPr lang="es-VE" altLang="es-ES"/>
          </a:p>
        </p:txBody>
      </p:sp>
      <p:sp>
        <p:nvSpPr>
          <p:cNvPr id="117761" name="Rectangle 1">
            <a:extLst>
              <a:ext uri="{FF2B5EF4-FFF2-40B4-BE49-F238E27FC236}">
                <a16:creationId xmlns:a16="http://schemas.microsoft.com/office/drawing/2014/main" id="{1157D878-9006-1B3D-D0CC-2BD9161072DF}"/>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2" name="Rectangle 2">
            <a:extLst>
              <a:ext uri="{FF2B5EF4-FFF2-40B4-BE49-F238E27FC236}">
                <a16:creationId xmlns:a16="http://schemas.microsoft.com/office/drawing/2014/main" id="{C75FF190-EDE2-77E4-93DB-8DA2C34F019B}"/>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8F9F3F9-456C-B250-7285-F1096E97388C}"/>
              </a:ext>
            </a:extLst>
          </p:cNvPr>
          <p:cNvSpPr>
            <a:spLocks noGrp="1" noChangeArrowheads="1"/>
          </p:cNvSpPr>
          <p:nvPr>
            <p:ph type="sldNum"/>
          </p:nvPr>
        </p:nvSpPr>
        <p:spPr>
          <a:ln/>
        </p:spPr>
        <p:txBody>
          <a:bodyPr/>
          <a:lstStyle/>
          <a:p>
            <a:fld id="{5720EFE3-3564-4D52-BC0E-8A8363169902}" type="slidenum">
              <a:rPr lang="es-VE" altLang="es-ES"/>
              <a:pPr/>
              <a:t>44</a:t>
            </a:fld>
            <a:endParaRPr lang="es-VE" altLang="es-ES"/>
          </a:p>
        </p:txBody>
      </p:sp>
      <p:sp>
        <p:nvSpPr>
          <p:cNvPr id="118785" name="Rectangle 1">
            <a:extLst>
              <a:ext uri="{FF2B5EF4-FFF2-40B4-BE49-F238E27FC236}">
                <a16:creationId xmlns:a16="http://schemas.microsoft.com/office/drawing/2014/main" id="{CFA4CA1E-6CDC-6DE2-F982-9A0D27459471}"/>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6" name="Rectangle 2">
            <a:extLst>
              <a:ext uri="{FF2B5EF4-FFF2-40B4-BE49-F238E27FC236}">
                <a16:creationId xmlns:a16="http://schemas.microsoft.com/office/drawing/2014/main" id="{4352E586-8B85-F5EB-8F04-E38BB9CEF92D}"/>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6B92D94-6883-C811-FAF8-3C4E1E5DE802}"/>
              </a:ext>
            </a:extLst>
          </p:cNvPr>
          <p:cNvSpPr>
            <a:spLocks noGrp="1" noChangeArrowheads="1"/>
          </p:cNvSpPr>
          <p:nvPr>
            <p:ph type="sldNum"/>
          </p:nvPr>
        </p:nvSpPr>
        <p:spPr>
          <a:ln/>
        </p:spPr>
        <p:txBody>
          <a:bodyPr/>
          <a:lstStyle/>
          <a:p>
            <a:fld id="{44F193A8-6059-4ABF-9DB3-44906BFB3B82}" type="slidenum">
              <a:rPr lang="es-VE" altLang="es-ES"/>
              <a:pPr/>
              <a:t>45</a:t>
            </a:fld>
            <a:endParaRPr lang="es-VE" altLang="es-ES"/>
          </a:p>
        </p:txBody>
      </p:sp>
      <p:sp>
        <p:nvSpPr>
          <p:cNvPr id="119809" name="Rectangle 1">
            <a:extLst>
              <a:ext uri="{FF2B5EF4-FFF2-40B4-BE49-F238E27FC236}">
                <a16:creationId xmlns:a16="http://schemas.microsoft.com/office/drawing/2014/main" id="{E29C8EBB-0552-E2A7-AD84-A4C86DD1EFBC}"/>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0" name="Rectangle 2">
            <a:extLst>
              <a:ext uri="{FF2B5EF4-FFF2-40B4-BE49-F238E27FC236}">
                <a16:creationId xmlns:a16="http://schemas.microsoft.com/office/drawing/2014/main" id="{E908CF8E-F9C4-B5B9-6B57-9F39F4E0E84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82E1F88-6EF3-E9E0-D1DB-7AF1A1866A4F}"/>
              </a:ext>
            </a:extLst>
          </p:cNvPr>
          <p:cNvSpPr>
            <a:spLocks noGrp="1" noChangeArrowheads="1"/>
          </p:cNvSpPr>
          <p:nvPr>
            <p:ph type="sldNum"/>
          </p:nvPr>
        </p:nvSpPr>
        <p:spPr>
          <a:ln/>
        </p:spPr>
        <p:txBody>
          <a:bodyPr/>
          <a:lstStyle/>
          <a:p>
            <a:fld id="{41F760D2-2571-497B-874B-51B58B10B2CD}" type="slidenum">
              <a:rPr lang="es-VE" altLang="es-ES"/>
              <a:pPr/>
              <a:t>46</a:t>
            </a:fld>
            <a:endParaRPr lang="es-VE" altLang="es-ES"/>
          </a:p>
        </p:txBody>
      </p:sp>
      <p:sp>
        <p:nvSpPr>
          <p:cNvPr id="120833" name="Rectangle 1">
            <a:extLst>
              <a:ext uri="{FF2B5EF4-FFF2-40B4-BE49-F238E27FC236}">
                <a16:creationId xmlns:a16="http://schemas.microsoft.com/office/drawing/2014/main" id="{9A1C181F-1F7C-771A-6823-09B081F2462D}"/>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4" name="Rectangle 2">
            <a:extLst>
              <a:ext uri="{FF2B5EF4-FFF2-40B4-BE49-F238E27FC236}">
                <a16:creationId xmlns:a16="http://schemas.microsoft.com/office/drawing/2014/main" id="{75B45BF3-EDAA-F538-CC6C-55EACF5DD20F}"/>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10A762A-73ED-6708-215D-061803EF2FBB}"/>
              </a:ext>
            </a:extLst>
          </p:cNvPr>
          <p:cNvSpPr>
            <a:spLocks noGrp="1" noChangeArrowheads="1"/>
          </p:cNvSpPr>
          <p:nvPr>
            <p:ph type="sldNum"/>
          </p:nvPr>
        </p:nvSpPr>
        <p:spPr>
          <a:ln/>
        </p:spPr>
        <p:txBody>
          <a:bodyPr/>
          <a:lstStyle/>
          <a:p>
            <a:fld id="{0544A3F1-5A1A-4A2F-A762-585F0ECBCC21}" type="slidenum">
              <a:rPr lang="es-VE" altLang="es-ES"/>
              <a:pPr/>
              <a:t>47</a:t>
            </a:fld>
            <a:endParaRPr lang="es-VE" altLang="es-ES"/>
          </a:p>
        </p:txBody>
      </p:sp>
      <p:sp>
        <p:nvSpPr>
          <p:cNvPr id="121857" name="Rectangle 1">
            <a:extLst>
              <a:ext uri="{FF2B5EF4-FFF2-40B4-BE49-F238E27FC236}">
                <a16:creationId xmlns:a16="http://schemas.microsoft.com/office/drawing/2014/main" id="{9DE73102-195C-0532-2A83-FCA2324B9039}"/>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58" name="Rectangle 2">
            <a:extLst>
              <a:ext uri="{FF2B5EF4-FFF2-40B4-BE49-F238E27FC236}">
                <a16:creationId xmlns:a16="http://schemas.microsoft.com/office/drawing/2014/main" id="{3E6F7347-0011-3BB7-AFD4-7FCB4B2F1118}"/>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6A22DCB-5800-4112-AED5-2DE13BD6F423}"/>
              </a:ext>
            </a:extLst>
          </p:cNvPr>
          <p:cNvSpPr>
            <a:spLocks noGrp="1" noChangeArrowheads="1"/>
          </p:cNvSpPr>
          <p:nvPr>
            <p:ph type="sldNum"/>
          </p:nvPr>
        </p:nvSpPr>
        <p:spPr>
          <a:ln/>
        </p:spPr>
        <p:txBody>
          <a:bodyPr/>
          <a:lstStyle/>
          <a:p>
            <a:fld id="{05E7E1C9-0E65-4EC8-8738-9F203417F675}" type="slidenum">
              <a:rPr lang="es-VE" altLang="es-ES"/>
              <a:pPr/>
              <a:t>48</a:t>
            </a:fld>
            <a:endParaRPr lang="es-VE" altLang="es-ES"/>
          </a:p>
        </p:txBody>
      </p:sp>
      <p:sp>
        <p:nvSpPr>
          <p:cNvPr id="122881" name="Rectangle 1">
            <a:extLst>
              <a:ext uri="{FF2B5EF4-FFF2-40B4-BE49-F238E27FC236}">
                <a16:creationId xmlns:a16="http://schemas.microsoft.com/office/drawing/2014/main" id="{5E451A92-915D-D716-DC73-68970F7BF57C}"/>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2" name="Rectangle 2">
            <a:extLst>
              <a:ext uri="{FF2B5EF4-FFF2-40B4-BE49-F238E27FC236}">
                <a16:creationId xmlns:a16="http://schemas.microsoft.com/office/drawing/2014/main" id="{F7686115-FE6C-A8D3-2736-5DAB27EE6146}"/>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A06CF5B-8EB3-D84C-E469-6EAA9BBA6FE2}"/>
              </a:ext>
            </a:extLst>
          </p:cNvPr>
          <p:cNvSpPr>
            <a:spLocks noGrp="1" noChangeArrowheads="1"/>
          </p:cNvSpPr>
          <p:nvPr>
            <p:ph type="sldNum"/>
          </p:nvPr>
        </p:nvSpPr>
        <p:spPr>
          <a:ln/>
        </p:spPr>
        <p:txBody>
          <a:bodyPr/>
          <a:lstStyle/>
          <a:p>
            <a:fld id="{31E80B7D-1BA4-4BA0-940A-7E2841EDD9D9}" type="slidenum">
              <a:rPr lang="es-VE" altLang="es-ES"/>
              <a:pPr/>
              <a:t>49</a:t>
            </a:fld>
            <a:endParaRPr lang="es-VE" altLang="es-ES"/>
          </a:p>
        </p:txBody>
      </p:sp>
      <p:sp>
        <p:nvSpPr>
          <p:cNvPr id="123905" name="Rectangle 1">
            <a:extLst>
              <a:ext uri="{FF2B5EF4-FFF2-40B4-BE49-F238E27FC236}">
                <a16:creationId xmlns:a16="http://schemas.microsoft.com/office/drawing/2014/main" id="{F857603E-B246-82E3-A11B-AA8D9B87609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3906" name="Rectangle 2">
            <a:extLst>
              <a:ext uri="{FF2B5EF4-FFF2-40B4-BE49-F238E27FC236}">
                <a16:creationId xmlns:a16="http://schemas.microsoft.com/office/drawing/2014/main" id="{3D7FB924-2133-6A82-56F6-74A03F6D708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0727A44-C387-206E-B7F3-0D4A955526C7}"/>
              </a:ext>
            </a:extLst>
          </p:cNvPr>
          <p:cNvSpPr>
            <a:spLocks noGrp="1" noChangeArrowheads="1"/>
          </p:cNvSpPr>
          <p:nvPr>
            <p:ph type="sldNum"/>
          </p:nvPr>
        </p:nvSpPr>
        <p:spPr>
          <a:ln/>
        </p:spPr>
        <p:txBody>
          <a:bodyPr/>
          <a:lstStyle/>
          <a:p>
            <a:fld id="{ADC9F086-085D-4D54-8B70-3309BA724EC5}" type="slidenum">
              <a:rPr lang="es-VE" altLang="es-ES"/>
              <a:pPr/>
              <a:t>50</a:t>
            </a:fld>
            <a:endParaRPr lang="es-VE" altLang="es-ES"/>
          </a:p>
        </p:txBody>
      </p:sp>
      <p:sp>
        <p:nvSpPr>
          <p:cNvPr id="124929" name="Rectangle 1">
            <a:extLst>
              <a:ext uri="{FF2B5EF4-FFF2-40B4-BE49-F238E27FC236}">
                <a16:creationId xmlns:a16="http://schemas.microsoft.com/office/drawing/2014/main" id="{A9DC718D-80A0-C584-66FA-90831A910412}"/>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0" name="Rectangle 2">
            <a:extLst>
              <a:ext uri="{FF2B5EF4-FFF2-40B4-BE49-F238E27FC236}">
                <a16:creationId xmlns:a16="http://schemas.microsoft.com/office/drawing/2014/main" id="{1CDC43BB-9639-ECDC-13E1-2E92AE0FAC00}"/>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14A1A08-2465-40C9-A3E3-1CC700561B2F}"/>
              </a:ext>
            </a:extLst>
          </p:cNvPr>
          <p:cNvSpPr>
            <a:spLocks noGrp="1" noChangeArrowheads="1"/>
          </p:cNvSpPr>
          <p:nvPr>
            <p:ph type="sldNum"/>
          </p:nvPr>
        </p:nvSpPr>
        <p:spPr>
          <a:ln/>
        </p:spPr>
        <p:txBody>
          <a:bodyPr/>
          <a:lstStyle/>
          <a:p>
            <a:fld id="{BE73EFAD-3D04-47E1-A4E8-16ECF7906629}" type="slidenum">
              <a:rPr lang="es-VE" altLang="es-ES"/>
              <a:pPr/>
              <a:t>51</a:t>
            </a:fld>
            <a:endParaRPr lang="es-VE" altLang="es-ES"/>
          </a:p>
        </p:txBody>
      </p:sp>
      <p:sp>
        <p:nvSpPr>
          <p:cNvPr id="125953" name="Rectangle 1">
            <a:extLst>
              <a:ext uri="{FF2B5EF4-FFF2-40B4-BE49-F238E27FC236}">
                <a16:creationId xmlns:a16="http://schemas.microsoft.com/office/drawing/2014/main" id="{4FA0EBD8-7647-8F84-25BB-066EED545D5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5954" name="Rectangle 2">
            <a:extLst>
              <a:ext uri="{FF2B5EF4-FFF2-40B4-BE49-F238E27FC236}">
                <a16:creationId xmlns:a16="http://schemas.microsoft.com/office/drawing/2014/main" id="{CE3A0CCD-3FD2-5A19-CE23-BFD74A0D4585}"/>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B235673-A6B2-64AA-F68C-F8A0D3453193}"/>
              </a:ext>
            </a:extLst>
          </p:cNvPr>
          <p:cNvSpPr>
            <a:spLocks noGrp="1" noChangeArrowheads="1"/>
          </p:cNvSpPr>
          <p:nvPr>
            <p:ph type="sldNum"/>
          </p:nvPr>
        </p:nvSpPr>
        <p:spPr>
          <a:ln/>
        </p:spPr>
        <p:txBody>
          <a:bodyPr/>
          <a:lstStyle/>
          <a:p>
            <a:fld id="{510D0B19-FDD3-46D1-B3F1-C903E29A0A21}" type="slidenum">
              <a:rPr lang="es-VE" altLang="es-ES"/>
              <a:pPr/>
              <a:t>52</a:t>
            </a:fld>
            <a:endParaRPr lang="es-VE" altLang="es-ES"/>
          </a:p>
        </p:txBody>
      </p:sp>
      <p:sp>
        <p:nvSpPr>
          <p:cNvPr id="126977" name="Rectangle 1">
            <a:extLst>
              <a:ext uri="{FF2B5EF4-FFF2-40B4-BE49-F238E27FC236}">
                <a16:creationId xmlns:a16="http://schemas.microsoft.com/office/drawing/2014/main" id="{9AED6030-ECDD-ED8A-10CE-E48F2A5E031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78" name="Rectangle 2">
            <a:extLst>
              <a:ext uri="{FF2B5EF4-FFF2-40B4-BE49-F238E27FC236}">
                <a16:creationId xmlns:a16="http://schemas.microsoft.com/office/drawing/2014/main" id="{CDE69E86-4E76-01E9-3679-024D57E7AC07}"/>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D5AFEB6-C743-5B17-F8A3-A5C0C2396186}"/>
              </a:ext>
            </a:extLst>
          </p:cNvPr>
          <p:cNvSpPr>
            <a:spLocks noGrp="1" noChangeArrowheads="1"/>
          </p:cNvSpPr>
          <p:nvPr>
            <p:ph type="sldNum"/>
          </p:nvPr>
        </p:nvSpPr>
        <p:spPr>
          <a:ln/>
        </p:spPr>
        <p:txBody>
          <a:bodyPr/>
          <a:lstStyle/>
          <a:p>
            <a:fld id="{B624A6E6-6A2A-4902-808D-5891AA70F3EC}" type="slidenum">
              <a:rPr lang="es-VE" altLang="es-ES"/>
              <a:pPr/>
              <a:t>53</a:t>
            </a:fld>
            <a:endParaRPr lang="es-VE" altLang="es-ES"/>
          </a:p>
        </p:txBody>
      </p:sp>
      <p:sp>
        <p:nvSpPr>
          <p:cNvPr id="128001" name="Rectangle 1">
            <a:extLst>
              <a:ext uri="{FF2B5EF4-FFF2-40B4-BE49-F238E27FC236}">
                <a16:creationId xmlns:a16="http://schemas.microsoft.com/office/drawing/2014/main" id="{3A93EC4A-2BCD-8BB8-939E-CE380BA899C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8002" name="Rectangle 2">
            <a:extLst>
              <a:ext uri="{FF2B5EF4-FFF2-40B4-BE49-F238E27FC236}">
                <a16:creationId xmlns:a16="http://schemas.microsoft.com/office/drawing/2014/main" id="{ABE91608-B5C9-5237-BC74-3297985B0D5D}"/>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A56AF27-ADA5-7FA3-AD61-FF43BFBC6475}"/>
              </a:ext>
            </a:extLst>
          </p:cNvPr>
          <p:cNvSpPr>
            <a:spLocks noGrp="1" noChangeArrowheads="1"/>
          </p:cNvSpPr>
          <p:nvPr>
            <p:ph type="sldNum"/>
          </p:nvPr>
        </p:nvSpPr>
        <p:spPr>
          <a:ln/>
        </p:spPr>
        <p:txBody>
          <a:bodyPr/>
          <a:lstStyle/>
          <a:p>
            <a:fld id="{6394DD9D-07AB-49B6-B262-74F71B60CBB4}" type="slidenum">
              <a:rPr lang="es-VE" altLang="es-ES"/>
              <a:pPr/>
              <a:t>54</a:t>
            </a:fld>
            <a:endParaRPr lang="es-VE" altLang="es-ES"/>
          </a:p>
        </p:txBody>
      </p:sp>
      <p:sp>
        <p:nvSpPr>
          <p:cNvPr id="129025" name="Rectangle 1">
            <a:extLst>
              <a:ext uri="{FF2B5EF4-FFF2-40B4-BE49-F238E27FC236}">
                <a16:creationId xmlns:a16="http://schemas.microsoft.com/office/drawing/2014/main" id="{C11ED00E-0262-3AF3-5CD3-7AE9063D21F2}"/>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6" name="Rectangle 2">
            <a:extLst>
              <a:ext uri="{FF2B5EF4-FFF2-40B4-BE49-F238E27FC236}">
                <a16:creationId xmlns:a16="http://schemas.microsoft.com/office/drawing/2014/main" id="{78E20559-7426-2E2C-5FE4-B1B4E82F43A3}"/>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9E96FA1-4002-E138-E146-4210D121DC61}"/>
              </a:ext>
            </a:extLst>
          </p:cNvPr>
          <p:cNvSpPr>
            <a:spLocks noGrp="1" noChangeArrowheads="1"/>
          </p:cNvSpPr>
          <p:nvPr>
            <p:ph type="sldNum"/>
          </p:nvPr>
        </p:nvSpPr>
        <p:spPr>
          <a:ln/>
        </p:spPr>
        <p:txBody>
          <a:bodyPr/>
          <a:lstStyle/>
          <a:p>
            <a:fld id="{EA2D85DC-CFC8-45D5-A9AC-7C95CCF151C9}" type="slidenum">
              <a:rPr lang="es-VE" altLang="es-ES"/>
              <a:pPr/>
              <a:t>55</a:t>
            </a:fld>
            <a:endParaRPr lang="es-VE" altLang="es-ES"/>
          </a:p>
        </p:txBody>
      </p:sp>
      <p:sp>
        <p:nvSpPr>
          <p:cNvPr id="130049" name="Rectangle 1">
            <a:extLst>
              <a:ext uri="{FF2B5EF4-FFF2-40B4-BE49-F238E27FC236}">
                <a16:creationId xmlns:a16="http://schemas.microsoft.com/office/drawing/2014/main" id="{0BB9559D-473E-66F0-7E89-85BB332E8FAC}"/>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0050" name="Rectangle 2">
            <a:extLst>
              <a:ext uri="{FF2B5EF4-FFF2-40B4-BE49-F238E27FC236}">
                <a16:creationId xmlns:a16="http://schemas.microsoft.com/office/drawing/2014/main" id="{AA3571B9-A87D-1128-5CA4-AD1D2AA57F3A}"/>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674AC78-B00D-EFDE-C408-DED40DDE18F5}"/>
              </a:ext>
            </a:extLst>
          </p:cNvPr>
          <p:cNvSpPr>
            <a:spLocks noGrp="1" noChangeArrowheads="1"/>
          </p:cNvSpPr>
          <p:nvPr>
            <p:ph type="sldNum"/>
          </p:nvPr>
        </p:nvSpPr>
        <p:spPr>
          <a:ln/>
        </p:spPr>
        <p:txBody>
          <a:bodyPr/>
          <a:lstStyle/>
          <a:p>
            <a:fld id="{F197CBF0-59C4-41AF-8E8B-96381FF0B42C}" type="slidenum">
              <a:rPr lang="es-VE" altLang="es-ES"/>
              <a:pPr/>
              <a:t>56</a:t>
            </a:fld>
            <a:endParaRPr lang="es-VE" altLang="es-ES"/>
          </a:p>
        </p:txBody>
      </p:sp>
      <p:sp>
        <p:nvSpPr>
          <p:cNvPr id="131073" name="Rectangle 1">
            <a:extLst>
              <a:ext uri="{FF2B5EF4-FFF2-40B4-BE49-F238E27FC236}">
                <a16:creationId xmlns:a16="http://schemas.microsoft.com/office/drawing/2014/main" id="{8C73B167-2933-2241-6EB9-3D499A9ADA9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1074" name="Rectangle 2">
            <a:extLst>
              <a:ext uri="{FF2B5EF4-FFF2-40B4-BE49-F238E27FC236}">
                <a16:creationId xmlns:a16="http://schemas.microsoft.com/office/drawing/2014/main" id="{C69188A0-C85F-A6C3-F3B1-9CBD89D1F65E}"/>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5BB0A92-DADA-23E2-518D-36639491D443}"/>
              </a:ext>
            </a:extLst>
          </p:cNvPr>
          <p:cNvSpPr>
            <a:spLocks noGrp="1" noChangeArrowheads="1"/>
          </p:cNvSpPr>
          <p:nvPr>
            <p:ph type="sldNum"/>
          </p:nvPr>
        </p:nvSpPr>
        <p:spPr>
          <a:ln/>
        </p:spPr>
        <p:txBody>
          <a:bodyPr/>
          <a:lstStyle/>
          <a:p>
            <a:fld id="{DC1ED685-84AA-4947-A1E2-FE208E4D0F8B}" type="slidenum">
              <a:rPr lang="es-VE" altLang="es-ES"/>
              <a:pPr/>
              <a:t>57</a:t>
            </a:fld>
            <a:endParaRPr lang="es-VE" altLang="es-ES"/>
          </a:p>
        </p:txBody>
      </p:sp>
      <p:sp>
        <p:nvSpPr>
          <p:cNvPr id="132097" name="Rectangle 1">
            <a:extLst>
              <a:ext uri="{FF2B5EF4-FFF2-40B4-BE49-F238E27FC236}">
                <a16:creationId xmlns:a16="http://schemas.microsoft.com/office/drawing/2014/main" id="{687F559F-6C45-F490-89C8-5F54D6E53C66}"/>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2098" name="Rectangle 2">
            <a:extLst>
              <a:ext uri="{FF2B5EF4-FFF2-40B4-BE49-F238E27FC236}">
                <a16:creationId xmlns:a16="http://schemas.microsoft.com/office/drawing/2014/main" id="{3536D03B-BA77-C731-B70F-799CD0ED47A6}"/>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381ED4D-FA2D-60F6-1002-A4001A311782}"/>
              </a:ext>
            </a:extLst>
          </p:cNvPr>
          <p:cNvSpPr>
            <a:spLocks noGrp="1" noChangeArrowheads="1"/>
          </p:cNvSpPr>
          <p:nvPr>
            <p:ph type="sldNum"/>
          </p:nvPr>
        </p:nvSpPr>
        <p:spPr>
          <a:ln/>
        </p:spPr>
        <p:txBody>
          <a:bodyPr/>
          <a:lstStyle/>
          <a:p>
            <a:fld id="{30E5CC4F-F5A0-4BAE-91CC-2E661911616E}" type="slidenum">
              <a:rPr lang="es-VE" altLang="es-ES"/>
              <a:pPr/>
              <a:t>58</a:t>
            </a:fld>
            <a:endParaRPr lang="es-VE" altLang="es-ES"/>
          </a:p>
        </p:txBody>
      </p:sp>
      <p:sp>
        <p:nvSpPr>
          <p:cNvPr id="133121" name="Rectangle 1">
            <a:extLst>
              <a:ext uri="{FF2B5EF4-FFF2-40B4-BE49-F238E27FC236}">
                <a16:creationId xmlns:a16="http://schemas.microsoft.com/office/drawing/2014/main" id="{4EDC431C-389D-9098-EA8B-818572CA7596}"/>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2" name="Rectangle 2">
            <a:extLst>
              <a:ext uri="{FF2B5EF4-FFF2-40B4-BE49-F238E27FC236}">
                <a16:creationId xmlns:a16="http://schemas.microsoft.com/office/drawing/2014/main" id="{A4087F33-172D-C73C-80DA-DCCEDABD6404}"/>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3C434F0-2EB9-2A74-D521-2C8197FC3AB3}"/>
              </a:ext>
            </a:extLst>
          </p:cNvPr>
          <p:cNvSpPr>
            <a:spLocks noGrp="1" noChangeArrowheads="1"/>
          </p:cNvSpPr>
          <p:nvPr>
            <p:ph type="sldNum"/>
          </p:nvPr>
        </p:nvSpPr>
        <p:spPr>
          <a:ln/>
        </p:spPr>
        <p:txBody>
          <a:bodyPr/>
          <a:lstStyle/>
          <a:p>
            <a:fld id="{57526DE0-F8B8-418F-BCFE-CEACB2037963}" type="slidenum">
              <a:rPr lang="es-VE" altLang="es-ES"/>
              <a:pPr/>
              <a:t>59</a:t>
            </a:fld>
            <a:endParaRPr lang="es-VE" altLang="es-ES"/>
          </a:p>
        </p:txBody>
      </p:sp>
      <p:sp>
        <p:nvSpPr>
          <p:cNvPr id="134145" name="Rectangle 1">
            <a:extLst>
              <a:ext uri="{FF2B5EF4-FFF2-40B4-BE49-F238E27FC236}">
                <a16:creationId xmlns:a16="http://schemas.microsoft.com/office/drawing/2014/main" id="{9D90C014-F7E9-71CE-72D0-480A434E1BF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4146" name="Rectangle 2">
            <a:extLst>
              <a:ext uri="{FF2B5EF4-FFF2-40B4-BE49-F238E27FC236}">
                <a16:creationId xmlns:a16="http://schemas.microsoft.com/office/drawing/2014/main" id="{4DBCEA11-7934-5DC3-7357-799FCC08010A}"/>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095B10A-1553-8565-A3EC-69B686896EB7}"/>
              </a:ext>
            </a:extLst>
          </p:cNvPr>
          <p:cNvSpPr>
            <a:spLocks noGrp="1" noChangeArrowheads="1"/>
          </p:cNvSpPr>
          <p:nvPr>
            <p:ph type="sldNum"/>
          </p:nvPr>
        </p:nvSpPr>
        <p:spPr>
          <a:ln/>
        </p:spPr>
        <p:txBody>
          <a:bodyPr/>
          <a:lstStyle/>
          <a:p>
            <a:fld id="{3EFDE1B4-0FAC-499B-AE89-5FBC743D334B}" type="slidenum">
              <a:rPr lang="es-VE" altLang="es-ES"/>
              <a:pPr/>
              <a:t>60</a:t>
            </a:fld>
            <a:endParaRPr lang="es-VE" altLang="es-ES"/>
          </a:p>
        </p:txBody>
      </p:sp>
      <p:sp>
        <p:nvSpPr>
          <p:cNvPr id="135169" name="Rectangle 1">
            <a:extLst>
              <a:ext uri="{FF2B5EF4-FFF2-40B4-BE49-F238E27FC236}">
                <a16:creationId xmlns:a16="http://schemas.microsoft.com/office/drawing/2014/main" id="{F0243E3E-4838-5020-341F-574A0A7CF8D0}"/>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0" name="Rectangle 2">
            <a:extLst>
              <a:ext uri="{FF2B5EF4-FFF2-40B4-BE49-F238E27FC236}">
                <a16:creationId xmlns:a16="http://schemas.microsoft.com/office/drawing/2014/main" id="{374E127E-F43C-B61E-EDF1-C16282BBEE53}"/>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C91AB53-C0D4-74CD-9E8B-38CF63C6F5F0}"/>
              </a:ext>
            </a:extLst>
          </p:cNvPr>
          <p:cNvSpPr>
            <a:spLocks noGrp="1" noChangeArrowheads="1"/>
          </p:cNvSpPr>
          <p:nvPr>
            <p:ph type="sldNum"/>
          </p:nvPr>
        </p:nvSpPr>
        <p:spPr>
          <a:ln/>
        </p:spPr>
        <p:txBody>
          <a:bodyPr/>
          <a:lstStyle/>
          <a:p>
            <a:fld id="{488A1AD9-FB6A-4792-88DA-111EF9CAE115}" type="slidenum">
              <a:rPr lang="es-VE" altLang="es-ES"/>
              <a:pPr/>
              <a:t>61</a:t>
            </a:fld>
            <a:endParaRPr lang="es-VE" altLang="es-ES"/>
          </a:p>
        </p:txBody>
      </p:sp>
      <p:sp>
        <p:nvSpPr>
          <p:cNvPr id="136193" name="Rectangle 1">
            <a:extLst>
              <a:ext uri="{FF2B5EF4-FFF2-40B4-BE49-F238E27FC236}">
                <a16:creationId xmlns:a16="http://schemas.microsoft.com/office/drawing/2014/main" id="{5734F10A-B26D-2D04-6939-6F3108FD019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6194" name="Rectangle 2">
            <a:extLst>
              <a:ext uri="{FF2B5EF4-FFF2-40B4-BE49-F238E27FC236}">
                <a16:creationId xmlns:a16="http://schemas.microsoft.com/office/drawing/2014/main" id="{E3F4FEEA-826C-ECB1-589B-3FECCDA8CECE}"/>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2202571-45D9-DC00-314B-D083BE2432CC}"/>
              </a:ext>
            </a:extLst>
          </p:cNvPr>
          <p:cNvSpPr>
            <a:spLocks noGrp="1" noChangeArrowheads="1"/>
          </p:cNvSpPr>
          <p:nvPr>
            <p:ph type="sldNum"/>
          </p:nvPr>
        </p:nvSpPr>
        <p:spPr>
          <a:ln/>
        </p:spPr>
        <p:txBody>
          <a:bodyPr/>
          <a:lstStyle/>
          <a:p>
            <a:fld id="{3DC8B21A-0494-4E2B-A659-6AA9D493CBEA}" type="slidenum">
              <a:rPr lang="es-VE" altLang="es-ES"/>
              <a:pPr/>
              <a:t>62</a:t>
            </a:fld>
            <a:endParaRPr lang="es-VE" altLang="es-ES"/>
          </a:p>
        </p:txBody>
      </p:sp>
      <p:sp>
        <p:nvSpPr>
          <p:cNvPr id="137217" name="Rectangle 1">
            <a:extLst>
              <a:ext uri="{FF2B5EF4-FFF2-40B4-BE49-F238E27FC236}">
                <a16:creationId xmlns:a16="http://schemas.microsoft.com/office/drawing/2014/main" id="{E3CD5634-669D-6A68-6B67-BD8B1DE5061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7218" name="Rectangle 2">
            <a:extLst>
              <a:ext uri="{FF2B5EF4-FFF2-40B4-BE49-F238E27FC236}">
                <a16:creationId xmlns:a16="http://schemas.microsoft.com/office/drawing/2014/main" id="{434ABC2C-5C83-C3C4-E795-ABF72B496A5A}"/>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34905BC-914B-DA23-EBB5-4AD0452EDD16}"/>
              </a:ext>
            </a:extLst>
          </p:cNvPr>
          <p:cNvSpPr>
            <a:spLocks noGrp="1" noChangeArrowheads="1"/>
          </p:cNvSpPr>
          <p:nvPr>
            <p:ph type="sldNum"/>
          </p:nvPr>
        </p:nvSpPr>
        <p:spPr>
          <a:ln/>
        </p:spPr>
        <p:txBody>
          <a:bodyPr/>
          <a:lstStyle/>
          <a:p>
            <a:fld id="{35E41D73-2377-44FE-ADEB-BED8C7B6AAA1}" type="slidenum">
              <a:rPr lang="es-VE" altLang="es-ES"/>
              <a:pPr/>
              <a:t>63</a:t>
            </a:fld>
            <a:endParaRPr lang="es-VE" altLang="es-ES"/>
          </a:p>
        </p:txBody>
      </p:sp>
      <p:sp>
        <p:nvSpPr>
          <p:cNvPr id="138241" name="Rectangle 1">
            <a:extLst>
              <a:ext uri="{FF2B5EF4-FFF2-40B4-BE49-F238E27FC236}">
                <a16:creationId xmlns:a16="http://schemas.microsoft.com/office/drawing/2014/main" id="{D26D5E7C-D4E9-6456-0CF9-3655D0552E10}"/>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8242" name="Rectangle 2">
            <a:extLst>
              <a:ext uri="{FF2B5EF4-FFF2-40B4-BE49-F238E27FC236}">
                <a16:creationId xmlns:a16="http://schemas.microsoft.com/office/drawing/2014/main" id="{EB4E0A5F-71D6-C653-BEC0-CB9568C66439}"/>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224432F-AA49-C60B-5926-01550A7CD7D3}"/>
              </a:ext>
            </a:extLst>
          </p:cNvPr>
          <p:cNvSpPr>
            <a:spLocks noGrp="1" noChangeArrowheads="1"/>
          </p:cNvSpPr>
          <p:nvPr>
            <p:ph type="sldNum"/>
          </p:nvPr>
        </p:nvSpPr>
        <p:spPr>
          <a:ln/>
        </p:spPr>
        <p:txBody>
          <a:bodyPr/>
          <a:lstStyle/>
          <a:p>
            <a:fld id="{5CAD8A93-7548-4DD7-BC90-1BC5B508D6B0}" type="slidenum">
              <a:rPr lang="es-VE" altLang="es-ES"/>
              <a:pPr/>
              <a:t>64</a:t>
            </a:fld>
            <a:endParaRPr lang="es-VE" altLang="es-ES"/>
          </a:p>
        </p:txBody>
      </p:sp>
      <p:sp>
        <p:nvSpPr>
          <p:cNvPr id="139265" name="Rectangle 1">
            <a:extLst>
              <a:ext uri="{FF2B5EF4-FFF2-40B4-BE49-F238E27FC236}">
                <a16:creationId xmlns:a16="http://schemas.microsoft.com/office/drawing/2014/main" id="{4CE6C6F6-CE02-B375-56F1-8F38A9230E07}"/>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6" name="Rectangle 2">
            <a:extLst>
              <a:ext uri="{FF2B5EF4-FFF2-40B4-BE49-F238E27FC236}">
                <a16:creationId xmlns:a16="http://schemas.microsoft.com/office/drawing/2014/main" id="{8B720BE1-3456-CB86-C417-6BD13103EA9B}"/>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3F24D03-981D-CDB0-42B7-45DD381E76D4}"/>
              </a:ext>
            </a:extLst>
          </p:cNvPr>
          <p:cNvSpPr>
            <a:spLocks noGrp="1" noChangeArrowheads="1"/>
          </p:cNvSpPr>
          <p:nvPr>
            <p:ph type="sldNum"/>
          </p:nvPr>
        </p:nvSpPr>
        <p:spPr>
          <a:ln/>
        </p:spPr>
        <p:txBody>
          <a:bodyPr/>
          <a:lstStyle/>
          <a:p>
            <a:fld id="{50A92ABB-04E2-4F18-ADE6-27AEA6332490}" type="slidenum">
              <a:rPr lang="es-VE" altLang="es-ES"/>
              <a:pPr/>
              <a:t>65</a:t>
            </a:fld>
            <a:endParaRPr lang="es-VE" altLang="es-ES"/>
          </a:p>
        </p:txBody>
      </p:sp>
      <p:sp>
        <p:nvSpPr>
          <p:cNvPr id="140289" name="Rectangle 1">
            <a:extLst>
              <a:ext uri="{FF2B5EF4-FFF2-40B4-BE49-F238E27FC236}">
                <a16:creationId xmlns:a16="http://schemas.microsoft.com/office/drawing/2014/main" id="{364F0FA6-06C0-A054-034A-5B5822EEB593}"/>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0290" name="Rectangle 2">
            <a:extLst>
              <a:ext uri="{FF2B5EF4-FFF2-40B4-BE49-F238E27FC236}">
                <a16:creationId xmlns:a16="http://schemas.microsoft.com/office/drawing/2014/main" id="{50D1AB45-FF15-0192-CB74-43504B76843F}"/>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7AFB516-5329-8BD6-3BCE-F3045A6FC61F}"/>
              </a:ext>
            </a:extLst>
          </p:cNvPr>
          <p:cNvSpPr>
            <a:spLocks noGrp="1" noChangeArrowheads="1"/>
          </p:cNvSpPr>
          <p:nvPr>
            <p:ph type="sldNum"/>
          </p:nvPr>
        </p:nvSpPr>
        <p:spPr>
          <a:ln/>
        </p:spPr>
        <p:txBody>
          <a:bodyPr/>
          <a:lstStyle/>
          <a:p>
            <a:fld id="{4B27E05E-BA71-4041-B50A-2463C62A8F28}" type="slidenum">
              <a:rPr lang="es-VE" altLang="es-ES"/>
              <a:pPr/>
              <a:t>66</a:t>
            </a:fld>
            <a:endParaRPr lang="es-VE" altLang="es-ES"/>
          </a:p>
        </p:txBody>
      </p:sp>
      <p:sp>
        <p:nvSpPr>
          <p:cNvPr id="141313" name="Rectangle 1">
            <a:extLst>
              <a:ext uri="{FF2B5EF4-FFF2-40B4-BE49-F238E27FC236}">
                <a16:creationId xmlns:a16="http://schemas.microsoft.com/office/drawing/2014/main" id="{547C3967-A868-E348-38AB-EBBB91FAF138}"/>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1314" name="Rectangle 2">
            <a:extLst>
              <a:ext uri="{FF2B5EF4-FFF2-40B4-BE49-F238E27FC236}">
                <a16:creationId xmlns:a16="http://schemas.microsoft.com/office/drawing/2014/main" id="{3DAB8C7C-D3A4-88CD-DB0D-F8601A92B980}"/>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9378C52-5C69-1918-A09A-56F78FDE0D84}"/>
              </a:ext>
            </a:extLst>
          </p:cNvPr>
          <p:cNvSpPr>
            <a:spLocks noGrp="1" noChangeArrowheads="1"/>
          </p:cNvSpPr>
          <p:nvPr>
            <p:ph type="sldNum"/>
          </p:nvPr>
        </p:nvSpPr>
        <p:spPr>
          <a:ln/>
        </p:spPr>
        <p:txBody>
          <a:bodyPr/>
          <a:lstStyle/>
          <a:p>
            <a:fld id="{A7AE2A87-7546-4E8A-8B10-26FF5D830C00}" type="slidenum">
              <a:rPr lang="es-VE" altLang="es-ES"/>
              <a:pPr/>
              <a:t>67</a:t>
            </a:fld>
            <a:endParaRPr lang="es-VE" altLang="es-ES"/>
          </a:p>
        </p:txBody>
      </p:sp>
      <p:sp>
        <p:nvSpPr>
          <p:cNvPr id="142337" name="Text Box 1">
            <a:extLst>
              <a:ext uri="{FF2B5EF4-FFF2-40B4-BE49-F238E27FC236}">
                <a16:creationId xmlns:a16="http://schemas.microsoft.com/office/drawing/2014/main" id="{91EAEE56-1C82-630D-1B44-E6D64A030397}"/>
              </a:ext>
            </a:extLst>
          </p:cNvPr>
          <p:cNvSpPr txBox="1">
            <a:spLocks noChangeArrowheads="1"/>
          </p:cNvSpPr>
          <p:nvPr/>
        </p:nvSpPr>
        <p:spPr bwMode="auto">
          <a:xfrm>
            <a:off x="1371600" y="763588"/>
            <a:ext cx="5029200" cy="37719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p>
        </p:txBody>
      </p:sp>
      <p:sp>
        <p:nvSpPr>
          <p:cNvPr id="142338" name="Rectangle 2">
            <a:extLst>
              <a:ext uri="{FF2B5EF4-FFF2-40B4-BE49-F238E27FC236}">
                <a16:creationId xmlns:a16="http://schemas.microsoft.com/office/drawing/2014/main" id="{E64A8921-A4C9-B17F-6907-07B45CD43ABF}"/>
              </a:ext>
            </a:extLst>
          </p:cNvPr>
          <p:cNvSpPr txBox="1">
            <a:spLocks noChangeArrowheads="1"/>
          </p:cNvSpPr>
          <p:nvPr>
            <p:ph type="body"/>
          </p:nvPr>
        </p:nvSpPr>
        <p:spPr bwMode="auto">
          <a:xfrm>
            <a:off x="777875" y="4776788"/>
            <a:ext cx="6215063" cy="45227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36F5DDC-EAC4-D7D3-5D05-21C72F950082}"/>
              </a:ext>
            </a:extLst>
          </p:cNvPr>
          <p:cNvSpPr>
            <a:spLocks noGrp="1" noChangeArrowheads="1"/>
          </p:cNvSpPr>
          <p:nvPr>
            <p:ph type="sldNum"/>
          </p:nvPr>
        </p:nvSpPr>
        <p:spPr>
          <a:ln/>
        </p:spPr>
        <p:txBody>
          <a:bodyPr/>
          <a:lstStyle/>
          <a:p>
            <a:fld id="{8023DC29-EBFE-4C0A-81C0-015FD4BCBEBC}" type="slidenum">
              <a:rPr lang="es-VE" altLang="es-ES"/>
              <a:pPr/>
              <a:t>68</a:t>
            </a:fld>
            <a:endParaRPr lang="es-VE" altLang="es-ES"/>
          </a:p>
        </p:txBody>
      </p:sp>
      <p:sp>
        <p:nvSpPr>
          <p:cNvPr id="143361" name="Rectangle 1">
            <a:extLst>
              <a:ext uri="{FF2B5EF4-FFF2-40B4-BE49-F238E27FC236}">
                <a16:creationId xmlns:a16="http://schemas.microsoft.com/office/drawing/2014/main" id="{15C0103A-A4EC-FD2F-9F7E-EFEF52CDC6BA}"/>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62" name="Rectangle 2">
            <a:extLst>
              <a:ext uri="{FF2B5EF4-FFF2-40B4-BE49-F238E27FC236}">
                <a16:creationId xmlns:a16="http://schemas.microsoft.com/office/drawing/2014/main" id="{685792C8-09A4-4445-AACE-87B53B670280}"/>
              </a:ext>
            </a:extLst>
          </p:cNvPr>
          <p:cNvSpPr txBox="1">
            <a:spLocks noChangeArrowheads="1"/>
          </p:cNvSpPr>
          <p:nvPr>
            <p:ph type="body" idx="1"/>
          </p:nvPr>
        </p:nvSpPr>
        <p:spPr bwMode="auto">
          <a:xfrm>
            <a:off x="777875" y="4776788"/>
            <a:ext cx="6218238" cy="4435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19F0C17-5253-5FF4-B9C8-FA8F33D5571D}"/>
              </a:ext>
            </a:extLst>
          </p:cNvPr>
          <p:cNvSpPr>
            <a:spLocks noGrp="1" noChangeArrowheads="1"/>
          </p:cNvSpPr>
          <p:nvPr>
            <p:ph type="sldNum"/>
          </p:nvPr>
        </p:nvSpPr>
        <p:spPr>
          <a:ln/>
        </p:spPr>
        <p:txBody>
          <a:bodyPr/>
          <a:lstStyle/>
          <a:p>
            <a:fld id="{03E4F584-6AB6-485B-8BF8-5A36AB8893F3}" type="slidenum">
              <a:rPr lang="es-VE" altLang="es-ES"/>
              <a:pPr/>
              <a:t>69</a:t>
            </a:fld>
            <a:endParaRPr lang="es-VE" altLang="es-ES"/>
          </a:p>
        </p:txBody>
      </p:sp>
      <p:sp>
        <p:nvSpPr>
          <p:cNvPr id="144385" name="Rectangle 1">
            <a:extLst>
              <a:ext uri="{FF2B5EF4-FFF2-40B4-BE49-F238E27FC236}">
                <a16:creationId xmlns:a16="http://schemas.microsoft.com/office/drawing/2014/main" id="{4255F663-4813-6B91-D181-DD54089A1915}"/>
              </a:ext>
            </a:extLst>
          </p:cNvPr>
          <p:cNvSpPr txBox="1">
            <a:spLocks noChangeArrowheads="1"/>
          </p:cNvSpPr>
          <p:nvPr>
            <p:ph type="sldImg"/>
          </p:nvPr>
        </p:nvSpPr>
        <p:spPr bwMode="auto">
          <a:xfrm>
            <a:off x="1138238" y="763588"/>
            <a:ext cx="5495925" cy="37719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4386" name="Rectangle 2">
            <a:extLst>
              <a:ext uri="{FF2B5EF4-FFF2-40B4-BE49-F238E27FC236}">
                <a16:creationId xmlns:a16="http://schemas.microsoft.com/office/drawing/2014/main" id="{A4BFDD8F-FF76-3BEF-5268-A884E88D4E24}"/>
              </a:ext>
            </a:extLst>
          </p:cNvPr>
          <p:cNvSpPr txBox="1">
            <a:spLocks noChangeArrowheads="1"/>
          </p:cNvSpPr>
          <p:nvPr>
            <p:ph type="body" idx="1"/>
          </p:nvPr>
        </p:nvSpPr>
        <p:spPr bwMode="auto">
          <a:xfrm>
            <a:off x="777875" y="4776788"/>
            <a:ext cx="6218238"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791417-5568-4391-2AF1-61C9249C44ED}"/>
              </a:ext>
            </a:extLst>
          </p:cNvPr>
          <p:cNvSpPr>
            <a:spLocks noGrp="1"/>
          </p:cNvSpPr>
          <p:nvPr>
            <p:ph type="ctrTitle"/>
          </p:nvPr>
        </p:nvSpPr>
        <p:spPr>
          <a:xfrm>
            <a:off x="1260475" y="1236663"/>
            <a:ext cx="7559675" cy="2632075"/>
          </a:xfrm>
        </p:spPr>
        <p:txBody>
          <a:bodyPr anchor="b"/>
          <a:lstStyle>
            <a:lvl1pPr algn="ctr">
              <a:defRPr sz="6000"/>
            </a:lvl1pPr>
          </a:lstStyle>
          <a:p>
            <a:r>
              <a:rPr lang="de-DE"/>
              <a:t>Mastertitelformat bearbeiten</a:t>
            </a:r>
            <a:endParaRPr lang="es-ES"/>
          </a:p>
        </p:txBody>
      </p:sp>
      <p:sp>
        <p:nvSpPr>
          <p:cNvPr id="3" name="Untertitel 2">
            <a:extLst>
              <a:ext uri="{FF2B5EF4-FFF2-40B4-BE49-F238E27FC236}">
                <a16:creationId xmlns:a16="http://schemas.microsoft.com/office/drawing/2014/main" id="{76A49551-6949-6F22-F613-91110E450CD6}"/>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
          </a:p>
        </p:txBody>
      </p:sp>
      <p:sp>
        <p:nvSpPr>
          <p:cNvPr id="4" name="Datumsplatzhalter 3">
            <a:extLst>
              <a:ext uri="{FF2B5EF4-FFF2-40B4-BE49-F238E27FC236}">
                <a16:creationId xmlns:a16="http://schemas.microsoft.com/office/drawing/2014/main" id="{DDD385F2-7850-4956-F994-4FD9BFA4D7D7}"/>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3DEF97F9-1426-645B-F70E-EA1D5B9460D3}"/>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994C1735-BE57-D174-36B6-415C6D43E090}"/>
              </a:ext>
            </a:extLst>
          </p:cNvPr>
          <p:cNvSpPr>
            <a:spLocks noGrp="1"/>
          </p:cNvSpPr>
          <p:nvPr>
            <p:ph type="sldNum" idx="12"/>
          </p:nvPr>
        </p:nvSpPr>
        <p:spPr/>
        <p:txBody>
          <a:bodyPr/>
          <a:lstStyle>
            <a:lvl1pPr>
              <a:defRPr/>
            </a:lvl1pPr>
          </a:lstStyle>
          <a:p>
            <a:fld id="{7BA61B94-05BE-4340-8DDB-9A4FCA6E37B2}" type="slidenum">
              <a:rPr lang="es-VE" altLang="es-ES"/>
              <a:pPr/>
              <a:t>‹Nr.›</a:t>
            </a:fld>
            <a:endParaRPr lang="es-VE" altLang="es-ES"/>
          </a:p>
        </p:txBody>
      </p:sp>
    </p:spTree>
    <p:extLst>
      <p:ext uri="{BB962C8B-B14F-4D97-AF65-F5344CB8AC3E}">
        <p14:creationId xmlns:p14="http://schemas.microsoft.com/office/powerpoint/2010/main" val="918169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D8FFB-0A50-E96B-1B93-E190D5CD9FC4}"/>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0C7FF00B-06C3-9D2B-080C-947425E67F4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4347068C-F6A1-FCA3-D3EB-E00BCD90557A}"/>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C335F2D4-F2F0-FE49-DF6D-3E935E8F59DC}"/>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7BEFD8C1-E203-39B4-6211-354CB09FA384}"/>
              </a:ext>
            </a:extLst>
          </p:cNvPr>
          <p:cNvSpPr>
            <a:spLocks noGrp="1"/>
          </p:cNvSpPr>
          <p:nvPr>
            <p:ph type="sldNum" idx="12"/>
          </p:nvPr>
        </p:nvSpPr>
        <p:spPr/>
        <p:txBody>
          <a:bodyPr/>
          <a:lstStyle>
            <a:lvl1pPr>
              <a:defRPr/>
            </a:lvl1pPr>
          </a:lstStyle>
          <a:p>
            <a:fld id="{1F0F02F5-BCFD-4C12-8477-062B895A0CDC}" type="slidenum">
              <a:rPr lang="es-VE" altLang="es-ES"/>
              <a:pPr/>
              <a:t>‹Nr.›</a:t>
            </a:fld>
            <a:endParaRPr lang="es-VE" altLang="es-ES"/>
          </a:p>
        </p:txBody>
      </p:sp>
    </p:spTree>
    <p:extLst>
      <p:ext uri="{BB962C8B-B14F-4D97-AF65-F5344CB8AC3E}">
        <p14:creationId xmlns:p14="http://schemas.microsoft.com/office/powerpoint/2010/main" val="180112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B876EA-B5A7-B4B5-6E5A-E1819A39B0E9}"/>
              </a:ext>
            </a:extLst>
          </p:cNvPr>
          <p:cNvSpPr>
            <a:spLocks noGrp="1"/>
          </p:cNvSpPr>
          <p:nvPr>
            <p:ph type="title"/>
          </p:nvPr>
        </p:nvSpPr>
        <p:spPr>
          <a:xfrm>
            <a:off x="687388" y="1884363"/>
            <a:ext cx="8694737" cy="3144837"/>
          </a:xfrm>
        </p:spPr>
        <p:txBody>
          <a:bodyPr anchor="b"/>
          <a:lstStyle>
            <a:lvl1pPr>
              <a:defRPr sz="6000"/>
            </a:lvl1pPr>
          </a:lstStyle>
          <a:p>
            <a:r>
              <a:rPr lang="de-DE"/>
              <a:t>Mastertitelformat bearbeiten</a:t>
            </a:r>
            <a:endParaRPr lang="es-ES"/>
          </a:p>
        </p:txBody>
      </p:sp>
      <p:sp>
        <p:nvSpPr>
          <p:cNvPr id="3" name="Textplatzhalter 2">
            <a:extLst>
              <a:ext uri="{FF2B5EF4-FFF2-40B4-BE49-F238E27FC236}">
                <a16:creationId xmlns:a16="http://schemas.microsoft.com/office/drawing/2014/main" id="{7AEE8585-A028-A12D-375C-02FC954FDBAA}"/>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de-DE"/>
              <a:t>Mastertextformat bearbeiten</a:t>
            </a:r>
          </a:p>
        </p:txBody>
      </p:sp>
      <p:sp>
        <p:nvSpPr>
          <p:cNvPr id="4" name="Datumsplatzhalter 3">
            <a:extLst>
              <a:ext uri="{FF2B5EF4-FFF2-40B4-BE49-F238E27FC236}">
                <a16:creationId xmlns:a16="http://schemas.microsoft.com/office/drawing/2014/main" id="{7CA5A2CC-D26A-A4F8-AAEF-EC71A9A54D6A}"/>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A36C81B3-93C6-C487-B3E2-621AABB80FFA}"/>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5A371ED7-79CF-9478-AC07-29FF7463E3D5}"/>
              </a:ext>
            </a:extLst>
          </p:cNvPr>
          <p:cNvSpPr>
            <a:spLocks noGrp="1"/>
          </p:cNvSpPr>
          <p:nvPr>
            <p:ph type="sldNum" idx="12"/>
          </p:nvPr>
        </p:nvSpPr>
        <p:spPr/>
        <p:txBody>
          <a:bodyPr/>
          <a:lstStyle>
            <a:lvl1pPr>
              <a:defRPr/>
            </a:lvl1pPr>
          </a:lstStyle>
          <a:p>
            <a:fld id="{DBAA1E3C-FCAF-45BF-A361-0E0D25FA558D}" type="slidenum">
              <a:rPr lang="es-VE" altLang="es-ES"/>
              <a:pPr/>
              <a:t>‹Nr.›</a:t>
            </a:fld>
            <a:endParaRPr lang="es-VE" altLang="es-ES"/>
          </a:p>
        </p:txBody>
      </p:sp>
    </p:spTree>
    <p:extLst>
      <p:ext uri="{BB962C8B-B14F-4D97-AF65-F5344CB8AC3E}">
        <p14:creationId xmlns:p14="http://schemas.microsoft.com/office/powerpoint/2010/main" val="313736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B24C51-AAC3-93B6-459A-EBCC2F935707}"/>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F312ECBA-64E7-4B8C-A0F2-2FC006C24396}"/>
              </a:ext>
            </a:extLst>
          </p:cNvPr>
          <p:cNvSpPr>
            <a:spLocks noGrp="1"/>
          </p:cNvSpPr>
          <p:nvPr>
            <p:ph sz="half" idx="1"/>
          </p:nvPr>
        </p:nvSpPr>
        <p:spPr>
          <a:xfrm>
            <a:off x="503238" y="2165350"/>
            <a:ext cx="4457700" cy="49879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Inhaltsplatzhalter 3">
            <a:extLst>
              <a:ext uri="{FF2B5EF4-FFF2-40B4-BE49-F238E27FC236}">
                <a16:creationId xmlns:a16="http://schemas.microsoft.com/office/drawing/2014/main" id="{406ADD5F-CCB1-D3D0-C6E1-598166ED1D51}"/>
              </a:ext>
            </a:extLst>
          </p:cNvPr>
          <p:cNvSpPr>
            <a:spLocks noGrp="1"/>
          </p:cNvSpPr>
          <p:nvPr>
            <p:ph sz="half" idx="2"/>
          </p:nvPr>
        </p:nvSpPr>
        <p:spPr>
          <a:xfrm>
            <a:off x="5113338" y="2165350"/>
            <a:ext cx="4459287" cy="49879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Datumsplatzhalter 4">
            <a:extLst>
              <a:ext uri="{FF2B5EF4-FFF2-40B4-BE49-F238E27FC236}">
                <a16:creationId xmlns:a16="http://schemas.microsoft.com/office/drawing/2014/main" id="{9A96B5B8-EE96-F530-3A3E-34E173D6EEE5}"/>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547A4EC3-3293-80CE-3AD5-6FB32E736253}"/>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51917FEB-8205-5E9D-7B9B-8FB9FEEAB303}"/>
              </a:ext>
            </a:extLst>
          </p:cNvPr>
          <p:cNvSpPr>
            <a:spLocks noGrp="1"/>
          </p:cNvSpPr>
          <p:nvPr>
            <p:ph type="sldNum" idx="12"/>
          </p:nvPr>
        </p:nvSpPr>
        <p:spPr/>
        <p:txBody>
          <a:bodyPr/>
          <a:lstStyle>
            <a:lvl1pPr>
              <a:defRPr/>
            </a:lvl1pPr>
          </a:lstStyle>
          <a:p>
            <a:fld id="{06D06E82-CA36-4127-83BC-8E870A053C23}" type="slidenum">
              <a:rPr lang="es-VE" altLang="es-ES"/>
              <a:pPr/>
              <a:t>‹Nr.›</a:t>
            </a:fld>
            <a:endParaRPr lang="es-VE" altLang="es-ES"/>
          </a:p>
        </p:txBody>
      </p:sp>
    </p:spTree>
    <p:extLst>
      <p:ext uri="{BB962C8B-B14F-4D97-AF65-F5344CB8AC3E}">
        <p14:creationId xmlns:p14="http://schemas.microsoft.com/office/powerpoint/2010/main" val="26618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518B61-6689-086D-592F-F2EADE73F283}"/>
              </a:ext>
            </a:extLst>
          </p:cNvPr>
          <p:cNvSpPr>
            <a:spLocks noGrp="1"/>
          </p:cNvSpPr>
          <p:nvPr>
            <p:ph type="title"/>
          </p:nvPr>
        </p:nvSpPr>
        <p:spPr>
          <a:xfrm>
            <a:off x="693738" y="403225"/>
            <a:ext cx="8694737" cy="1460500"/>
          </a:xfrm>
        </p:spPr>
        <p:txBody>
          <a:bodyPr/>
          <a:lstStyle/>
          <a:p>
            <a:r>
              <a:rPr lang="de-DE"/>
              <a:t>Mastertitelformat bearbeiten</a:t>
            </a:r>
            <a:endParaRPr lang="es-ES"/>
          </a:p>
        </p:txBody>
      </p:sp>
      <p:sp>
        <p:nvSpPr>
          <p:cNvPr id="3" name="Textplatzhalter 2">
            <a:extLst>
              <a:ext uri="{FF2B5EF4-FFF2-40B4-BE49-F238E27FC236}">
                <a16:creationId xmlns:a16="http://schemas.microsoft.com/office/drawing/2014/main" id="{80CFE149-C9E1-AECE-7A14-2FC3B08511EB}"/>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E6E74B3-CCEF-BEC9-3EBC-744B993AEEB3}"/>
              </a:ext>
            </a:extLst>
          </p:cNvPr>
          <p:cNvSpPr>
            <a:spLocks noGrp="1"/>
          </p:cNvSpPr>
          <p:nvPr>
            <p:ph sz="half" idx="2"/>
          </p:nvPr>
        </p:nvSpPr>
        <p:spPr>
          <a:xfrm>
            <a:off x="693738" y="2760663"/>
            <a:ext cx="426561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Textplatzhalter 4">
            <a:extLst>
              <a:ext uri="{FF2B5EF4-FFF2-40B4-BE49-F238E27FC236}">
                <a16:creationId xmlns:a16="http://schemas.microsoft.com/office/drawing/2014/main" id="{01063747-0588-C0BA-B048-916D2506971C}"/>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B1C030BA-6BD6-E05B-2E2F-E20B89735EB1}"/>
              </a:ext>
            </a:extLst>
          </p:cNvPr>
          <p:cNvSpPr>
            <a:spLocks noGrp="1"/>
          </p:cNvSpPr>
          <p:nvPr>
            <p:ph sz="quarter" idx="4"/>
          </p:nvPr>
        </p:nvSpPr>
        <p:spPr>
          <a:xfrm>
            <a:off x="5103813" y="2760663"/>
            <a:ext cx="428466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7" name="Datumsplatzhalter 6">
            <a:extLst>
              <a:ext uri="{FF2B5EF4-FFF2-40B4-BE49-F238E27FC236}">
                <a16:creationId xmlns:a16="http://schemas.microsoft.com/office/drawing/2014/main" id="{9C9DFB73-FE99-BFED-09FB-AFCC4E9F65BC}"/>
              </a:ext>
            </a:extLst>
          </p:cNvPr>
          <p:cNvSpPr>
            <a:spLocks noGrp="1"/>
          </p:cNvSpPr>
          <p:nvPr>
            <p:ph type="dt" idx="10"/>
          </p:nvPr>
        </p:nvSpPr>
        <p:spPr/>
        <p:txBody>
          <a:bodyPr/>
          <a:lstStyle>
            <a:lvl1pPr>
              <a:defRPr/>
            </a:lvl1pPr>
          </a:lstStyle>
          <a:p>
            <a:endParaRPr lang="es-VE" altLang="es-ES"/>
          </a:p>
        </p:txBody>
      </p:sp>
      <p:sp>
        <p:nvSpPr>
          <p:cNvPr id="8" name="Fußzeilenplatzhalter 7">
            <a:extLst>
              <a:ext uri="{FF2B5EF4-FFF2-40B4-BE49-F238E27FC236}">
                <a16:creationId xmlns:a16="http://schemas.microsoft.com/office/drawing/2014/main" id="{6DD47CE1-ABBE-DAA7-AFDC-6D0D632297A3}"/>
              </a:ext>
            </a:extLst>
          </p:cNvPr>
          <p:cNvSpPr>
            <a:spLocks noGrp="1"/>
          </p:cNvSpPr>
          <p:nvPr>
            <p:ph type="ftr" idx="11"/>
          </p:nvPr>
        </p:nvSpPr>
        <p:spPr/>
        <p:txBody>
          <a:bodyPr/>
          <a:lstStyle>
            <a:lvl1pPr>
              <a:defRPr/>
            </a:lvl1pPr>
          </a:lstStyle>
          <a:p>
            <a:endParaRPr lang="es-VE" altLang="es-ES"/>
          </a:p>
        </p:txBody>
      </p:sp>
      <p:sp>
        <p:nvSpPr>
          <p:cNvPr id="9" name="Foliennummernplatzhalter 8">
            <a:extLst>
              <a:ext uri="{FF2B5EF4-FFF2-40B4-BE49-F238E27FC236}">
                <a16:creationId xmlns:a16="http://schemas.microsoft.com/office/drawing/2014/main" id="{E9AE0A43-9664-AF24-6071-87A76B0F97A5}"/>
              </a:ext>
            </a:extLst>
          </p:cNvPr>
          <p:cNvSpPr>
            <a:spLocks noGrp="1"/>
          </p:cNvSpPr>
          <p:nvPr>
            <p:ph type="sldNum" idx="12"/>
          </p:nvPr>
        </p:nvSpPr>
        <p:spPr/>
        <p:txBody>
          <a:bodyPr/>
          <a:lstStyle>
            <a:lvl1pPr>
              <a:defRPr/>
            </a:lvl1pPr>
          </a:lstStyle>
          <a:p>
            <a:fld id="{85DA8463-959D-46B2-B5A5-7F63D80A2473}" type="slidenum">
              <a:rPr lang="es-VE" altLang="es-ES"/>
              <a:pPr/>
              <a:t>‹Nr.›</a:t>
            </a:fld>
            <a:endParaRPr lang="es-VE" altLang="es-ES"/>
          </a:p>
        </p:txBody>
      </p:sp>
    </p:spTree>
    <p:extLst>
      <p:ext uri="{BB962C8B-B14F-4D97-AF65-F5344CB8AC3E}">
        <p14:creationId xmlns:p14="http://schemas.microsoft.com/office/powerpoint/2010/main" val="183805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CFF6CE-BADD-2615-C521-EEE232D7DB4D}"/>
              </a:ext>
            </a:extLst>
          </p:cNvPr>
          <p:cNvSpPr>
            <a:spLocks noGrp="1"/>
          </p:cNvSpPr>
          <p:nvPr>
            <p:ph type="title"/>
          </p:nvPr>
        </p:nvSpPr>
        <p:spPr/>
        <p:txBody>
          <a:bodyPr/>
          <a:lstStyle/>
          <a:p>
            <a:r>
              <a:rPr lang="de-DE"/>
              <a:t>Mastertitelformat bearbeiten</a:t>
            </a:r>
            <a:endParaRPr lang="es-ES"/>
          </a:p>
        </p:txBody>
      </p:sp>
      <p:sp>
        <p:nvSpPr>
          <p:cNvPr id="3" name="Datumsplatzhalter 2">
            <a:extLst>
              <a:ext uri="{FF2B5EF4-FFF2-40B4-BE49-F238E27FC236}">
                <a16:creationId xmlns:a16="http://schemas.microsoft.com/office/drawing/2014/main" id="{7A1C309B-7B41-F016-43DC-F1A19A11FBE3}"/>
              </a:ext>
            </a:extLst>
          </p:cNvPr>
          <p:cNvSpPr>
            <a:spLocks noGrp="1"/>
          </p:cNvSpPr>
          <p:nvPr>
            <p:ph type="dt" idx="10"/>
          </p:nvPr>
        </p:nvSpPr>
        <p:spPr/>
        <p:txBody>
          <a:bodyPr/>
          <a:lstStyle>
            <a:lvl1pPr>
              <a:defRPr/>
            </a:lvl1pPr>
          </a:lstStyle>
          <a:p>
            <a:endParaRPr lang="es-VE" altLang="es-ES"/>
          </a:p>
        </p:txBody>
      </p:sp>
      <p:sp>
        <p:nvSpPr>
          <p:cNvPr id="4" name="Fußzeilenplatzhalter 3">
            <a:extLst>
              <a:ext uri="{FF2B5EF4-FFF2-40B4-BE49-F238E27FC236}">
                <a16:creationId xmlns:a16="http://schemas.microsoft.com/office/drawing/2014/main" id="{D4CDF99F-BB3E-5F62-AF70-EA63CBC1C142}"/>
              </a:ext>
            </a:extLst>
          </p:cNvPr>
          <p:cNvSpPr>
            <a:spLocks noGrp="1"/>
          </p:cNvSpPr>
          <p:nvPr>
            <p:ph type="ftr" idx="11"/>
          </p:nvPr>
        </p:nvSpPr>
        <p:spPr/>
        <p:txBody>
          <a:bodyPr/>
          <a:lstStyle>
            <a:lvl1pPr>
              <a:defRPr/>
            </a:lvl1pPr>
          </a:lstStyle>
          <a:p>
            <a:endParaRPr lang="es-VE" altLang="es-ES"/>
          </a:p>
        </p:txBody>
      </p:sp>
      <p:sp>
        <p:nvSpPr>
          <p:cNvPr id="5" name="Foliennummernplatzhalter 4">
            <a:extLst>
              <a:ext uri="{FF2B5EF4-FFF2-40B4-BE49-F238E27FC236}">
                <a16:creationId xmlns:a16="http://schemas.microsoft.com/office/drawing/2014/main" id="{47D49D8F-CADF-28C2-7CFF-FC35D0E8198E}"/>
              </a:ext>
            </a:extLst>
          </p:cNvPr>
          <p:cNvSpPr>
            <a:spLocks noGrp="1"/>
          </p:cNvSpPr>
          <p:nvPr>
            <p:ph type="sldNum" idx="12"/>
          </p:nvPr>
        </p:nvSpPr>
        <p:spPr/>
        <p:txBody>
          <a:bodyPr/>
          <a:lstStyle>
            <a:lvl1pPr>
              <a:defRPr/>
            </a:lvl1pPr>
          </a:lstStyle>
          <a:p>
            <a:fld id="{B367CA6B-BDFE-487C-928C-97D8555F099D}" type="slidenum">
              <a:rPr lang="es-VE" altLang="es-ES"/>
              <a:pPr/>
              <a:t>‹Nr.›</a:t>
            </a:fld>
            <a:endParaRPr lang="es-VE" altLang="es-ES"/>
          </a:p>
        </p:txBody>
      </p:sp>
    </p:spTree>
    <p:extLst>
      <p:ext uri="{BB962C8B-B14F-4D97-AF65-F5344CB8AC3E}">
        <p14:creationId xmlns:p14="http://schemas.microsoft.com/office/powerpoint/2010/main" val="2347543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440ADCD-5DFE-9627-63C9-74217AE26A89}"/>
              </a:ext>
            </a:extLst>
          </p:cNvPr>
          <p:cNvSpPr>
            <a:spLocks noGrp="1"/>
          </p:cNvSpPr>
          <p:nvPr>
            <p:ph type="dt" idx="10"/>
          </p:nvPr>
        </p:nvSpPr>
        <p:spPr/>
        <p:txBody>
          <a:bodyPr/>
          <a:lstStyle>
            <a:lvl1pPr>
              <a:defRPr/>
            </a:lvl1pPr>
          </a:lstStyle>
          <a:p>
            <a:endParaRPr lang="es-VE" altLang="es-ES"/>
          </a:p>
        </p:txBody>
      </p:sp>
      <p:sp>
        <p:nvSpPr>
          <p:cNvPr id="3" name="Fußzeilenplatzhalter 2">
            <a:extLst>
              <a:ext uri="{FF2B5EF4-FFF2-40B4-BE49-F238E27FC236}">
                <a16:creationId xmlns:a16="http://schemas.microsoft.com/office/drawing/2014/main" id="{10550208-EF68-B15D-2FE1-8438D90B36D0}"/>
              </a:ext>
            </a:extLst>
          </p:cNvPr>
          <p:cNvSpPr>
            <a:spLocks noGrp="1"/>
          </p:cNvSpPr>
          <p:nvPr>
            <p:ph type="ftr" idx="11"/>
          </p:nvPr>
        </p:nvSpPr>
        <p:spPr/>
        <p:txBody>
          <a:bodyPr/>
          <a:lstStyle>
            <a:lvl1pPr>
              <a:defRPr/>
            </a:lvl1pPr>
          </a:lstStyle>
          <a:p>
            <a:endParaRPr lang="es-VE" altLang="es-ES"/>
          </a:p>
        </p:txBody>
      </p:sp>
      <p:sp>
        <p:nvSpPr>
          <p:cNvPr id="4" name="Foliennummernplatzhalter 3">
            <a:extLst>
              <a:ext uri="{FF2B5EF4-FFF2-40B4-BE49-F238E27FC236}">
                <a16:creationId xmlns:a16="http://schemas.microsoft.com/office/drawing/2014/main" id="{975B3F7E-FEF7-4B6B-9826-4B37612228EF}"/>
              </a:ext>
            </a:extLst>
          </p:cNvPr>
          <p:cNvSpPr>
            <a:spLocks noGrp="1"/>
          </p:cNvSpPr>
          <p:nvPr>
            <p:ph type="sldNum" idx="12"/>
          </p:nvPr>
        </p:nvSpPr>
        <p:spPr/>
        <p:txBody>
          <a:bodyPr/>
          <a:lstStyle>
            <a:lvl1pPr>
              <a:defRPr/>
            </a:lvl1pPr>
          </a:lstStyle>
          <a:p>
            <a:fld id="{41E5CAC2-99B1-40FA-B445-FAEF74F019AD}" type="slidenum">
              <a:rPr lang="es-VE" altLang="es-ES"/>
              <a:pPr/>
              <a:t>‹Nr.›</a:t>
            </a:fld>
            <a:endParaRPr lang="es-VE" altLang="es-ES"/>
          </a:p>
        </p:txBody>
      </p:sp>
    </p:spTree>
    <p:extLst>
      <p:ext uri="{BB962C8B-B14F-4D97-AF65-F5344CB8AC3E}">
        <p14:creationId xmlns:p14="http://schemas.microsoft.com/office/powerpoint/2010/main" val="4091623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1A79E2-424E-0BCD-C0CA-11D743C1D2C8}"/>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Inhaltsplatzhalter 2">
            <a:extLst>
              <a:ext uri="{FF2B5EF4-FFF2-40B4-BE49-F238E27FC236}">
                <a16:creationId xmlns:a16="http://schemas.microsoft.com/office/drawing/2014/main" id="{3A050958-1D2F-79FD-3C55-1848553407D5}"/>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Textplatzhalter 3">
            <a:extLst>
              <a:ext uri="{FF2B5EF4-FFF2-40B4-BE49-F238E27FC236}">
                <a16:creationId xmlns:a16="http://schemas.microsoft.com/office/drawing/2014/main" id="{F4D46C3A-216E-8038-4B33-6ACBFECAB311}"/>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43F82A0-D474-75A5-6353-08E7F1500F49}"/>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7B1737BF-FCEA-20CA-9637-7F16AA310A34}"/>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373D505C-ED06-A86D-4ACA-456F8DBD31F1}"/>
              </a:ext>
            </a:extLst>
          </p:cNvPr>
          <p:cNvSpPr>
            <a:spLocks noGrp="1"/>
          </p:cNvSpPr>
          <p:nvPr>
            <p:ph type="sldNum" idx="12"/>
          </p:nvPr>
        </p:nvSpPr>
        <p:spPr/>
        <p:txBody>
          <a:bodyPr/>
          <a:lstStyle>
            <a:lvl1pPr>
              <a:defRPr/>
            </a:lvl1pPr>
          </a:lstStyle>
          <a:p>
            <a:fld id="{24151E6B-C17F-4A4D-A16A-473B4828AC0E}" type="slidenum">
              <a:rPr lang="es-VE" altLang="es-ES"/>
              <a:pPr/>
              <a:t>‹Nr.›</a:t>
            </a:fld>
            <a:endParaRPr lang="es-VE" altLang="es-ES"/>
          </a:p>
        </p:txBody>
      </p:sp>
    </p:spTree>
    <p:extLst>
      <p:ext uri="{BB962C8B-B14F-4D97-AF65-F5344CB8AC3E}">
        <p14:creationId xmlns:p14="http://schemas.microsoft.com/office/powerpoint/2010/main" val="587415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F3A3C0-E155-2904-9480-D0A8677C09B3}"/>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Bildplatzhalter 2">
            <a:extLst>
              <a:ext uri="{FF2B5EF4-FFF2-40B4-BE49-F238E27FC236}">
                <a16:creationId xmlns:a16="http://schemas.microsoft.com/office/drawing/2014/main" id="{AEBD2C77-F213-272C-64BC-FC00A1056A6A}"/>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platzhalter 3">
            <a:extLst>
              <a:ext uri="{FF2B5EF4-FFF2-40B4-BE49-F238E27FC236}">
                <a16:creationId xmlns:a16="http://schemas.microsoft.com/office/drawing/2014/main" id="{466240A5-AB78-BE0B-8F3A-BCAEA13801C8}"/>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0012A36-862C-E40F-7529-AF3B371DBF8C}"/>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5581F1E5-2A14-8335-897C-431DCC1424A1}"/>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E780D5D7-8275-3674-A65B-6C3AC0F96911}"/>
              </a:ext>
            </a:extLst>
          </p:cNvPr>
          <p:cNvSpPr>
            <a:spLocks noGrp="1"/>
          </p:cNvSpPr>
          <p:nvPr>
            <p:ph type="sldNum" idx="12"/>
          </p:nvPr>
        </p:nvSpPr>
        <p:spPr/>
        <p:txBody>
          <a:bodyPr/>
          <a:lstStyle>
            <a:lvl1pPr>
              <a:defRPr/>
            </a:lvl1pPr>
          </a:lstStyle>
          <a:p>
            <a:fld id="{CB452D90-3244-4F87-B8BF-B564D17588CD}" type="slidenum">
              <a:rPr lang="es-VE" altLang="es-ES"/>
              <a:pPr/>
              <a:t>‹Nr.›</a:t>
            </a:fld>
            <a:endParaRPr lang="es-VE" altLang="es-ES"/>
          </a:p>
        </p:txBody>
      </p:sp>
    </p:spTree>
    <p:extLst>
      <p:ext uri="{BB962C8B-B14F-4D97-AF65-F5344CB8AC3E}">
        <p14:creationId xmlns:p14="http://schemas.microsoft.com/office/powerpoint/2010/main" val="112277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F68302-1D6F-0B75-AA86-CE27133B16A7}"/>
              </a:ext>
            </a:extLst>
          </p:cNvPr>
          <p:cNvSpPr>
            <a:spLocks noGrp="1"/>
          </p:cNvSpPr>
          <p:nvPr>
            <p:ph type="title"/>
          </p:nvPr>
        </p:nvSpPr>
        <p:spPr/>
        <p:txBody>
          <a:bodyPr/>
          <a:lstStyle/>
          <a:p>
            <a:r>
              <a:rPr lang="de-DE"/>
              <a:t>Mastertitelformat bearbeiten</a:t>
            </a:r>
            <a:endParaRPr lang="es-ES"/>
          </a:p>
        </p:txBody>
      </p:sp>
      <p:sp>
        <p:nvSpPr>
          <p:cNvPr id="3" name="Vertikaler Textplatzhalter 2">
            <a:extLst>
              <a:ext uri="{FF2B5EF4-FFF2-40B4-BE49-F238E27FC236}">
                <a16:creationId xmlns:a16="http://schemas.microsoft.com/office/drawing/2014/main" id="{D2AC63C0-A68D-BF69-DEE8-9301770846D1}"/>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5A25A83D-A5C8-8421-EF56-6234FD0A8959}"/>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5B39EC3D-0A22-21D1-4C9D-947676B95ED8}"/>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8E8BA63D-29D2-1F8A-8D77-5FACD29A64CB}"/>
              </a:ext>
            </a:extLst>
          </p:cNvPr>
          <p:cNvSpPr>
            <a:spLocks noGrp="1"/>
          </p:cNvSpPr>
          <p:nvPr>
            <p:ph type="sldNum" idx="12"/>
          </p:nvPr>
        </p:nvSpPr>
        <p:spPr/>
        <p:txBody>
          <a:bodyPr/>
          <a:lstStyle>
            <a:lvl1pPr>
              <a:defRPr/>
            </a:lvl1pPr>
          </a:lstStyle>
          <a:p>
            <a:fld id="{99760D9C-0F8B-46E6-BC28-D8B081047B00}" type="slidenum">
              <a:rPr lang="es-VE" altLang="es-ES"/>
              <a:pPr/>
              <a:t>‹Nr.›</a:t>
            </a:fld>
            <a:endParaRPr lang="es-VE" altLang="es-ES"/>
          </a:p>
        </p:txBody>
      </p:sp>
    </p:spTree>
    <p:extLst>
      <p:ext uri="{BB962C8B-B14F-4D97-AF65-F5344CB8AC3E}">
        <p14:creationId xmlns:p14="http://schemas.microsoft.com/office/powerpoint/2010/main" val="2007097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CF3ED02-B06D-2CDA-8162-A1A282221EAE}"/>
              </a:ext>
            </a:extLst>
          </p:cNvPr>
          <p:cNvSpPr>
            <a:spLocks noGrp="1"/>
          </p:cNvSpPr>
          <p:nvPr>
            <p:ph type="title" orient="vert"/>
          </p:nvPr>
        </p:nvSpPr>
        <p:spPr>
          <a:xfrm>
            <a:off x="7305675" y="301625"/>
            <a:ext cx="2266950" cy="6851650"/>
          </a:xfrm>
        </p:spPr>
        <p:txBody>
          <a:bodyPr vert="eaVert"/>
          <a:lstStyle/>
          <a:p>
            <a:r>
              <a:rPr lang="de-DE"/>
              <a:t>Mastertitelformat bearbeiten</a:t>
            </a:r>
            <a:endParaRPr lang="es-ES"/>
          </a:p>
        </p:txBody>
      </p:sp>
      <p:sp>
        <p:nvSpPr>
          <p:cNvPr id="3" name="Vertikaler Textplatzhalter 2">
            <a:extLst>
              <a:ext uri="{FF2B5EF4-FFF2-40B4-BE49-F238E27FC236}">
                <a16:creationId xmlns:a16="http://schemas.microsoft.com/office/drawing/2014/main" id="{A9BCC472-D4D3-3B17-C1F3-A4F046A51C40}"/>
              </a:ext>
            </a:extLst>
          </p:cNvPr>
          <p:cNvSpPr>
            <a:spLocks noGrp="1"/>
          </p:cNvSpPr>
          <p:nvPr>
            <p:ph type="body" orient="vert" idx="1"/>
          </p:nvPr>
        </p:nvSpPr>
        <p:spPr>
          <a:xfrm>
            <a:off x="503238" y="301625"/>
            <a:ext cx="6650037" cy="6851650"/>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D9F8CA8E-24F0-814B-1536-8A8F774B1652}"/>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76006895-AA5F-A7BC-FDCA-5F029561F63F}"/>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3F55B5A0-B700-F593-EDD0-6643156F4DEC}"/>
              </a:ext>
            </a:extLst>
          </p:cNvPr>
          <p:cNvSpPr>
            <a:spLocks noGrp="1"/>
          </p:cNvSpPr>
          <p:nvPr>
            <p:ph type="sldNum" idx="12"/>
          </p:nvPr>
        </p:nvSpPr>
        <p:spPr/>
        <p:txBody>
          <a:bodyPr/>
          <a:lstStyle>
            <a:lvl1pPr>
              <a:defRPr/>
            </a:lvl1pPr>
          </a:lstStyle>
          <a:p>
            <a:fld id="{7266111D-C9C8-4396-842D-99A13640FEE8}" type="slidenum">
              <a:rPr lang="es-VE" altLang="es-ES"/>
              <a:pPr/>
              <a:t>‹Nr.›</a:t>
            </a:fld>
            <a:endParaRPr lang="es-VE" altLang="es-ES"/>
          </a:p>
        </p:txBody>
      </p:sp>
    </p:spTree>
    <p:extLst>
      <p:ext uri="{BB962C8B-B14F-4D97-AF65-F5344CB8AC3E}">
        <p14:creationId xmlns:p14="http://schemas.microsoft.com/office/powerpoint/2010/main" val="2830023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96C0EB-A04F-0F99-FFC7-4C3E358CEC9F}"/>
              </a:ext>
            </a:extLst>
          </p:cNvPr>
          <p:cNvSpPr>
            <a:spLocks noGrp="1"/>
          </p:cNvSpPr>
          <p:nvPr>
            <p:ph type="title"/>
          </p:nvPr>
        </p:nvSpPr>
        <p:spPr>
          <a:xfrm>
            <a:off x="503238" y="301625"/>
            <a:ext cx="9069387" cy="1260475"/>
          </a:xfrm>
        </p:spPr>
        <p:txBody>
          <a:bodyPr/>
          <a:lstStyle/>
          <a:p>
            <a:r>
              <a:rPr lang="de-DE"/>
              <a:t>Mastertitelformat bearbeiten</a:t>
            </a:r>
            <a:endParaRPr lang="es-ES"/>
          </a:p>
        </p:txBody>
      </p:sp>
      <p:sp>
        <p:nvSpPr>
          <p:cNvPr id="3" name="Datumsplatzhalter 2">
            <a:extLst>
              <a:ext uri="{FF2B5EF4-FFF2-40B4-BE49-F238E27FC236}">
                <a16:creationId xmlns:a16="http://schemas.microsoft.com/office/drawing/2014/main" id="{B4CF0A4B-0758-EA7D-E00C-B7BB952BF208}"/>
              </a:ext>
            </a:extLst>
          </p:cNvPr>
          <p:cNvSpPr>
            <a:spLocks noGrp="1"/>
          </p:cNvSpPr>
          <p:nvPr>
            <p:ph type="dt" idx="10"/>
          </p:nvPr>
        </p:nvSpPr>
        <p:spPr>
          <a:xfrm>
            <a:off x="503238" y="6994525"/>
            <a:ext cx="2346325" cy="519113"/>
          </a:xfrm>
        </p:spPr>
        <p:txBody>
          <a:bodyPr/>
          <a:lstStyle>
            <a:lvl1pPr>
              <a:defRPr/>
            </a:lvl1pPr>
          </a:lstStyle>
          <a:p>
            <a:endParaRPr lang="es-VE" altLang="es-ES"/>
          </a:p>
        </p:txBody>
      </p:sp>
      <p:sp>
        <p:nvSpPr>
          <p:cNvPr id="4" name="Fußzeilenplatzhalter 3">
            <a:extLst>
              <a:ext uri="{FF2B5EF4-FFF2-40B4-BE49-F238E27FC236}">
                <a16:creationId xmlns:a16="http://schemas.microsoft.com/office/drawing/2014/main" id="{BB6F1226-0ED1-8865-3059-B5131485790E}"/>
              </a:ext>
            </a:extLst>
          </p:cNvPr>
          <p:cNvSpPr>
            <a:spLocks noGrp="1"/>
          </p:cNvSpPr>
          <p:nvPr>
            <p:ph type="ftr" idx="11"/>
          </p:nvPr>
        </p:nvSpPr>
        <p:spPr>
          <a:xfrm>
            <a:off x="3448050" y="6994525"/>
            <a:ext cx="3194050" cy="519113"/>
          </a:xfrm>
        </p:spPr>
        <p:txBody>
          <a:bodyPr/>
          <a:lstStyle>
            <a:lvl1pPr>
              <a:defRPr/>
            </a:lvl1pPr>
          </a:lstStyle>
          <a:p>
            <a:endParaRPr lang="es-VE" altLang="es-ES"/>
          </a:p>
        </p:txBody>
      </p:sp>
      <p:sp>
        <p:nvSpPr>
          <p:cNvPr id="5" name="Foliennummernplatzhalter 4">
            <a:extLst>
              <a:ext uri="{FF2B5EF4-FFF2-40B4-BE49-F238E27FC236}">
                <a16:creationId xmlns:a16="http://schemas.microsoft.com/office/drawing/2014/main" id="{C2D4AD1B-78E8-E03D-9B78-58B465242F24}"/>
              </a:ext>
            </a:extLst>
          </p:cNvPr>
          <p:cNvSpPr>
            <a:spLocks noGrp="1"/>
          </p:cNvSpPr>
          <p:nvPr>
            <p:ph type="sldNum" idx="12"/>
          </p:nvPr>
        </p:nvSpPr>
        <p:spPr>
          <a:xfrm>
            <a:off x="7227888" y="6994525"/>
            <a:ext cx="2346325" cy="519113"/>
          </a:xfrm>
        </p:spPr>
        <p:txBody>
          <a:bodyPr/>
          <a:lstStyle>
            <a:lvl1pPr>
              <a:defRPr/>
            </a:lvl1pPr>
          </a:lstStyle>
          <a:p>
            <a:fld id="{918F603C-F1A2-4250-B3A3-95BCE7B14F78}" type="slidenum">
              <a:rPr lang="es-VE" altLang="es-ES"/>
              <a:pPr/>
              <a:t>‹Nr.›</a:t>
            </a:fld>
            <a:endParaRPr lang="es-VE" altLang="es-ES"/>
          </a:p>
        </p:txBody>
      </p:sp>
    </p:spTree>
    <p:extLst>
      <p:ext uri="{BB962C8B-B14F-4D97-AF65-F5344CB8AC3E}">
        <p14:creationId xmlns:p14="http://schemas.microsoft.com/office/powerpoint/2010/main" val="1642952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el und Diagram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B73265-058C-D5AE-BC02-48AB7C835D78}"/>
              </a:ext>
            </a:extLst>
          </p:cNvPr>
          <p:cNvSpPr>
            <a:spLocks noGrp="1"/>
          </p:cNvSpPr>
          <p:nvPr>
            <p:ph type="title"/>
          </p:nvPr>
        </p:nvSpPr>
        <p:spPr>
          <a:xfrm>
            <a:off x="503238" y="301625"/>
            <a:ext cx="9069387" cy="1260475"/>
          </a:xfrm>
        </p:spPr>
        <p:txBody>
          <a:bodyPr/>
          <a:lstStyle/>
          <a:p>
            <a:r>
              <a:rPr lang="de-DE"/>
              <a:t>Mastertitelformat bearbeiten</a:t>
            </a:r>
            <a:endParaRPr lang="es-ES"/>
          </a:p>
        </p:txBody>
      </p:sp>
      <p:sp>
        <p:nvSpPr>
          <p:cNvPr id="3" name="Diagrammplatzhalter 2">
            <a:extLst>
              <a:ext uri="{FF2B5EF4-FFF2-40B4-BE49-F238E27FC236}">
                <a16:creationId xmlns:a16="http://schemas.microsoft.com/office/drawing/2014/main" id="{347188C2-3D88-2622-F572-5CFC705E94DF}"/>
              </a:ext>
            </a:extLst>
          </p:cNvPr>
          <p:cNvSpPr>
            <a:spLocks noGrp="1"/>
          </p:cNvSpPr>
          <p:nvPr>
            <p:ph type="chart" idx="1"/>
          </p:nvPr>
        </p:nvSpPr>
        <p:spPr>
          <a:xfrm>
            <a:off x="503238" y="2165350"/>
            <a:ext cx="9069387" cy="4987925"/>
          </a:xfrm>
        </p:spPr>
        <p:txBody>
          <a:bodyPr/>
          <a:lstStyle/>
          <a:p>
            <a:endParaRPr lang="es-ES"/>
          </a:p>
        </p:txBody>
      </p:sp>
      <p:sp>
        <p:nvSpPr>
          <p:cNvPr id="4" name="Datumsplatzhalter 3">
            <a:extLst>
              <a:ext uri="{FF2B5EF4-FFF2-40B4-BE49-F238E27FC236}">
                <a16:creationId xmlns:a16="http://schemas.microsoft.com/office/drawing/2014/main" id="{FB038284-A15C-6BB9-2E60-39CA9F5C23D8}"/>
              </a:ext>
            </a:extLst>
          </p:cNvPr>
          <p:cNvSpPr>
            <a:spLocks noGrp="1"/>
          </p:cNvSpPr>
          <p:nvPr>
            <p:ph type="dt" idx="10"/>
          </p:nvPr>
        </p:nvSpPr>
        <p:spPr>
          <a:xfrm>
            <a:off x="503238" y="6994525"/>
            <a:ext cx="2346325" cy="519113"/>
          </a:xfrm>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5A62D0ED-C411-7C89-771B-BF968FE7B442}"/>
              </a:ext>
            </a:extLst>
          </p:cNvPr>
          <p:cNvSpPr>
            <a:spLocks noGrp="1"/>
          </p:cNvSpPr>
          <p:nvPr>
            <p:ph type="ftr" idx="11"/>
          </p:nvPr>
        </p:nvSpPr>
        <p:spPr>
          <a:xfrm>
            <a:off x="3448050" y="6994525"/>
            <a:ext cx="3194050" cy="519113"/>
          </a:xfrm>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02EF1392-9DAE-82B0-3FA8-E2230D5769C4}"/>
              </a:ext>
            </a:extLst>
          </p:cNvPr>
          <p:cNvSpPr>
            <a:spLocks noGrp="1"/>
          </p:cNvSpPr>
          <p:nvPr>
            <p:ph type="sldNum" idx="12"/>
          </p:nvPr>
        </p:nvSpPr>
        <p:spPr>
          <a:xfrm>
            <a:off x="7227888" y="6994525"/>
            <a:ext cx="2346325" cy="519113"/>
          </a:xfrm>
        </p:spPr>
        <p:txBody>
          <a:bodyPr/>
          <a:lstStyle>
            <a:lvl1pPr>
              <a:defRPr/>
            </a:lvl1pPr>
          </a:lstStyle>
          <a:p>
            <a:fld id="{7801FAC7-1193-4703-9265-4667540F7C13}" type="slidenum">
              <a:rPr lang="es-VE" altLang="es-ES"/>
              <a:pPr/>
              <a:t>‹Nr.›</a:t>
            </a:fld>
            <a:endParaRPr lang="es-VE" altLang="es-ES"/>
          </a:p>
        </p:txBody>
      </p:sp>
    </p:spTree>
    <p:extLst>
      <p:ext uri="{BB962C8B-B14F-4D97-AF65-F5344CB8AC3E}">
        <p14:creationId xmlns:p14="http://schemas.microsoft.com/office/powerpoint/2010/main" val="1549963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BA54C3-B4DB-4FE8-66CE-59D0FA532B7A}"/>
              </a:ext>
            </a:extLst>
          </p:cNvPr>
          <p:cNvSpPr>
            <a:spLocks noGrp="1"/>
          </p:cNvSpPr>
          <p:nvPr>
            <p:ph type="ctrTitle"/>
          </p:nvPr>
        </p:nvSpPr>
        <p:spPr>
          <a:xfrm>
            <a:off x="1260475" y="1236663"/>
            <a:ext cx="7559675" cy="2632075"/>
          </a:xfrm>
        </p:spPr>
        <p:txBody>
          <a:bodyPr anchor="b"/>
          <a:lstStyle>
            <a:lvl1pPr algn="ctr">
              <a:defRPr sz="6000"/>
            </a:lvl1pPr>
          </a:lstStyle>
          <a:p>
            <a:r>
              <a:rPr lang="de-DE"/>
              <a:t>Mastertitelformat bearbeiten</a:t>
            </a:r>
            <a:endParaRPr lang="es-ES"/>
          </a:p>
        </p:txBody>
      </p:sp>
      <p:sp>
        <p:nvSpPr>
          <p:cNvPr id="3" name="Untertitel 2">
            <a:extLst>
              <a:ext uri="{FF2B5EF4-FFF2-40B4-BE49-F238E27FC236}">
                <a16:creationId xmlns:a16="http://schemas.microsoft.com/office/drawing/2014/main" id="{E9AD0422-FBC9-4D18-D151-7C15B316E59E}"/>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
          </a:p>
        </p:txBody>
      </p:sp>
      <p:sp>
        <p:nvSpPr>
          <p:cNvPr id="4" name="Datumsplatzhalter 3">
            <a:extLst>
              <a:ext uri="{FF2B5EF4-FFF2-40B4-BE49-F238E27FC236}">
                <a16:creationId xmlns:a16="http://schemas.microsoft.com/office/drawing/2014/main" id="{ADEAB760-0D76-818F-A643-880E06673FBB}"/>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1506A172-0E30-DC0B-4CCD-1A0B52418641}"/>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FCBFF19B-A511-073C-AB7E-E62BD555DA5E}"/>
              </a:ext>
            </a:extLst>
          </p:cNvPr>
          <p:cNvSpPr>
            <a:spLocks noGrp="1"/>
          </p:cNvSpPr>
          <p:nvPr>
            <p:ph type="sldNum" idx="12"/>
          </p:nvPr>
        </p:nvSpPr>
        <p:spPr/>
        <p:txBody>
          <a:bodyPr/>
          <a:lstStyle>
            <a:lvl1pPr>
              <a:defRPr/>
            </a:lvl1pPr>
          </a:lstStyle>
          <a:p>
            <a:fld id="{C2AAA337-D4FC-4C2E-BF4A-70A1E9D638E6}" type="slidenum">
              <a:rPr lang="es-VE" altLang="es-ES"/>
              <a:pPr/>
              <a:t>‹Nr.›</a:t>
            </a:fld>
            <a:endParaRPr lang="es-VE" altLang="es-ES"/>
          </a:p>
        </p:txBody>
      </p:sp>
    </p:spTree>
    <p:extLst>
      <p:ext uri="{BB962C8B-B14F-4D97-AF65-F5344CB8AC3E}">
        <p14:creationId xmlns:p14="http://schemas.microsoft.com/office/powerpoint/2010/main" val="421875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566B8C-A7D2-DE04-F47B-B0A1F89CBD1C}"/>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A019B48F-9C26-5918-D94B-DAADAE311606}"/>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71BE2AF0-3C08-7FFF-9322-EF2E61E040A9}"/>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5FB95D0E-7084-8E54-2BAB-B8BD998FF38B}"/>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BD46CDBE-8E49-E663-EADB-823A35393BED}"/>
              </a:ext>
            </a:extLst>
          </p:cNvPr>
          <p:cNvSpPr>
            <a:spLocks noGrp="1"/>
          </p:cNvSpPr>
          <p:nvPr>
            <p:ph type="sldNum" idx="12"/>
          </p:nvPr>
        </p:nvSpPr>
        <p:spPr/>
        <p:txBody>
          <a:bodyPr/>
          <a:lstStyle>
            <a:lvl1pPr>
              <a:defRPr/>
            </a:lvl1pPr>
          </a:lstStyle>
          <a:p>
            <a:fld id="{0B0B6F8F-9B41-4539-8228-8CAA90A44DA8}" type="slidenum">
              <a:rPr lang="es-VE" altLang="es-ES"/>
              <a:pPr/>
              <a:t>‹Nr.›</a:t>
            </a:fld>
            <a:endParaRPr lang="es-VE" altLang="es-ES"/>
          </a:p>
        </p:txBody>
      </p:sp>
    </p:spTree>
    <p:extLst>
      <p:ext uri="{BB962C8B-B14F-4D97-AF65-F5344CB8AC3E}">
        <p14:creationId xmlns:p14="http://schemas.microsoft.com/office/powerpoint/2010/main" val="1984194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A71E3D-F6D0-BD40-C120-226E41A19A98}"/>
              </a:ext>
            </a:extLst>
          </p:cNvPr>
          <p:cNvSpPr>
            <a:spLocks noGrp="1"/>
          </p:cNvSpPr>
          <p:nvPr>
            <p:ph type="title"/>
          </p:nvPr>
        </p:nvSpPr>
        <p:spPr>
          <a:xfrm>
            <a:off x="687388" y="1884363"/>
            <a:ext cx="8694737" cy="3144837"/>
          </a:xfrm>
        </p:spPr>
        <p:txBody>
          <a:bodyPr anchor="b"/>
          <a:lstStyle>
            <a:lvl1pPr>
              <a:defRPr sz="6000"/>
            </a:lvl1pPr>
          </a:lstStyle>
          <a:p>
            <a:r>
              <a:rPr lang="de-DE"/>
              <a:t>Mastertitelformat bearbeiten</a:t>
            </a:r>
            <a:endParaRPr lang="es-ES"/>
          </a:p>
        </p:txBody>
      </p:sp>
      <p:sp>
        <p:nvSpPr>
          <p:cNvPr id="3" name="Textplatzhalter 2">
            <a:extLst>
              <a:ext uri="{FF2B5EF4-FFF2-40B4-BE49-F238E27FC236}">
                <a16:creationId xmlns:a16="http://schemas.microsoft.com/office/drawing/2014/main" id="{210CFE49-2353-A722-1DB1-9ED48E4F4D1B}"/>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de-DE"/>
              <a:t>Mastertextformat bearbeiten</a:t>
            </a:r>
          </a:p>
        </p:txBody>
      </p:sp>
      <p:sp>
        <p:nvSpPr>
          <p:cNvPr id="4" name="Datumsplatzhalter 3">
            <a:extLst>
              <a:ext uri="{FF2B5EF4-FFF2-40B4-BE49-F238E27FC236}">
                <a16:creationId xmlns:a16="http://schemas.microsoft.com/office/drawing/2014/main" id="{083FB4BE-B59B-25A6-8C19-13C5CCD3D9A8}"/>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6A0373E5-D0BF-6261-419C-126615A2B464}"/>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BC9AE58B-6043-DE70-B8EE-0386C0E80BB5}"/>
              </a:ext>
            </a:extLst>
          </p:cNvPr>
          <p:cNvSpPr>
            <a:spLocks noGrp="1"/>
          </p:cNvSpPr>
          <p:nvPr>
            <p:ph type="sldNum" idx="12"/>
          </p:nvPr>
        </p:nvSpPr>
        <p:spPr/>
        <p:txBody>
          <a:bodyPr/>
          <a:lstStyle>
            <a:lvl1pPr>
              <a:defRPr/>
            </a:lvl1pPr>
          </a:lstStyle>
          <a:p>
            <a:fld id="{D8C5A930-36AA-47ED-8C3F-8BC88BDA6484}" type="slidenum">
              <a:rPr lang="es-VE" altLang="es-ES"/>
              <a:pPr/>
              <a:t>‹Nr.›</a:t>
            </a:fld>
            <a:endParaRPr lang="es-VE" altLang="es-ES"/>
          </a:p>
        </p:txBody>
      </p:sp>
    </p:spTree>
    <p:extLst>
      <p:ext uri="{BB962C8B-B14F-4D97-AF65-F5344CB8AC3E}">
        <p14:creationId xmlns:p14="http://schemas.microsoft.com/office/powerpoint/2010/main" val="155183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115DBD-2712-8D42-66CA-9D7DC379A104}"/>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776DE2CC-F744-3A3B-15B9-F5CA80D55086}"/>
              </a:ext>
            </a:extLst>
          </p:cNvPr>
          <p:cNvSpPr>
            <a:spLocks noGrp="1"/>
          </p:cNvSpPr>
          <p:nvPr>
            <p:ph sz="half" idx="1"/>
          </p:nvPr>
        </p:nvSpPr>
        <p:spPr>
          <a:xfrm>
            <a:off x="503238" y="1768475"/>
            <a:ext cx="4457700" cy="49879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Inhaltsplatzhalter 3">
            <a:extLst>
              <a:ext uri="{FF2B5EF4-FFF2-40B4-BE49-F238E27FC236}">
                <a16:creationId xmlns:a16="http://schemas.microsoft.com/office/drawing/2014/main" id="{A119BE35-841C-1712-943F-5B735D112D1D}"/>
              </a:ext>
            </a:extLst>
          </p:cNvPr>
          <p:cNvSpPr>
            <a:spLocks noGrp="1"/>
          </p:cNvSpPr>
          <p:nvPr>
            <p:ph sz="half" idx="2"/>
          </p:nvPr>
        </p:nvSpPr>
        <p:spPr>
          <a:xfrm>
            <a:off x="5113338" y="1768475"/>
            <a:ext cx="4459287" cy="49879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Datumsplatzhalter 4">
            <a:extLst>
              <a:ext uri="{FF2B5EF4-FFF2-40B4-BE49-F238E27FC236}">
                <a16:creationId xmlns:a16="http://schemas.microsoft.com/office/drawing/2014/main" id="{28460A7E-AC25-8AF6-8F71-FFC18C0D7735}"/>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0C8DE6B6-AE55-6D42-247D-1ADD8B225661}"/>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72AB83EB-0E8C-D632-266C-E56FBC0157E5}"/>
              </a:ext>
            </a:extLst>
          </p:cNvPr>
          <p:cNvSpPr>
            <a:spLocks noGrp="1"/>
          </p:cNvSpPr>
          <p:nvPr>
            <p:ph type="sldNum" idx="12"/>
          </p:nvPr>
        </p:nvSpPr>
        <p:spPr/>
        <p:txBody>
          <a:bodyPr/>
          <a:lstStyle>
            <a:lvl1pPr>
              <a:defRPr/>
            </a:lvl1pPr>
          </a:lstStyle>
          <a:p>
            <a:fld id="{912A5330-E531-4213-8A59-1ADEE5B8DAC9}" type="slidenum">
              <a:rPr lang="es-VE" altLang="es-ES"/>
              <a:pPr/>
              <a:t>‹Nr.›</a:t>
            </a:fld>
            <a:endParaRPr lang="es-VE" altLang="es-ES"/>
          </a:p>
        </p:txBody>
      </p:sp>
    </p:spTree>
    <p:extLst>
      <p:ext uri="{BB962C8B-B14F-4D97-AF65-F5344CB8AC3E}">
        <p14:creationId xmlns:p14="http://schemas.microsoft.com/office/powerpoint/2010/main" val="906718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E4A9B4-EAF6-A070-522A-D5422DE4A8AC}"/>
              </a:ext>
            </a:extLst>
          </p:cNvPr>
          <p:cNvSpPr>
            <a:spLocks noGrp="1"/>
          </p:cNvSpPr>
          <p:nvPr>
            <p:ph type="title"/>
          </p:nvPr>
        </p:nvSpPr>
        <p:spPr>
          <a:xfrm>
            <a:off x="693738" y="403225"/>
            <a:ext cx="8694737" cy="1460500"/>
          </a:xfrm>
        </p:spPr>
        <p:txBody>
          <a:bodyPr/>
          <a:lstStyle/>
          <a:p>
            <a:r>
              <a:rPr lang="de-DE"/>
              <a:t>Mastertitelformat bearbeiten</a:t>
            </a:r>
            <a:endParaRPr lang="es-ES"/>
          </a:p>
        </p:txBody>
      </p:sp>
      <p:sp>
        <p:nvSpPr>
          <p:cNvPr id="3" name="Textplatzhalter 2">
            <a:extLst>
              <a:ext uri="{FF2B5EF4-FFF2-40B4-BE49-F238E27FC236}">
                <a16:creationId xmlns:a16="http://schemas.microsoft.com/office/drawing/2014/main" id="{2256F99D-BFC2-FC27-40CD-F7505ECA35AB}"/>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32BE166-5FBA-6D38-BA1E-3F4D4300085B}"/>
              </a:ext>
            </a:extLst>
          </p:cNvPr>
          <p:cNvSpPr>
            <a:spLocks noGrp="1"/>
          </p:cNvSpPr>
          <p:nvPr>
            <p:ph sz="half" idx="2"/>
          </p:nvPr>
        </p:nvSpPr>
        <p:spPr>
          <a:xfrm>
            <a:off x="693738" y="2760663"/>
            <a:ext cx="426561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Textplatzhalter 4">
            <a:extLst>
              <a:ext uri="{FF2B5EF4-FFF2-40B4-BE49-F238E27FC236}">
                <a16:creationId xmlns:a16="http://schemas.microsoft.com/office/drawing/2014/main" id="{3C76ED2A-9895-2728-5ACC-1F7519F426D5}"/>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2236F1F-91AA-7F9B-3CDB-8C289BFCC4AC}"/>
              </a:ext>
            </a:extLst>
          </p:cNvPr>
          <p:cNvSpPr>
            <a:spLocks noGrp="1"/>
          </p:cNvSpPr>
          <p:nvPr>
            <p:ph sz="quarter" idx="4"/>
          </p:nvPr>
        </p:nvSpPr>
        <p:spPr>
          <a:xfrm>
            <a:off x="5103813" y="2760663"/>
            <a:ext cx="428466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7" name="Datumsplatzhalter 6">
            <a:extLst>
              <a:ext uri="{FF2B5EF4-FFF2-40B4-BE49-F238E27FC236}">
                <a16:creationId xmlns:a16="http://schemas.microsoft.com/office/drawing/2014/main" id="{B7AB666D-E559-2E28-A6DE-127302B1B8D3}"/>
              </a:ext>
            </a:extLst>
          </p:cNvPr>
          <p:cNvSpPr>
            <a:spLocks noGrp="1"/>
          </p:cNvSpPr>
          <p:nvPr>
            <p:ph type="dt" idx="10"/>
          </p:nvPr>
        </p:nvSpPr>
        <p:spPr/>
        <p:txBody>
          <a:bodyPr/>
          <a:lstStyle>
            <a:lvl1pPr>
              <a:defRPr/>
            </a:lvl1pPr>
          </a:lstStyle>
          <a:p>
            <a:endParaRPr lang="es-VE" altLang="es-ES"/>
          </a:p>
        </p:txBody>
      </p:sp>
      <p:sp>
        <p:nvSpPr>
          <p:cNvPr id="8" name="Fußzeilenplatzhalter 7">
            <a:extLst>
              <a:ext uri="{FF2B5EF4-FFF2-40B4-BE49-F238E27FC236}">
                <a16:creationId xmlns:a16="http://schemas.microsoft.com/office/drawing/2014/main" id="{B86C2276-5531-0316-0EF3-0A26F34605B5}"/>
              </a:ext>
            </a:extLst>
          </p:cNvPr>
          <p:cNvSpPr>
            <a:spLocks noGrp="1"/>
          </p:cNvSpPr>
          <p:nvPr>
            <p:ph type="ftr" idx="11"/>
          </p:nvPr>
        </p:nvSpPr>
        <p:spPr/>
        <p:txBody>
          <a:bodyPr/>
          <a:lstStyle>
            <a:lvl1pPr>
              <a:defRPr/>
            </a:lvl1pPr>
          </a:lstStyle>
          <a:p>
            <a:endParaRPr lang="es-VE" altLang="es-ES"/>
          </a:p>
        </p:txBody>
      </p:sp>
      <p:sp>
        <p:nvSpPr>
          <p:cNvPr id="9" name="Foliennummernplatzhalter 8">
            <a:extLst>
              <a:ext uri="{FF2B5EF4-FFF2-40B4-BE49-F238E27FC236}">
                <a16:creationId xmlns:a16="http://schemas.microsoft.com/office/drawing/2014/main" id="{4F2A29E4-2230-436D-E89A-21804F602676}"/>
              </a:ext>
            </a:extLst>
          </p:cNvPr>
          <p:cNvSpPr>
            <a:spLocks noGrp="1"/>
          </p:cNvSpPr>
          <p:nvPr>
            <p:ph type="sldNum" idx="12"/>
          </p:nvPr>
        </p:nvSpPr>
        <p:spPr/>
        <p:txBody>
          <a:bodyPr/>
          <a:lstStyle>
            <a:lvl1pPr>
              <a:defRPr/>
            </a:lvl1pPr>
          </a:lstStyle>
          <a:p>
            <a:fld id="{06EF2CCE-0F05-436D-AC9D-62251FE13D7C}" type="slidenum">
              <a:rPr lang="es-VE" altLang="es-ES"/>
              <a:pPr/>
              <a:t>‹Nr.›</a:t>
            </a:fld>
            <a:endParaRPr lang="es-VE" altLang="es-ES"/>
          </a:p>
        </p:txBody>
      </p:sp>
    </p:spTree>
    <p:extLst>
      <p:ext uri="{BB962C8B-B14F-4D97-AF65-F5344CB8AC3E}">
        <p14:creationId xmlns:p14="http://schemas.microsoft.com/office/powerpoint/2010/main" val="2754397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F80402-4C4E-2C6A-DCAF-614E3C8A52BD}"/>
              </a:ext>
            </a:extLst>
          </p:cNvPr>
          <p:cNvSpPr>
            <a:spLocks noGrp="1"/>
          </p:cNvSpPr>
          <p:nvPr>
            <p:ph type="title"/>
          </p:nvPr>
        </p:nvSpPr>
        <p:spPr/>
        <p:txBody>
          <a:bodyPr/>
          <a:lstStyle/>
          <a:p>
            <a:r>
              <a:rPr lang="de-DE"/>
              <a:t>Mastertitelformat bearbeiten</a:t>
            </a:r>
            <a:endParaRPr lang="es-ES"/>
          </a:p>
        </p:txBody>
      </p:sp>
      <p:sp>
        <p:nvSpPr>
          <p:cNvPr id="3" name="Datumsplatzhalter 2">
            <a:extLst>
              <a:ext uri="{FF2B5EF4-FFF2-40B4-BE49-F238E27FC236}">
                <a16:creationId xmlns:a16="http://schemas.microsoft.com/office/drawing/2014/main" id="{0E9ECD3E-8EA9-18B7-4B32-5E1CA323824B}"/>
              </a:ext>
            </a:extLst>
          </p:cNvPr>
          <p:cNvSpPr>
            <a:spLocks noGrp="1"/>
          </p:cNvSpPr>
          <p:nvPr>
            <p:ph type="dt" idx="10"/>
          </p:nvPr>
        </p:nvSpPr>
        <p:spPr/>
        <p:txBody>
          <a:bodyPr/>
          <a:lstStyle>
            <a:lvl1pPr>
              <a:defRPr/>
            </a:lvl1pPr>
          </a:lstStyle>
          <a:p>
            <a:endParaRPr lang="es-VE" altLang="es-ES"/>
          </a:p>
        </p:txBody>
      </p:sp>
      <p:sp>
        <p:nvSpPr>
          <p:cNvPr id="4" name="Fußzeilenplatzhalter 3">
            <a:extLst>
              <a:ext uri="{FF2B5EF4-FFF2-40B4-BE49-F238E27FC236}">
                <a16:creationId xmlns:a16="http://schemas.microsoft.com/office/drawing/2014/main" id="{1777A4A6-9A38-4845-CF3D-EA172FA38BBE}"/>
              </a:ext>
            </a:extLst>
          </p:cNvPr>
          <p:cNvSpPr>
            <a:spLocks noGrp="1"/>
          </p:cNvSpPr>
          <p:nvPr>
            <p:ph type="ftr" idx="11"/>
          </p:nvPr>
        </p:nvSpPr>
        <p:spPr/>
        <p:txBody>
          <a:bodyPr/>
          <a:lstStyle>
            <a:lvl1pPr>
              <a:defRPr/>
            </a:lvl1pPr>
          </a:lstStyle>
          <a:p>
            <a:endParaRPr lang="es-VE" altLang="es-ES"/>
          </a:p>
        </p:txBody>
      </p:sp>
      <p:sp>
        <p:nvSpPr>
          <p:cNvPr id="5" name="Foliennummernplatzhalter 4">
            <a:extLst>
              <a:ext uri="{FF2B5EF4-FFF2-40B4-BE49-F238E27FC236}">
                <a16:creationId xmlns:a16="http://schemas.microsoft.com/office/drawing/2014/main" id="{A7B0ED7B-F406-5C8B-97BD-CAC5BF42E9CA}"/>
              </a:ext>
            </a:extLst>
          </p:cNvPr>
          <p:cNvSpPr>
            <a:spLocks noGrp="1"/>
          </p:cNvSpPr>
          <p:nvPr>
            <p:ph type="sldNum" idx="12"/>
          </p:nvPr>
        </p:nvSpPr>
        <p:spPr/>
        <p:txBody>
          <a:bodyPr/>
          <a:lstStyle>
            <a:lvl1pPr>
              <a:defRPr/>
            </a:lvl1pPr>
          </a:lstStyle>
          <a:p>
            <a:fld id="{8280CC16-1B3D-4781-BD0A-691CC3102D4C}" type="slidenum">
              <a:rPr lang="es-VE" altLang="es-ES"/>
              <a:pPr/>
              <a:t>‹Nr.›</a:t>
            </a:fld>
            <a:endParaRPr lang="es-VE" altLang="es-ES"/>
          </a:p>
        </p:txBody>
      </p:sp>
    </p:spTree>
    <p:extLst>
      <p:ext uri="{BB962C8B-B14F-4D97-AF65-F5344CB8AC3E}">
        <p14:creationId xmlns:p14="http://schemas.microsoft.com/office/powerpoint/2010/main" val="682263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7BDCC55-306A-5BB8-480D-6C7452B4B650}"/>
              </a:ext>
            </a:extLst>
          </p:cNvPr>
          <p:cNvSpPr>
            <a:spLocks noGrp="1"/>
          </p:cNvSpPr>
          <p:nvPr>
            <p:ph type="dt" idx="10"/>
          </p:nvPr>
        </p:nvSpPr>
        <p:spPr/>
        <p:txBody>
          <a:bodyPr/>
          <a:lstStyle>
            <a:lvl1pPr>
              <a:defRPr/>
            </a:lvl1pPr>
          </a:lstStyle>
          <a:p>
            <a:endParaRPr lang="es-VE" altLang="es-ES"/>
          </a:p>
        </p:txBody>
      </p:sp>
      <p:sp>
        <p:nvSpPr>
          <p:cNvPr id="3" name="Fußzeilenplatzhalter 2">
            <a:extLst>
              <a:ext uri="{FF2B5EF4-FFF2-40B4-BE49-F238E27FC236}">
                <a16:creationId xmlns:a16="http://schemas.microsoft.com/office/drawing/2014/main" id="{21835463-37E6-58E9-495E-60CEA45B30CD}"/>
              </a:ext>
            </a:extLst>
          </p:cNvPr>
          <p:cNvSpPr>
            <a:spLocks noGrp="1"/>
          </p:cNvSpPr>
          <p:nvPr>
            <p:ph type="ftr" idx="11"/>
          </p:nvPr>
        </p:nvSpPr>
        <p:spPr/>
        <p:txBody>
          <a:bodyPr/>
          <a:lstStyle>
            <a:lvl1pPr>
              <a:defRPr/>
            </a:lvl1pPr>
          </a:lstStyle>
          <a:p>
            <a:endParaRPr lang="es-VE" altLang="es-ES"/>
          </a:p>
        </p:txBody>
      </p:sp>
      <p:sp>
        <p:nvSpPr>
          <p:cNvPr id="4" name="Foliennummernplatzhalter 3">
            <a:extLst>
              <a:ext uri="{FF2B5EF4-FFF2-40B4-BE49-F238E27FC236}">
                <a16:creationId xmlns:a16="http://schemas.microsoft.com/office/drawing/2014/main" id="{2C53856D-F2B0-8820-1162-CC73C78673B1}"/>
              </a:ext>
            </a:extLst>
          </p:cNvPr>
          <p:cNvSpPr>
            <a:spLocks noGrp="1"/>
          </p:cNvSpPr>
          <p:nvPr>
            <p:ph type="sldNum" idx="12"/>
          </p:nvPr>
        </p:nvSpPr>
        <p:spPr/>
        <p:txBody>
          <a:bodyPr/>
          <a:lstStyle>
            <a:lvl1pPr>
              <a:defRPr/>
            </a:lvl1pPr>
          </a:lstStyle>
          <a:p>
            <a:fld id="{6015DC78-61CC-44DD-9748-C644180CEDEA}" type="slidenum">
              <a:rPr lang="es-VE" altLang="es-ES"/>
              <a:pPr/>
              <a:t>‹Nr.›</a:t>
            </a:fld>
            <a:endParaRPr lang="es-VE" altLang="es-ES"/>
          </a:p>
        </p:txBody>
      </p:sp>
    </p:spTree>
    <p:extLst>
      <p:ext uri="{BB962C8B-B14F-4D97-AF65-F5344CB8AC3E}">
        <p14:creationId xmlns:p14="http://schemas.microsoft.com/office/powerpoint/2010/main" val="25708105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6EF96-F235-F784-C4FF-37A0C90067FC}"/>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Inhaltsplatzhalter 2">
            <a:extLst>
              <a:ext uri="{FF2B5EF4-FFF2-40B4-BE49-F238E27FC236}">
                <a16:creationId xmlns:a16="http://schemas.microsoft.com/office/drawing/2014/main" id="{FB375203-6BD4-0B5B-5F7D-0ABFDC7567B8}"/>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Textplatzhalter 3">
            <a:extLst>
              <a:ext uri="{FF2B5EF4-FFF2-40B4-BE49-F238E27FC236}">
                <a16:creationId xmlns:a16="http://schemas.microsoft.com/office/drawing/2014/main" id="{1FCA7F1C-73C9-884F-F6C0-2BD265E2BCC4}"/>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CD4A1B6-824F-EAC5-9853-B21B4DD87651}"/>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128AFADE-D946-3DB1-7508-CB45587B907A}"/>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795C7016-B754-61EF-5AF9-FF7C74960B2C}"/>
              </a:ext>
            </a:extLst>
          </p:cNvPr>
          <p:cNvSpPr>
            <a:spLocks noGrp="1"/>
          </p:cNvSpPr>
          <p:nvPr>
            <p:ph type="sldNum" idx="12"/>
          </p:nvPr>
        </p:nvSpPr>
        <p:spPr/>
        <p:txBody>
          <a:bodyPr/>
          <a:lstStyle>
            <a:lvl1pPr>
              <a:defRPr/>
            </a:lvl1pPr>
          </a:lstStyle>
          <a:p>
            <a:fld id="{5C7BFAFE-4AE5-45DD-AEF5-02E03749061E}" type="slidenum">
              <a:rPr lang="es-VE" altLang="es-ES"/>
              <a:pPr/>
              <a:t>‹Nr.›</a:t>
            </a:fld>
            <a:endParaRPr lang="es-VE" altLang="es-ES"/>
          </a:p>
        </p:txBody>
      </p:sp>
    </p:spTree>
    <p:extLst>
      <p:ext uri="{BB962C8B-B14F-4D97-AF65-F5344CB8AC3E}">
        <p14:creationId xmlns:p14="http://schemas.microsoft.com/office/powerpoint/2010/main" val="41954201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F60800-E87E-C64C-3006-6AC0232A3E11}"/>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Bildplatzhalter 2">
            <a:extLst>
              <a:ext uri="{FF2B5EF4-FFF2-40B4-BE49-F238E27FC236}">
                <a16:creationId xmlns:a16="http://schemas.microsoft.com/office/drawing/2014/main" id="{9E9DD512-D201-C72F-47B4-0F4E08FA2F36}"/>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platzhalter 3">
            <a:extLst>
              <a:ext uri="{FF2B5EF4-FFF2-40B4-BE49-F238E27FC236}">
                <a16:creationId xmlns:a16="http://schemas.microsoft.com/office/drawing/2014/main" id="{2A635583-34A4-ADE4-0F81-236DC5408AF7}"/>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1D55123-5B35-1B91-A5A7-A77F44037072}"/>
              </a:ext>
            </a:extLst>
          </p:cNvPr>
          <p:cNvSpPr>
            <a:spLocks noGrp="1"/>
          </p:cNvSpPr>
          <p:nvPr>
            <p:ph type="dt" idx="10"/>
          </p:nvPr>
        </p:nvSpPr>
        <p:spPr/>
        <p:txBody>
          <a:bodyPr/>
          <a:lstStyle>
            <a:lvl1pPr>
              <a:defRPr/>
            </a:lvl1pPr>
          </a:lstStyle>
          <a:p>
            <a:endParaRPr lang="es-VE" altLang="es-ES"/>
          </a:p>
        </p:txBody>
      </p:sp>
      <p:sp>
        <p:nvSpPr>
          <p:cNvPr id="6" name="Fußzeilenplatzhalter 5">
            <a:extLst>
              <a:ext uri="{FF2B5EF4-FFF2-40B4-BE49-F238E27FC236}">
                <a16:creationId xmlns:a16="http://schemas.microsoft.com/office/drawing/2014/main" id="{BB9FDE10-607C-F9B7-31B5-6213ECEDE4A8}"/>
              </a:ext>
            </a:extLst>
          </p:cNvPr>
          <p:cNvSpPr>
            <a:spLocks noGrp="1"/>
          </p:cNvSpPr>
          <p:nvPr>
            <p:ph type="ftr" idx="11"/>
          </p:nvPr>
        </p:nvSpPr>
        <p:spPr/>
        <p:txBody>
          <a:bodyPr/>
          <a:lstStyle>
            <a:lvl1pPr>
              <a:defRPr/>
            </a:lvl1pPr>
          </a:lstStyle>
          <a:p>
            <a:endParaRPr lang="es-VE" altLang="es-ES"/>
          </a:p>
        </p:txBody>
      </p:sp>
      <p:sp>
        <p:nvSpPr>
          <p:cNvPr id="7" name="Foliennummernplatzhalter 6">
            <a:extLst>
              <a:ext uri="{FF2B5EF4-FFF2-40B4-BE49-F238E27FC236}">
                <a16:creationId xmlns:a16="http://schemas.microsoft.com/office/drawing/2014/main" id="{96245FE8-CB45-DB5B-5022-EE1809E4600F}"/>
              </a:ext>
            </a:extLst>
          </p:cNvPr>
          <p:cNvSpPr>
            <a:spLocks noGrp="1"/>
          </p:cNvSpPr>
          <p:nvPr>
            <p:ph type="sldNum" idx="12"/>
          </p:nvPr>
        </p:nvSpPr>
        <p:spPr/>
        <p:txBody>
          <a:bodyPr/>
          <a:lstStyle>
            <a:lvl1pPr>
              <a:defRPr/>
            </a:lvl1pPr>
          </a:lstStyle>
          <a:p>
            <a:fld id="{AD42C88F-11D6-47B2-BF0A-54EFADEC6ED2}" type="slidenum">
              <a:rPr lang="es-VE" altLang="es-ES"/>
              <a:pPr/>
              <a:t>‹Nr.›</a:t>
            </a:fld>
            <a:endParaRPr lang="es-VE" altLang="es-ES"/>
          </a:p>
        </p:txBody>
      </p:sp>
    </p:spTree>
    <p:extLst>
      <p:ext uri="{BB962C8B-B14F-4D97-AF65-F5344CB8AC3E}">
        <p14:creationId xmlns:p14="http://schemas.microsoft.com/office/powerpoint/2010/main" val="40990194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22C25E-E9BD-0BC3-0879-3E73C38696D0}"/>
              </a:ext>
            </a:extLst>
          </p:cNvPr>
          <p:cNvSpPr>
            <a:spLocks noGrp="1"/>
          </p:cNvSpPr>
          <p:nvPr>
            <p:ph type="title"/>
          </p:nvPr>
        </p:nvSpPr>
        <p:spPr/>
        <p:txBody>
          <a:bodyPr/>
          <a:lstStyle/>
          <a:p>
            <a:r>
              <a:rPr lang="de-DE"/>
              <a:t>Mastertitelformat bearbeiten</a:t>
            </a:r>
            <a:endParaRPr lang="es-ES"/>
          </a:p>
        </p:txBody>
      </p:sp>
      <p:sp>
        <p:nvSpPr>
          <p:cNvPr id="3" name="Vertikaler Textplatzhalter 2">
            <a:extLst>
              <a:ext uri="{FF2B5EF4-FFF2-40B4-BE49-F238E27FC236}">
                <a16:creationId xmlns:a16="http://schemas.microsoft.com/office/drawing/2014/main" id="{68063F73-60DB-1C11-A945-5F2DE75159F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DCF7BEB6-016A-470D-4E7A-846E8F8D25C4}"/>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D4CAADC0-40CF-6163-5C6D-3FE613A129B6}"/>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DA729CA0-42ED-1870-9275-FF3A3254CB37}"/>
              </a:ext>
            </a:extLst>
          </p:cNvPr>
          <p:cNvSpPr>
            <a:spLocks noGrp="1"/>
          </p:cNvSpPr>
          <p:nvPr>
            <p:ph type="sldNum" idx="12"/>
          </p:nvPr>
        </p:nvSpPr>
        <p:spPr/>
        <p:txBody>
          <a:bodyPr/>
          <a:lstStyle>
            <a:lvl1pPr>
              <a:defRPr/>
            </a:lvl1pPr>
          </a:lstStyle>
          <a:p>
            <a:fld id="{E83973DF-FAB6-4D4E-B612-13D28BE36012}" type="slidenum">
              <a:rPr lang="es-VE" altLang="es-ES"/>
              <a:pPr/>
              <a:t>‹Nr.›</a:t>
            </a:fld>
            <a:endParaRPr lang="es-VE" altLang="es-ES"/>
          </a:p>
        </p:txBody>
      </p:sp>
    </p:spTree>
    <p:extLst>
      <p:ext uri="{BB962C8B-B14F-4D97-AF65-F5344CB8AC3E}">
        <p14:creationId xmlns:p14="http://schemas.microsoft.com/office/powerpoint/2010/main" val="3024569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EB8797B-0AF5-B9B8-16A9-E4E52E3D4EAE}"/>
              </a:ext>
            </a:extLst>
          </p:cNvPr>
          <p:cNvSpPr>
            <a:spLocks noGrp="1"/>
          </p:cNvSpPr>
          <p:nvPr>
            <p:ph type="title" orient="vert"/>
          </p:nvPr>
        </p:nvSpPr>
        <p:spPr>
          <a:xfrm>
            <a:off x="7305675" y="301625"/>
            <a:ext cx="2266950" cy="6454775"/>
          </a:xfrm>
        </p:spPr>
        <p:txBody>
          <a:bodyPr vert="eaVert"/>
          <a:lstStyle/>
          <a:p>
            <a:r>
              <a:rPr lang="de-DE"/>
              <a:t>Mastertitelformat bearbeiten</a:t>
            </a:r>
            <a:endParaRPr lang="es-ES"/>
          </a:p>
        </p:txBody>
      </p:sp>
      <p:sp>
        <p:nvSpPr>
          <p:cNvPr id="3" name="Vertikaler Textplatzhalter 2">
            <a:extLst>
              <a:ext uri="{FF2B5EF4-FFF2-40B4-BE49-F238E27FC236}">
                <a16:creationId xmlns:a16="http://schemas.microsoft.com/office/drawing/2014/main" id="{2BAA20E4-0C27-4120-2D66-6C1450FF52DD}"/>
              </a:ext>
            </a:extLst>
          </p:cNvPr>
          <p:cNvSpPr>
            <a:spLocks noGrp="1"/>
          </p:cNvSpPr>
          <p:nvPr>
            <p:ph type="body" orient="vert" idx="1"/>
          </p:nvPr>
        </p:nvSpPr>
        <p:spPr>
          <a:xfrm>
            <a:off x="503238" y="301625"/>
            <a:ext cx="6650037" cy="64547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2688B89D-9059-F212-4675-8C52AB71AE2A}"/>
              </a:ext>
            </a:extLst>
          </p:cNvPr>
          <p:cNvSpPr>
            <a:spLocks noGrp="1"/>
          </p:cNvSpPr>
          <p:nvPr>
            <p:ph type="dt" idx="10"/>
          </p:nvPr>
        </p:nvSpPr>
        <p:spPr/>
        <p:txBody>
          <a:bodyPr/>
          <a:lstStyle>
            <a:lvl1pPr>
              <a:defRPr/>
            </a:lvl1pPr>
          </a:lstStyle>
          <a:p>
            <a:endParaRPr lang="es-VE" altLang="es-ES"/>
          </a:p>
        </p:txBody>
      </p:sp>
      <p:sp>
        <p:nvSpPr>
          <p:cNvPr id="5" name="Fußzeilenplatzhalter 4">
            <a:extLst>
              <a:ext uri="{FF2B5EF4-FFF2-40B4-BE49-F238E27FC236}">
                <a16:creationId xmlns:a16="http://schemas.microsoft.com/office/drawing/2014/main" id="{F837B0AB-8A1C-3BF2-9047-080E4A2093EB}"/>
              </a:ext>
            </a:extLst>
          </p:cNvPr>
          <p:cNvSpPr>
            <a:spLocks noGrp="1"/>
          </p:cNvSpPr>
          <p:nvPr>
            <p:ph type="ftr" idx="11"/>
          </p:nvPr>
        </p:nvSpPr>
        <p:spPr/>
        <p:txBody>
          <a:bodyPr/>
          <a:lstStyle>
            <a:lvl1pPr>
              <a:defRPr/>
            </a:lvl1pPr>
          </a:lstStyle>
          <a:p>
            <a:endParaRPr lang="es-VE" altLang="es-ES"/>
          </a:p>
        </p:txBody>
      </p:sp>
      <p:sp>
        <p:nvSpPr>
          <p:cNvPr id="6" name="Foliennummernplatzhalter 5">
            <a:extLst>
              <a:ext uri="{FF2B5EF4-FFF2-40B4-BE49-F238E27FC236}">
                <a16:creationId xmlns:a16="http://schemas.microsoft.com/office/drawing/2014/main" id="{5F37C1FC-60FF-8523-C5B0-1FCB3BA97950}"/>
              </a:ext>
            </a:extLst>
          </p:cNvPr>
          <p:cNvSpPr>
            <a:spLocks noGrp="1"/>
          </p:cNvSpPr>
          <p:nvPr>
            <p:ph type="sldNum" idx="12"/>
          </p:nvPr>
        </p:nvSpPr>
        <p:spPr/>
        <p:txBody>
          <a:bodyPr/>
          <a:lstStyle>
            <a:lvl1pPr>
              <a:defRPr/>
            </a:lvl1pPr>
          </a:lstStyle>
          <a:p>
            <a:fld id="{5BA44678-C68B-4E69-BBF6-045EBFFF7DD0}" type="slidenum">
              <a:rPr lang="es-VE" altLang="es-ES"/>
              <a:pPr/>
              <a:t>‹Nr.›</a:t>
            </a:fld>
            <a:endParaRPr lang="es-VE" altLang="es-ES"/>
          </a:p>
        </p:txBody>
      </p:sp>
    </p:spTree>
    <p:extLst>
      <p:ext uri="{BB962C8B-B14F-4D97-AF65-F5344CB8AC3E}">
        <p14:creationId xmlns:p14="http://schemas.microsoft.com/office/powerpoint/2010/main" val="3198701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E5B36605-E8BC-9B55-C926-62812A3D6E1C}"/>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s-ES"/>
              <a:t>Pulse para editar el formato del texto de título</a:t>
            </a:r>
          </a:p>
        </p:txBody>
      </p:sp>
      <p:sp>
        <p:nvSpPr>
          <p:cNvPr id="1026" name="Rectangle 2">
            <a:extLst>
              <a:ext uri="{FF2B5EF4-FFF2-40B4-BE49-F238E27FC236}">
                <a16:creationId xmlns:a16="http://schemas.microsoft.com/office/drawing/2014/main" id="{491BF642-0AB4-4B27-CF65-D2984323FC4A}"/>
              </a:ext>
            </a:extLst>
          </p:cNvPr>
          <p:cNvSpPr>
            <a:spLocks noGrp="1" noChangeArrowheads="1"/>
          </p:cNvSpPr>
          <p:nvPr>
            <p:ph type="body" idx="1"/>
          </p:nvPr>
        </p:nvSpPr>
        <p:spPr bwMode="auto">
          <a:xfrm>
            <a:off x="503238" y="2165350"/>
            <a:ext cx="9069387" cy="498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4"/>
            <a:r>
              <a:rPr lang="en-GB" altLang="es-ES"/>
              <a:t>Noveno nivel del esquema</a:t>
            </a:r>
          </a:p>
        </p:txBody>
      </p:sp>
      <p:sp>
        <p:nvSpPr>
          <p:cNvPr id="1027" name="Rectangle 3">
            <a:extLst>
              <a:ext uri="{FF2B5EF4-FFF2-40B4-BE49-F238E27FC236}">
                <a16:creationId xmlns:a16="http://schemas.microsoft.com/office/drawing/2014/main" id="{DFE30D5C-5986-2FE0-26B1-F6BFE9373BDD}"/>
              </a:ext>
            </a:extLst>
          </p:cNvPr>
          <p:cNvSpPr>
            <a:spLocks noGrp="1" noChangeArrowheads="1"/>
          </p:cNvSpPr>
          <p:nvPr>
            <p:ph type="dt"/>
          </p:nvPr>
        </p:nvSpPr>
        <p:spPr bwMode="auto">
          <a:xfrm>
            <a:off x="503238" y="699452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723900" algn="l"/>
                <a:tab pos="1447800" algn="l"/>
                <a:tab pos="2171700" algn="l"/>
              </a:tabLst>
              <a:defRPr sz="1400">
                <a:solidFill>
                  <a:srgbClr val="FFFFFF"/>
                </a:solidFill>
                <a:latin typeface="Times New Roman" panose="02020603050405020304" pitchFamily="18" charset="0"/>
              </a:defRPr>
            </a:lvl1pPr>
          </a:lstStyle>
          <a:p>
            <a:endParaRPr lang="es-VE" altLang="es-ES"/>
          </a:p>
        </p:txBody>
      </p:sp>
      <p:sp>
        <p:nvSpPr>
          <p:cNvPr id="1028" name="Rectangle 4">
            <a:extLst>
              <a:ext uri="{FF2B5EF4-FFF2-40B4-BE49-F238E27FC236}">
                <a16:creationId xmlns:a16="http://schemas.microsoft.com/office/drawing/2014/main" id="{40CBD872-AF78-36BE-E42C-468BDCC56067}"/>
              </a:ext>
            </a:extLst>
          </p:cNvPr>
          <p:cNvSpPr>
            <a:spLocks noGrp="1" noChangeArrowheads="1"/>
          </p:cNvSpPr>
          <p:nvPr>
            <p:ph type="ftr"/>
          </p:nvPr>
        </p:nvSpPr>
        <p:spPr bwMode="auto">
          <a:xfrm>
            <a:off x="3448050" y="699452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723900" algn="l"/>
                <a:tab pos="1447800" algn="l"/>
                <a:tab pos="2171700" algn="l"/>
                <a:tab pos="2895600" algn="l"/>
              </a:tabLst>
              <a:defRPr sz="1400">
                <a:solidFill>
                  <a:srgbClr val="FFFFFF"/>
                </a:solidFill>
                <a:latin typeface="Times New Roman" panose="02020603050405020304" pitchFamily="18" charset="0"/>
              </a:defRPr>
            </a:lvl1pPr>
          </a:lstStyle>
          <a:p>
            <a:endParaRPr lang="es-VE" altLang="es-ES"/>
          </a:p>
        </p:txBody>
      </p:sp>
      <p:sp>
        <p:nvSpPr>
          <p:cNvPr id="1029" name="Rectangle 5">
            <a:extLst>
              <a:ext uri="{FF2B5EF4-FFF2-40B4-BE49-F238E27FC236}">
                <a16:creationId xmlns:a16="http://schemas.microsoft.com/office/drawing/2014/main" id="{98D8BD7C-F2C4-4FB9-2C82-1AAEACD9E8A1}"/>
              </a:ext>
            </a:extLst>
          </p:cNvPr>
          <p:cNvSpPr>
            <a:spLocks noGrp="1" noChangeArrowheads="1"/>
          </p:cNvSpPr>
          <p:nvPr>
            <p:ph type="sldNum"/>
          </p:nvPr>
        </p:nvSpPr>
        <p:spPr bwMode="auto">
          <a:xfrm>
            <a:off x="7227888" y="699452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723900" algn="l"/>
                <a:tab pos="1447800" algn="l"/>
                <a:tab pos="2171700" algn="l"/>
              </a:tabLst>
              <a:defRPr sz="1400">
                <a:solidFill>
                  <a:srgbClr val="FFFFFF"/>
                </a:solidFill>
                <a:latin typeface="Times New Roman" panose="02020603050405020304" pitchFamily="18" charset="0"/>
              </a:defRPr>
            </a:lvl1pPr>
          </a:lstStyle>
          <a:p>
            <a:fld id="{0CF73DA3-93C8-4038-AB26-55F4E10996CF}" type="slidenum">
              <a:rPr lang="es-VE" altLang="es-ES"/>
              <a:pPr/>
              <a:t>‹Nr.›</a:t>
            </a:fld>
            <a:endParaRPr lang="es-VE" altLang="es-E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72" r:id="rId12"/>
    <p:sldLayoutId id="2147483673" r:id="rId13"/>
  </p:sldLayoutIdLst>
  <p:txStyles>
    <p:titleStyle>
      <a:lvl1pPr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kern="1200">
          <a:solidFill>
            <a:srgbClr val="FFFFFF"/>
          </a:solidFill>
          <a:latin typeface="+mj-lt"/>
          <a:ea typeface="+mj-ea"/>
          <a:cs typeface="+mj-cs"/>
        </a:defRPr>
      </a:lvl1pPr>
      <a:lvl2pPr marL="4318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2pPr>
      <a:lvl3pPr marL="6477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3pPr>
      <a:lvl4pPr marL="8636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4pPr>
      <a:lvl5pPr marL="10795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5pPr>
      <a:lvl6pPr marL="15367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6pPr>
      <a:lvl7pPr marL="19939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7pPr>
      <a:lvl8pPr marL="24511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8pPr>
      <a:lvl9pPr marL="2908300" indent="-215900" algn="ctr" defTabSz="457200" rtl="0" fontAlgn="base" hangingPunct="0">
        <a:lnSpc>
          <a:spcPct val="93000"/>
        </a:lnSpc>
        <a:spcBef>
          <a:spcPct val="0"/>
        </a:spcBef>
        <a:spcAft>
          <a:spcPct val="0"/>
        </a:spcAft>
        <a:buClr>
          <a:srgbClr val="000000"/>
        </a:buClr>
        <a:buSzPct val="45000"/>
        <a:buFont typeface="Wingdings" panose="05000000000000000000" pitchFamily="2" charset="2"/>
        <a:defRPr sz="4400" b="1">
          <a:solidFill>
            <a:srgbClr val="FFFFFF"/>
          </a:solidFill>
          <a:latin typeface="Arial" panose="020B0604020202020204" pitchFamily="34" charset="0"/>
          <a:cs typeface="Arial Unicode MS" charset="0"/>
        </a:defRPr>
      </a:lvl9pPr>
    </p:titleStyle>
    <p:bodyStyle>
      <a:lvl1pPr marL="431800" indent="-323850" algn="l" defTabSz="457200" rtl="0" fontAlgn="base" hangingPunct="0">
        <a:lnSpc>
          <a:spcPct val="93000"/>
        </a:lnSpc>
        <a:spcBef>
          <a:spcPct val="0"/>
        </a:spcBef>
        <a:spcAft>
          <a:spcPts val="1425"/>
        </a:spcAft>
        <a:buClr>
          <a:srgbClr val="FFFF00"/>
        </a:buClr>
        <a:buSzPct val="45000"/>
        <a:buFont typeface="Wingdings" panose="05000000000000000000" pitchFamily="2" charset="2"/>
        <a:defRPr sz="3200" kern="1200">
          <a:solidFill>
            <a:srgbClr val="FFFFFF"/>
          </a:solidFill>
          <a:latin typeface="+mn-lt"/>
          <a:ea typeface="+mn-ea"/>
          <a:cs typeface="+mn-cs"/>
        </a:defRPr>
      </a:lvl1pPr>
      <a:lvl2pPr marL="863600" indent="-287338" algn="l" defTabSz="457200" rtl="0" fontAlgn="base" hangingPunct="0">
        <a:lnSpc>
          <a:spcPct val="93000"/>
        </a:lnSpc>
        <a:spcBef>
          <a:spcPct val="0"/>
        </a:spcBef>
        <a:spcAft>
          <a:spcPts val="1138"/>
        </a:spcAft>
        <a:buClr>
          <a:srgbClr val="FFFF00"/>
        </a:buClr>
        <a:buSzPct val="75000"/>
        <a:buFont typeface="Symbol" panose="05050102010706020507" pitchFamily="18" charset="2"/>
        <a:defRPr sz="2800" kern="1200">
          <a:solidFill>
            <a:srgbClr val="FFFFFF"/>
          </a:solidFill>
          <a:latin typeface="+mn-lt"/>
          <a:ea typeface="+mn-ea"/>
          <a:cs typeface="+mn-cs"/>
        </a:defRPr>
      </a:lvl2pPr>
      <a:lvl3pPr marL="1295400" indent="-215900" algn="l" defTabSz="457200" rtl="0" fontAlgn="base" hangingPunct="0">
        <a:lnSpc>
          <a:spcPct val="93000"/>
        </a:lnSpc>
        <a:spcBef>
          <a:spcPct val="0"/>
        </a:spcBef>
        <a:spcAft>
          <a:spcPts val="850"/>
        </a:spcAft>
        <a:buClr>
          <a:srgbClr val="FFFF00"/>
        </a:buClr>
        <a:buSzPct val="45000"/>
        <a:buFont typeface="Wingdings" panose="05000000000000000000" pitchFamily="2" charset="2"/>
        <a:defRPr sz="2400" kern="1200">
          <a:solidFill>
            <a:srgbClr val="FFFFFF"/>
          </a:solidFill>
          <a:latin typeface="+mn-lt"/>
          <a:ea typeface="+mn-ea"/>
          <a:cs typeface="+mn-cs"/>
        </a:defRPr>
      </a:lvl3pPr>
      <a:lvl4pPr marL="1727200" indent="-215900" algn="l" defTabSz="457200" rtl="0" fontAlgn="base" hangingPunct="0">
        <a:lnSpc>
          <a:spcPct val="93000"/>
        </a:lnSpc>
        <a:spcBef>
          <a:spcPct val="0"/>
        </a:spcBef>
        <a:spcAft>
          <a:spcPts val="575"/>
        </a:spcAft>
        <a:buClr>
          <a:srgbClr val="FFFF00"/>
        </a:buClr>
        <a:buSzPct val="75000"/>
        <a:buFont typeface="Symbol" panose="05050102010706020507" pitchFamily="18" charset="2"/>
        <a:defRPr sz="2000" kern="1200">
          <a:solidFill>
            <a:srgbClr val="FFFFFF"/>
          </a:solidFill>
          <a:latin typeface="+mn-lt"/>
          <a:ea typeface="+mn-ea"/>
          <a:cs typeface="+mn-cs"/>
        </a:defRPr>
      </a:lvl4pPr>
      <a:lvl5pPr marL="2159000" indent="-215900" algn="l" defTabSz="457200" rtl="0" fontAlgn="base" hangingPunct="0">
        <a:lnSpc>
          <a:spcPct val="93000"/>
        </a:lnSpc>
        <a:spcBef>
          <a:spcPct val="0"/>
        </a:spcBef>
        <a:spcAft>
          <a:spcPts val="288"/>
        </a:spcAft>
        <a:buClr>
          <a:srgbClr val="FFFF00"/>
        </a:buClr>
        <a:buSzPct val="45000"/>
        <a:buFont typeface="Wingdings" panose="05000000000000000000" pitchFamily="2" charset="2"/>
        <a:defRPr sz="20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0EE2202E-F449-274A-EB92-ED1B4E2AEFAD}"/>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s-ES"/>
              <a:t>Pulse para editar el formato del texto de título</a:t>
            </a:r>
          </a:p>
        </p:txBody>
      </p:sp>
      <p:sp>
        <p:nvSpPr>
          <p:cNvPr id="2050" name="Rectangle 2">
            <a:extLst>
              <a:ext uri="{FF2B5EF4-FFF2-40B4-BE49-F238E27FC236}">
                <a16:creationId xmlns:a16="http://schemas.microsoft.com/office/drawing/2014/main" id="{93746E3A-397A-8CB1-DAC5-DC75405744F0}"/>
              </a:ext>
            </a:extLst>
          </p:cNvPr>
          <p:cNvSpPr>
            <a:spLocks noGrp="1" noChangeArrowheads="1"/>
          </p:cNvSpPr>
          <p:nvPr>
            <p:ph type="body" idx="1"/>
          </p:nvPr>
        </p:nvSpPr>
        <p:spPr bwMode="auto">
          <a:xfrm>
            <a:off x="503238" y="1768475"/>
            <a:ext cx="9069387" cy="498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4"/>
            <a:r>
              <a:rPr lang="en-GB" altLang="es-ES"/>
              <a:t>Noveno nivel del esquema</a:t>
            </a:r>
          </a:p>
        </p:txBody>
      </p:sp>
      <p:sp>
        <p:nvSpPr>
          <p:cNvPr id="2051" name="Rectangle 3">
            <a:extLst>
              <a:ext uri="{FF2B5EF4-FFF2-40B4-BE49-F238E27FC236}">
                <a16:creationId xmlns:a16="http://schemas.microsoft.com/office/drawing/2014/main" id="{C351080D-3214-1FE9-A63A-566662A0E553}"/>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87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cs typeface="+mn-cs"/>
              </a:defRPr>
            </a:lvl1pPr>
          </a:lstStyle>
          <a:p>
            <a:endParaRPr lang="es-VE" altLang="es-ES"/>
          </a:p>
        </p:txBody>
      </p:sp>
      <p:sp>
        <p:nvSpPr>
          <p:cNvPr id="2052" name="Rectangle 4">
            <a:extLst>
              <a:ext uri="{FF2B5EF4-FFF2-40B4-BE49-F238E27FC236}">
                <a16:creationId xmlns:a16="http://schemas.microsoft.com/office/drawing/2014/main" id="{5F6314AF-0A65-D287-32E6-373A369C429F}"/>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87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cs typeface="+mn-cs"/>
              </a:defRPr>
            </a:lvl1pPr>
          </a:lstStyle>
          <a:p>
            <a:endParaRPr lang="es-VE" altLang="es-ES"/>
          </a:p>
        </p:txBody>
      </p:sp>
      <p:sp>
        <p:nvSpPr>
          <p:cNvPr id="2053" name="Rectangle 5">
            <a:extLst>
              <a:ext uri="{FF2B5EF4-FFF2-40B4-BE49-F238E27FC236}">
                <a16:creationId xmlns:a16="http://schemas.microsoft.com/office/drawing/2014/main" id="{5DB277D0-DCEF-376A-047E-38B1E08F5FE7}"/>
              </a:ext>
            </a:extLst>
          </p:cNvPr>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87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cs typeface="+mn-cs"/>
              </a:defRPr>
            </a:lvl1pPr>
          </a:lstStyle>
          <a:p>
            <a:fld id="{C6C85D81-1B65-446C-98F8-B67FCBF981B3}" type="slidenum">
              <a:rPr lang="es-VE" altLang="es-ES"/>
              <a:pPr/>
              <a:t>‹Nr.›</a:t>
            </a:fld>
            <a:endParaRPr lang="es-VE" alt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kern="1200">
          <a:solidFill>
            <a:srgbClr val="000000"/>
          </a:solidFill>
          <a:latin typeface="+mj-lt"/>
          <a:ea typeface="+mj-ea"/>
          <a:cs typeface="+mj-cs"/>
        </a:defRPr>
      </a:lvl1pPr>
      <a:lvl2pPr marL="4318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2pPr>
      <a:lvl3pPr marL="6477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3pPr>
      <a:lvl4pPr marL="8636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4pPr>
      <a:lvl5pPr marL="10795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5pPr>
      <a:lvl6pPr marL="15367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6pPr>
      <a:lvl7pPr marL="19939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7pPr>
      <a:lvl8pPr marL="24511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8pPr>
      <a:lvl9pPr marL="2908300" indent="-215900" algn="ctr" defTabSz="457200" rtl="0" fontAlgn="base" hangingPunct="0">
        <a:lnSpc>
          <a:spcPct val="87000"/>
        </a:lnSpc>
        <a:spcBef>
          <a:spcPct val="0"/>
        </a:spcBef>
        <a:spcAft>
          <a:spcPct val="0"/>
        </a:spcAft>
        <a:buClr>
          <a:srgbClr val="000000"/>
        </a:buClr>
        <a:buSzPct val="45000"/>
        <a:buFont typeface="Wingdings" panose="05000000000000000000" pitchFamily="2" charset="2"/>
        <a:defRPr sz="4400">
          <a:solidFill>
            <a:srgbClr val="000000"/>
          </a:solidFill>
          <a:latin typeface="Arial" panose="020B0604020202020204" pitchFamily="34" charset="0"/>
          <a:cs typeface="DejaVu Sans" charset="0"/>
        </a:defRPr>
      </a:lvl9pPr>
    </p:titleStyle>
    <p:bodyStyle>
      <a:lvl1pPr marL="428625" indent="-323850" algn="l" defTabSz="457200" rtl="0" fontAlgn="base" hangingPunct="0">
        <a:lnSpc>
          <a:spcPct val="87000"/>
        </a:lnSpc>
        <a:spcBef>
          <a:spcPct val="0"/>
        </a:spcBef>
        <a:spcAft>
          <a:spcPts val="1425"/>
        </a:spcAft>
        <a:buClr>
          <a:srgbClr val="000000"/>
        </a:buClr>
        <a:buSzPct val="45000"/>
        <a:buFont typeface="Wingdings" panose="05000000000000000000" pitchFamily="2" charset="2"/>
        <a:buChar char=""/>
        <a:defRPr sz="3200" kern="1200">
          <a:solidFill>
            <a:srgbClr val="000000"/>
          </a:solidFill>
          <a:latin typeface="+mn-lt"/>
          <a:ea typeface="+mn-ea"/>
          <a:cs typeface="+mn-cs"/>
        </a:defRPr>
      </a:lvl1pPr>
      <a:lvl2pPr marL="860425" indent="-285750" algn="l" defTabSz="457200" rtl="0" fontAlgn="base" hangingPunct="0">
        <a:lnSpc>
          <a:spcPct val="87000"/>
        </a:lnSpc>
        <a:spcBef>
          <a:spcPct val="0"/>
        </a:spcBef>
        <a:spcAft>
          <a:spcPts val="1138"/>
        </a:spcAft>
        <a:buClr>
          <a:srgbClr val="000000"/>
        </a:buClr>
        <a:buSzPct val="75000"/>
        <a:buFont typeface="Symbol" panose="05050102010706020507" pitchFamily="18" charset="2"/>
        <a:buChar char=""/>
        <a:defRPr sz="2800" kern="1200">
          <a:solidFill>
            <a:srgbClr val="000000"/>
          </a:solidFill>
          <a:latin typeface="+mn-lt"/>
          <a:ea typeface="+mn-ea"/>
          <a:cs typeface="+mn-cs"/>
        </a:defRPr>
      </a:lvl2pPr>
      <a:lvl3pPr marL="1292225" indent="-214313" algn="l" defTabSz="457200" rtl="0" fontAlgn="base" hangingPunct="0">
        <a:lnSpc>
          <a:spcPct val="87000"/>
        </a:lnSpc>
        <a:spcBef>
          <a:spcPct val="0"/>
        </a:spcBef>
        <a:spcAft>
          <a:spcPts val="850"/>
        </a:spcAft>
        <a:buClr>
          <a:srgbClr val="000000"/>
        </a:buClr>
        <a:buSzPct val="45000"/>
        <a:buFont typeface="Wingdings" panose="05000000000000000000" pitchFamily="2" charset="2"/>
        <a:buChar char=""/>
        <a:defRPr sz="2400" kern="1200">
          <a:solidFill>
            <a:srgbClr val="000000"/>
          </a:solidFill>
          <a:latin typeface="+mn-lt"/>
          <a:ea typeface="+mn-ea"/>
          <a:cs typeface="+mn-cs"/>
        </a:defRPr>
      </a:lvl3pPr>
      <a:lvl4pPr marL="1724025" indent="-212725" algn="l" defTabSz="457200" rtl="0" fontAlgn="base" hangingPunct="0">
        <a:lnSpc>
          <a:spcPct val="87000"/>
        </a:lnSpc>
        <a:spcBef>
          <a:spcPct val="0"/>
        </a:spcBef>
        <a:spcAft>
          <a:spcPts val="575"/>
        </a:spcAft>
        <a:buClr>
          <a:srgbClr val="000000"/>
        </a:buClr>
        <a:buSzPct val="75000"/>
        <a:buFont typeface="Symbol" panose="05050102010706020507" pitchFamily="18" charset="2"/>
        <a:buChar char=""/>
        <a:defRPr sz="2000" kern="1200">
          <a:solidFill>
            <a:srgbClr val="000000"/>
          </a:solidFill>
          <a:latin typeface="+mn-lt"/>
          <a:ea typeface="+mn-ea"/>
          <a:cs typeface="+mn-cs"/>
        </a:defRPr>
      </a:lvl4pPr>
      <a:lvl5pPr marL="2155825" indent="-214313" algn="l" defTabSz="457200" rtl="0" fontAlgn="base" hangingPunct="0">
        <a:lnSpc>
          <a:spcPct val="87000"/>
        </a:lnSpc>
        <a:spcBef>
          <a:spcPct val="0"/>
        </a:spcBef>
        <a:spcAft>
          <a:spcPts val="288"/>
        </a:spcAft>
        <a:buClr>
          <a:srgbClr val="000000"/>
        </a:buClr>
        <a:buSzPct val="45000"/>
        <a:buFont typeface="Wingdings" panose="05000000000000000000" pitchFamily="2" charset="2"/>
        <a:buChar char=""/>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hyperlink" Target="http://archives.postgresql.org/pgsql-es-ayuda/2005-11/msg00856.php" TargetMode="External"/><Relationship Id="rId13" Type="http://schemas.openxmlformats.org/officeDocument/2006/relationships/hyperlink" Target="http://www.drbd.org/docs/install/" TargetMode="External"/><Relationship Id="rId3" Type="http://schemas.openxmlformats.org/officeDocument/2006/relationships/hyperlink" Target="http://www.postgresql.org/docs/8.3/static/high-availability.html" TargetMode="External"/><Relationship Id="rId7" Type="http://schemas.openxmlformats.org/officeDocument/2006/relationships/hyperlink" Target="http://pgpool.projects.postgresql.org/pgpool-II/doc/pgpool-en.html" TargetMode="External"/><Relationship Id="rId12" Type="http://schemas.openxmlformats.org/officeDocument/2006/relationships/hyperlink" Target="http://www.drbd.org/users-guide/ch-heartbeat.html" TargetMode="External"/><Relationship Id="rId2" Type="http://schemas.openxmlformats.org/officeDocument/2006/relationships/notesSlide" Target="../notesSlides/notesSlide69.xml"/><Relationship Id="rId16" Type="http://schemas.openxmlformats.org/officeDocument/2006/relationships/hyperlink" Target="http://pgfoundry.org/" TargetMode="External"/><Relationship Id="rId1" Type="http://schemas.openxmlformats.org/officeDocument/2006/relationships/slideLayout" Target="../slideLayouts/slideLayout2.xml"/><Relationship Id="rId6" Type="http://schemas.openxmlformats.org/officeDocument/2006/relationships/hyperlink" Target="http://es.wikipedia.org/wiki/ACID" TargetMode="External"/><Relationship Id="rId11" Type="http://schemas.openxmlformats.org/officeDocument/2006/relationships/hyperlink" Target="http://pgpool.projects.postgresql.org/pgpool-II/doc/tutorial-en.html" TargetMode="External"/><Relationship Id="rId5" Type="http://schemas.openxmlformats.org/officeDocument/2006/relationships/hyperlink" Target="http://www.postgresql.org/docs/current/interactive/warm-standby.html" TargetMode="External"/><Relationship Id="rId15" Type="http://schemas.openxmlformats.org/officeDocument/2006/relationships/hyperlink" Target="http://projects.postgresql.org/" TargetMode="External"/><Relationship Id="rId10" Type="http://schemas.openxmlformats.org/officeDocument/2006/relationships/hyperlink" Target="http://www.postgresql.org/docs/current/interactive/sql-prepare-transaction.html" TargetMode="External"/><Relationship Id="rId4" Type="http://schemas.openxmlformats.org/officeDocument/2006/relationships/hyperlink" Target="http://es.wikipedia.org/wiki/LVM" TargetMode="External"/><Relationship Id="rId9" Type="http://schemas.openxmlformats.org/officeDocument/2006/relationships/hyperlink" Target="http://www.postgresql.org/docs/current/interactive/sql-commit-prepared.html" TargetMode="External"/><Relationship Id="rId14" Type="http://schemas.openxmlformats.org/officeDocument/2006/relationships/hyperlink" Target="http://www.slony.inf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68571007-5D09-7A48-7E93-1328829303E9}"/>
              </a:ext>
            </a:extLst>
          </p:cNvPr>
          <p:cNvSpPr>
            <a:spLocks noGrp="1" noChangeArrowheads="1"/>
          </p:cNvSpPr>
          <p:nvPr>
            <p:ph type="subTitle" idx="4294967295"/>
          </p:nvPr>
        </p:nvSpPr>
        <p:spPr>
          <a:xfrm>
            <a:off x="503238" y="685800"/>
            <a:ext cx="9070975" cy="6072188"/>
          </a:xfrm>
          <a:ln/>
        </p:spPr>
        <p:txBody>
          <a:bodyPr anchor="ctr"/>
          <a:lstStyle/>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t>Alta Disponibilidad, Balanceo de Carga y </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t>Replicación de BD en Linux</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Ing. Olaf Reitmaier Veracierta</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2000"/>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Caracas, Venezuela</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Enero de 2008 - Julio 2009</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A5F25E8C-6502-2ED1-D1BD-B2407915AFB9}"/>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Shared Disk Failover</a:t>
            </a:r>
          </a:p>
        </p:txBody>
      </p:sp>
      <p:sp>
        <p:nvSpPr>
          <p:cNvPr id="5122" name="Rectangle 2">
            <a:extLst>
              <a:ext uri="{FF2B5EF4-FFF2-40B4-BE49-F238E27FC236}">
                <a16:creationId xmlns:a16="http://schemas.microsoft.com/office/drawing/2014/main" id="{6C9F3047-4098-7ED7-30BD-F5281ADBCE08}"/>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Completamente activado por hardware.</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Una sola copia de la BD =&gt; 0% de sincronización.</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Disco (Arreglo) compartido por varios servidores.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Falla Serv. Principal (Activo) =&gt; Servidor en Espera (Pasivo) pueden montar e iniciar la base de datos (Recovery After Crash).</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Recuperación rápida sin pérdida de datos.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Mecanismo intrínseco de una SAN o NFS (POSIX).</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61516DF5-B788-F164-4704-C1EBEA6D69BE}"/>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Shared Disk Failover</a:t>
            </a:r>
          </a:p>
        </p:txBody>
      </p:sp>
      <p:sp>
        <p:nvSpPr>
          <p:cNvPr id="6146" name="Rectangle 2">
            <a:extLst>
              <a:ext uri="{FF2B5EF4-FFF2-40B4-BE49-F238E27FC236}">
                <a16:creationId xmlns:a16="http://schemas.microsoft.com/office/drawing/2014/main" id="{36CC05A0-BD37-03D5-AD6E-0027AE59283B}"/>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b="1">
                <a:solidFill>
                  <a:srgbClr val="FF8080"/>
                </a:solidFill>
              </a:rPr>
              <a:t>Desventajas:</a:t>
            </a:r>
            <a:r>
              <a:rPr lang="es-VE" altLang="es-ES" sz="2600"/>
              <a:t> </a:t>
            </a:r>
          </a:p>
          <a:p>
            <a:pPr lvl="1" algn="just">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Si el disco falla o se corrompe todos los servidores primarios quedan inhabilitados.</a:t>
            </a:r>
          </a:p>
          <a:p>
            <a:pPr lvl="1" algn="just">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Si el servidor primario está activo, el servidor en espera NO puede acceder al mismo tiempo al disco compartido.</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99AD0D2D-EB95-2113-FF7F-B44AF9B0F4CB}"/>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File System Replication</a:t>
            </a:r>
          </a:p>
        </p:txBody>
      </p:sp>
      <p:sp>
        <p:nvSpPr>
          <p:cNvPr id="7170" name="Rectangle 2">
            <a:extLst>
              <a:ext uri="{FF2B5EF4-FFF2-40B4-BE49-F238E27FC236}">
                <a16:creationId xmlns:a16="http://schemas.microsoft.com/office/drawing/2014/main" id="{ADEA679E-0325-D78F-7B06-69E10278B93A}"/>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File System == Block Device?.</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Es un versión modificada de SDF que consiste en replicar los cambios de un FS en servidor a otro FS en otro servidor.</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La replicación de los sistemas debe ser siempre consistente (en Orden).</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Distributed Replicated Block Device (DRBD) es una solución para Linux.</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01805692-A33C-49D0-4870-5BC022C18DA6}"/>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Estructura</a:t>
            </a:r>
          </a:p>
        </p:txBody>
      </p:sp>
      <p:pic>
        <p:nvPicPr>
          <p:cNvPr id="8194" name="Picture 2">
            <a:extLst>
              <a:ext uri="{FF2B5EF4-FFF2-40B4-BE49-F238E27FC236}">
                <a16:creationId xmlns:a16="http://schemas.microsoft.com/office/drawing/2014/main" id="{59D54D85-7956-6B43-715B-6AD607857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057400"/>
            <a:ext cx="8915400" cy="5029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23D7A195-98AB-CA5A-DB3D-6C464F5C91A3}"/>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Requisitos</a:t>
            </a:r>
          </a:p>
        </p:txBody>
      </p:sp>
      <p:sp>
        <p:nvSpPr>
          <p:cNvPr id="9218" name="Rectangle 2">
            <a:extLst>
              <a:ext uri="{FF2B5EF4-FFF2-40B4-BE49-F238E27FC236}">
                <a16:creationId xmlns:a16="http://schemas.microsoft.com/office/drawing/2014/main" id="{675D852F-CDB1-81E5-AFBB-930A1D865D92}"/>
              </a:ext>
            </a:extLst>
          </p:cNvPr>
          <p:cNvSpPr>
            <a:spLocks noGrp="1" noChangeArrowheads="1"/>
          </p:cNvSpPr>
          <p:nvPr>
            <p:ph type="body" idx="4294967295"/>
          </p:nvPr>
        </p:nvSpPr>
        <p:spPr>
          <a:xfrm>
            <a:off x="503238" y="2057400"/>
            <a:ext cx="6583362"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Red Gigabit Ethernet dedicada.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Ancho de banda dedicado (Conf. 30%).</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Ejecutar</a:t>
            </a:r>
            <a:r>
              <a:rPr lang="es-VE" altLang="es-ES" sz="2000">
                <a:solidFill>
                  <a:srgbClr val="FFFF00"/>
                </a:solidFill>
              </a:rPr>
              <a:t> apt-get install drbd.</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Dos (2) nodos OK / </a:t>
            </a:r>
            <a:r>
              <a:rPr lang="es-VE" altLang="es-ES" sz="2000">
                <a:solidFill>
                  <a:srgbClr val="FF8080"/>
                </a:solidFill>
              </a:rPr>
              <a:t>tres (3) nodos no recomendado.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Replicación en </a:t>
            </a:r>
            <a:r>
              <a:rPr lang="es-VE" altLang="es-ES" sz="2000" u="sng">
                <a:solidFill>
                  <a:srgbClr val="FFFF00"/>
                </a:solidFill>
              </a:rPr>
              <a:t>RAID 1.</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solidFill>
                  <a:srgbClr val="FFFF00"/>
                </a:solidFill>
              </a:rPr>
              <a:t>Resize y/o Shrinking en línea.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Documentación y soporte muy buenos.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t>Single (v7.0) o Dual (v8.0) (Multimastering).</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Lst>
            </a:pPr>
            <a:r>
              <a:rPr lang="es-VE" altLang="es-ES" sz="2000">
                <a:solidFill>
                  <a:srgbClr val="FFFF00"/>
                </a:solidFill>
              </a:rPr>
              <a:t>Compatible con LVM2, GFS y OCFS2.</a:t>
            </a:r>
          </a:p>
        </p:txBody>
      </p:sp>
      <p:pic>
        <p:nvPicPr>
          <p:cNvPr id="9219" name="Picture 3">
            <a:extLst>
              <a:ext uri="{FF2B5EF4-FFF2-40B4-BE49-F238E27FC236}">
                <a16:creationId xmlns:a16="http://schemas.microsoft.com/office/drawing/2014/main" id="{6C6C8088-A31E-F387-BD24-0CE420995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828800"/>
            <a:ext cx="2057400" cy="2514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220" name="Picture 4">
            <a:extLst>
              <a:ext uri="{FF2B5EF4-FFF2-40B4-BE49-F238E27FC236}">
                <a16:creationId xmlns:a16="http://schemas.microsoft.com/office/drawing/2014/main" id="{DF526853-508E-7939-055B-DC1344086D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0563" y="4114800"/>
            <a:ext cx="2789237" cy="3200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534FE445-720D-390C-6D30-0FE0E5BFF79C}"/>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Conf. + Adm. I</a:t>
            </a:r>
          </a:p>
        </p:txBody>
      </p:sp>
      <p:sp>
        <p:nvSpPr>
          <p:cNvPr id="10242" name="Rectangle 2">
            <a:extLst>
              <a:ext uri="{FF2B5EF4-FFF2-40B4-BE49-F238E27FC236}">
                <a16:creationId xmlns:a16="http://schemas.microsoft.com/office/drawing/2014/main" id="{EB0064D9-06F0-BA37-1292-7F621FE9A377}"/>
              </a:ext>
            </a:extLst>
          </p:cNvPr>
          <p:cNvSpPr>
            <a:spLocks noGrp="1" noChangeArrowheads="1"/>
          </p:cNvSpPr>
          <p:nvPr>
            <p:ph type="body" idx="4294967295"/>
          </p:nvPr>
        </p:nvSpPr>
        <p:spPr>
          <a:xfrm>
            <a:off x="685800" y="2041525"/>
            <a:ext cx="4297363" cy="5045075"/>
          </a:xfrm>
          <a:ln/>
        </p:spPr>
        <p:txBody>
          <a:bodyPr lIns="73080" tIns="73080" rIns="73080" bIns="73080"/>
          <a:lstStyle/>
          <a:p>
            <a:pPr>
              <a:lnSpc>
                <a:spcPct val="98000"/>
              </a:lnSpc>
              <a:tabLst>
                <a:tab pos="723900" algn="l"/>
                <a:tab pos="1447800" algn="l"/>
                <a:tab pos="2171700" algn="l"/>
                <a:tab pos="2895600" algn="l"/>
                <a:tab pos="3619500" algn="l"/>
              </a:tabLst>
            </a:pPr>
            <a:r>
              <a:rPr lang="es-VE" altLang="es-ES" sz="1600" b="1">
                <a:solidFill>
                  <a:srgbClr val="FFFF00"/>
                </a:solidFill>
                <a:latin typeface="DejaVu Sans" charset="0"/>
              </a:rPr>
              <a:t>/etc/drbd.conf</a:t>
            </a:r>
            <a:r>
              <a:rPr lang="es-VE" altLang="es-ES" sz="1600" b="1">
                <a:latin typeface="DejaVu Sans" charset="0"/>
              </a:rPr>
              <a:t> </a:t>
            </a:r>
          </a:p>
          <a:p>
            <a:pPr>
              <a:lnSpc>
                <a:spcPct val="97000"/>
              </a:lnSpc>
              <a:tabLst>
                <a:tab pos="723900" algn="l"/>
                <a:tab pos="1447800" algn="l"/>
                <a:tab pos="2171700" algn="l"/>
                <a:tab pos="2895600" algn="l"/>
                <a:tab pos="3619500" algn="l"/>
              </a:tabLst>
            </a:pPr>
            <a:endParaRPr lang="es-VE" altLang="es-ES" sz="1600" b="1">
              <a:latin typeface="DejaVu Sans" charset="0"/>
            </a:endParaRPr>
          </a:p>
          <a:p>
            <a:pPr>
              <a:lnSpc>
                <a:spcPct val="97000"/>
              </a:lnSpc>
              <a:tabLst>
                <a:tab pos="723900" algn="l"/>
                <a:tab pos="1447800" algn="l"/>
                <a:tab pos="2171700" algn="l"/>
                <a:tab pos="2895600" algn="l"/>
                <a:tab pos="3619500" algn="l"/>
              </a:tabLst>
            </a:pPr>
            <a:r>
              <a:rPr lang="es-VE" altLang="es-ES" sz="1600" b="1">
                <a:latin typeface="DejaVu Sans" charset="0"/>
              </a:rPr>
              <a:t>global { usage-count yes; }</a:t>
            </a:r>
            <a:br>
              <a:rPr lang="es-VE" altLang="es-ES" sz="1600" b="1">
                <a:latin typeface="DejaVu Sans" charset="0"/>
              </a:rPr>
            </a:br>
            <a:r>
              <a:rPr lang="es-VE" altLang="es-ES" sz="1600" b="1">
                <a:latin typeface="DejaVu Sans" charset="0"/>
              </a:rPr>
              <a:t>common { protocol C;}</a:t>
            </a:r>
            <a:br>
              <a:rPr lang="es-VE" altLang="es-ES" sz="1600" b="1">
                <a:latin typeface="DejaVu Sans" charset="0"/>
              </a:rPr>
            </a:br>
            <a:r>
              <a:rPr lang="es-VE" altLang="es-ES" sz="1600" b="1">
                <a:latin typeface="DejaVu Sans" charset="0"/>
              </a:rPr>
              <a:t> resource </a:t>
            </a:r>
            <a:r>
              <a:rPr lang="es-VE" altLang="es-ES" sz="1600" b="1">
                <a:solidFill>
                  <a:srgbClr val="0000FF"/>
                </a:solidFill>
                <a:latin typeface="DejaVu Sans" charset="0"/>
              </a:rPr>
              <a:t>replica0</a:t>
            </a:r>
            <a:r>
              <a:rPr lang="es-VE" altLang="es-ES" sz="1600" b="1">
                <a:latin typeface="DejaVu Sans" charset="0"/>
              </a:rPr>
              <a:t> {</a:t>
            </a:r>
            <a:br>
              <a:rPr lang="es-VE" altLang="es-ES" sz="1600" b="1">
                <a:latin typeface="DejaVu Sans" charset="0"/>
              </a:rPr>
            </a:br>
            <a:r>
              <a:rPr lang="es-VE" altLang="es-ES" sz="1600" b="1">
                <a:latin typeface="DejaVu Sans" charset="0"/>
              </a:rPr>
              <a:t>   on </a:t>
            </a:r>
            <a:r>
              <a:rPr lang="es-VE" altLang="es-ES" sz="1600" b="1">
                <a:solidFill>
                  <a:srgbClr val="0000FF"/>
                </a:solidFill>
                <a:latin typeface="DejaVu Sans" charset="0"/>
              </a:rPr>
              <a:t>nodo1</a:t>
            </a:r>
            <a:r>
              <a:rPr lang="es-VE" altLang="es-ES" sz="1600" b="1">
                <a:latin typeface="DejaVu Sans" charset="0"/>
              </a:rPr>
              <a:t> {</a:t>
            </a:r>
            <a:br>
              <a:rPr lang="es-VE" altLang="es-ES" sz="1600" b="1">
                <a:latin typeface="DejaVu Sans" charset="0"/>
              </a:rPr>
            </a:br>
            <a:r>
              <a:rPr lang="es-VE" altLang="es-ES" sz="1600" b="1">
                <a:latin typeface="DejaVu Sans" charset="0"/>
              </a:rPr>
              <a:t>     device    </a:t>
            </a:r>
            <a:r>
              <a:rPr lang="es-VE" altLang="es-ES" sz="1600" b="1">
                <a:solidFill>
                  <a:srgbClr val="0000FF"/>
                </a:solidFill>
                <a:latin typeface="DejaVu Sans" charset="0"/>
              </a:rPr>
              <a:t>/dev/drbd0</a:t>
            </a:r>
            <a:r>
              <a:rPr lang="es-VE" altLang="es-ES" sz="1600" b="1">
                <a:latin typeface="DejaVu Sans" charset="0"/>
              </a:rPr>
              <a:t>;</a:t>
            </a:r>
            <a:br>
              <a:rPr lang="es-VE" altLang="es-ES" sz="1600" b="1">
                <a:latin typeface="DejaVu Sans" charset="0"/>
              </a:rPr>
            </a:br>
            <a:r>
              <a:rPr lang="es-VE" altLang="es-ES" sz="1600" b="1">
                <a:latin typeface="DejaVu Sans" charset="0"/>
              </a:rPr>
              <a:t>     disk      </a:t>
            </a:r>
            <a:r>
              <a:rPr lang="es-VE" altLang="es-ES" sz="1600" b="1">
                <a:solidFill>
                  <a:srgbClr val="FF0000"/>
                </a:solidFill>
                <a:latin typeface="DejaVu Sans" charset="0"/>
              </a:rPr>
              <a:t>/dev/sda7</a:t>
            </a:r>
            <a:r>
              <a:rPr lang="es-VE" altLang="es-ES" sz="1600" b="1">
                <a:latin typeface="DejaVu Sans" charset="0"/>
              </a:rPr>
              <a:t>;</a:t>
            </a:r>
            <a:br>
              <a:rPr lang="es-VE" altLang="es-ES" sz="1600" b="1">
                <a:latin typeface="DejaVu Sans" charset="0"/>
              </a:rPr>
            </a:br>
            <a:r>
              <a:rPr lang="es-VE" altLang="es-ES" sz="1600" b="1">
                <a:latin typeface="DejaVu Sans" charset="0"/>
              </a:rPr>
              <a:t>     address   </a:t>
            </a:r>
            <a:r>
              <a:rPr lang="es-VE" altLang="es-ES" sz="1600" b="1">
                <a:solidFill>
                  <a:srgbClr val="0000FF"/>
                </a:solidFill>
                <a:latin typeface="DejaVu Sans" charset="0"/>
              </a:rPr>
              <a:t>192.168.1.5:7789</a:t>
            </a:r>
            <a:r>
              <a:rPr lang="es-VE" altLang="es-ES" sz="1600" b="1">
                <a:latin typeface="DejaVu Sans" charset="0"/>
              </a:rPr>
              <a:t>;</a:t>
            </a:r>
            <a:br>
              <a:rPr lang="es-VE" altLang="es-ES" sz="1600" b="1">
                <a:latin typeface="DejaVu Sans" charset="0"/>
              </a:rPr>
            </a:br>
            <a:r>
              <a:rPr lang="es-VE" altLang="es-ES" sz="1600" b="1">
                <a:latin typeface="DejaVu Sans" charset="0"/>
              </a:rPr>
              <a:t>     meta-disk </a:t>
            </a:r>
            <a:r>
              <a:rPr lang="es-VE" altLang="es-ES" sz="1600" b="1">
                <a:solidFill>
                  <a:srgbClr val="FF0000"/>
                </a:solidFill>
                <a:latin typeface="DejaVu Sans" charset="0"/>
              </a:rPr>
              <a:t>internal</a:t>
            </a:r>
            <a:r>
              <a:rPr lang="es-VE" altLang="es-ES" sz="1600" b="1">
                <a:latin typeface="DejaVu Sans" charset="0"/>
              </a:rPr>
              <a:t>;</a:t>
            </a:r>
            <a:br>
              <a:rPr lang="es-VE" altLang="es-ES" sz="1600" b="1">
                <a:latin typeface="DejaVu Sans" charset="0"/>
              </a:rPr>
            </a:br>
            <a:r>
              <a:rPr lang="es-VE" altLang="es-ES" sz="1600" b="1">
                <a:latin typeface="DejaVu Sans" charset="0"/>
              </a:rPr>
              <a:t>     on-io-error </a:t>
            </a:r>
            <a:r>
              <a:rPr lang="es-VE" altLang="es-ES" sz="1600" b="1">
                <a:solidFill>
                  <a:srgbClr val="FF0000"/>
                </a:solidFill>
                <a:latin typeface="DejaVu Sans" charset="0"/>
              </a:rPr>
              <a:t>detach</a:t>
            </a:r>
            <a:r>
              <a:rPr lang="es-VE" altLang="es-ES" sz="1600" b="1">
                <a:latin typeface="DejaVu Sans" charset="0"/>
              </a:rPr>
              <a:t>;</a:t>
            </a:r>
            <a:br>
              <a:rPr lang="es-VE" altLang="es-ES" sz="1600" b="1">
                <a:latin typeface="DejaVu Sans" charset="0"/>
              </a:rPr>
            </a:br>
            <a:r>
              <a:rPr lang="es-VE" altLang="es-ES" sz="1600" b="1">
                <a:latin typeface="DejaVu Sans" charset="0"/>
              </a:rPr>
              <a:t>     rate </a:t>
            </a:r>
            <a:r>
              <a:rPr lang="es-VE" altLang="es-ES" sz="1600" b="1">
                <a:solidFill>
                  <a:srgbClr val="008000"/>
                </a:solidFill>
                <a:latin typeface="DejaVu Sans" charset="0"/>
              </a:rPr>
              <a:t>37.5M</a:t>
            </a:r>
            <a:r>
              <a:rPr lang="es-VE" altLang="es-ES" sz="1600" b="1">
                <a:latin typeface="DejaVu Sans" charset="0"/>
              </a:rPr>
              <a:t>;</a:t>
            </a:r>
            <a:br>
              <a:rPr lang="es-VE" altLang="es-ES" sz="1600" b="1">
                <a:latin typeface="DejaVu Sans" charset="0"/>
              </a:rPr>
            </a:br>
            <a:r>
              <a:rPr lang="es-VE" altLang="es-ES" sz="1600" b="1">
                <a:latin typeface="DejaVu Sans" charset="0"/>
              </a:rPr>
              <a:t>}</a:t>
            </a:r>
            <a:br>
              <a:rPr lang="es-VE" altLang="es-ES" sz="1600" b="1">
                <a:latin typeface="DejaVu Sans" charset="0"/>
              </a:rPr>
            </a:br>
            <a:r>
              <a:rPr lang="es-VE" altLang="es-ES" sz="1600" b="1">
                <a:latin typeface="DejaVu Sans" charset="0"/>
              </a:rPr>
              <a:t>...</a:t>
            </a:r>
          </a:p>
          <a:p>
            <a:pPr>
              <a:lnSpc>
                <a:spcPct val="97000"/>
              </a:lnSpc>
              <a:tabLst>
                <a:tab pos="723900" algn="l"/>
                <a:tab pos="1447800" algn="l"/>
                <a:tab pos="2171700" algn="l"/>
                <a:tab pos="2895600" algn="l"/>
                <a:tab pos="3619500" algn="l"/>
              </a:tabLst>
            </a:pPr>
            <a:r>
              <a:rPr lang="es-VE" altLang="es-ES" sz="1600" b="1">
                <a:latin typeface="DejaVu Sans" charset="0"/>
              </a:rPr>
              <a:t>}</a:t>
            </a:r>
          </a:p>
          <a:p>
            <a:pPr>
              <a:lnSpc>
                <a:spcPct val="97000"/>
              </a:lnSpc>
              <a:tabLst>
                <a:tab pos="723900" algn="l"/>
                <a:tab pos="1447800" algn="l"/>
                <a:tab pos="2171700" algn="l"/>
                <a:tab pos="2895600" algn="l"/>
                <a:tab pos="3619500" algn="l"/>
              </a:tabLst>
            </a:pPr>
            <a:endParaRPr lang="es-VE" altLang="es-ES" sz="1600" b="1">
              <a:latin typeface="Courier 10 Pitch" pitchFamily="1" charset="0"/>
            </a:endParaRPr>
          </a:p>
        </p:txBody>
      </p:sp>
      <p:sp>
        <p:nvSpPr>
          <p:cNvPr id="10243" name="Text Box 3">
            <a:extLst>
              <a:ext uri="{FF2B5EF4-FFF2-40B4-BE49-F238E27FC236}">
                <a16:creationId xmlns:a16="http://schemas.microsoft.com/office/drawing/2014/main" id="{9F8C285C-2E8B-8A14-8E4A-1EEC8E38108B}"/>
              </a:ext>
            </a:extLst>
          </p:cNvPr>
          <p:cNvSpPr txBox="1">
            <a:spLocks noChangeArrowheads="1"/>
          </p:cNvSpPr>
          <p:nvPr/>
        </p:nvSpPr>
        <p:spPr bwMode="auto">
          <a:xfrm>
            <a:off x="5715000" y="1828800"/>
            <a:ext cx="3429000" cy="567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3080" tIns="73080" rIns="73080" bIns="73080"/>
          <a:lstStyle>
            <a:lvl1pPr marL="431800" indent="-323850">
              <a:tabLst>
                <a:tab pos="723900" algn="l"/>
                <a:tab pos="1447800" algn="l"/>
                <a:tab pos="2171700" algn="l"/>
                <a:tab pos="28956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rgbClr val="000000"/>
                </a:solidFill>
                <a:latin typeface="Arial" panose="020B0604020202020204" pitchFamily="34" charset="0"/>
                <a:cs typeface="Bitstream Vera Sans" charset="0"/>
              </a:defRPr>
            </a:lvl9pPr>
          </a:lstStyle>
          <a:p>
            <a:pPr>
              <a:spcAft>
                <a:spcPts val="1425"/>
              </a:spcAft>
              <a:buClr>
                <a:srgbClr val="FFFF00"/>
              </a:buClr>
            </a:pPr>
            <a:r>
              <a:rPr lang="es-VE" altLang="es-ES" sz="1400" b="1">
                <a:solidFill>
                  <a:srgbClr val="FFFFFF"/>
                </a:solidFill>
                <a:cs typeface="Arial Unicode MS" charset="0"/>
              </a:rPr>
              <a:t>Por nodo (n veces):</a:t>
            </a:r>
          </a:p>
          <a:p>
            <a:pPr>
              <a:spcAft>
                <a:spcPts val="1425"/>
              </a:spcAft>
              <a:buClr>
                <a:srgbClr val="FFFF00"/>
              </a:buClr>
            </a:pPr>
            <a:r>
              <a:rPr lang="es-VE" altLang="es-ES" sz="1400">
                <a:solidFill>
                  <a:srgbClr val="FFFFFF"/>
                </a:solidFill>
                <a:cs typeface="Arial Unicode MS" charset="0"/>
              </a:rPr>
              <a:t>      drbdadm create-md replica0</a:t>
            </a:r>
            <a:br>
              <a:rPr lang="es-VE" altLang="es-ES" sz="1400">
                <a:solidFill>
                  <a:srgbClr val="FFFFFF"/>
                </a:solidFill>
                <a:cs typeface="Arial Unicode MS" charset="0"/>
              </a:rPr>
            </a:br>
            <a:r>
              <a:rPr lang="es-VE" altLang="es-ES" sz="1400">
                <a:solidFill>
                  <a:srgbClr val="FFFFFF"/>
                </a:solidFill>
                <a:cs typeface="Arial Unicode MS" charset="0"/>
              </a:rPr>
              <a:t>drbdadm attach replica0</a:t>
            </a:r>
            <a:br>
              <a:rPr lang="es-VE" altLang="es-ES" sz="1400">
                <a:solidFill>
                  <a:srgbClr val="FFFFFF"/>
                </a:solidFill>
                <a:cs typeface="Arial Unicode MS" charset="0"/>
              </a:rPr>
            </a:br>
            <a:r>
              <a:rPr lang="es-VE" altLang="es-ES" sz="1400">
                <a:solidFill>
                  <a:srgbClr val="FFFFFF"/>
                </a:solidFill>
                <a:cs typeface="Arial Unicode MS" charset="0"/>
              </a:rPr>
              <a:t>drbdadm syncer replica0</a:t>
            </a:r>
            <a:br>
              <a:rPr lang="es-VE" altLang="es-ES" sz="1400">
                <a:solidFill>
                  <a:srgbClr val="FFFFFF"/>
                </a:solidFill>
                <a:cs typeface="Arial Unicode MS" charset="0"/>
              </a:rPr>
            </a:br>
            <a:r>
              <a:rPr lang="es-VE" altLang="es-ES" sz="1400">
                <a:solidFill>
                  <a:srgbClr val="FFFFFF"/>
                </a:solidFill>
                <a:cs typeface="Arial Unicode MS" charset="0"/>
              </a:rPr>
              <a:t>drbdadm connect replica0</a:t>
            </a:r>
            <a:br>
              <a:rPr lang="es-VE" altLang="es-ES" sz="1400">
                <a:solidFill>
                  <a:srgbClr val="FFFFFF"/>
                </a:solidFill>
                <a:cs typeface="Arial Unicode MS" charset="0"/>
              </a:rPr>
            </a:br>
            <a:r>
              <a:rPr lang="es-VE" altLang="es-ES" sz="1400">
                <a:solidFill>
                  <a:srgbClr val="FFFFFF"/>
                </a:solidFill>
                <a:cs typeface="Arial Unicode MS" charset="0"/>
              </a:rPr>
              <a:t>cat /proc/drbd</a:t>
            </a:r>
            <a:br>
              <a:rPr lang="es-VE" altLang="es-ES" sz="1400">
                <a:solidFill>
                  <a:srgbClr val="FFFFFF"/>
                </a:solidFill>
                <a:cs typeface="Arial Unicode MS" charset="0"/>
              </a:rPr>
            </a:br>
            <a:r>
              <a:rPr lang="es-VE" altLang="es-ES" sz="1400">
                <a:solidFill>
                  <a:srgbClr val="FF0000"/>
                </a:solidFill>
                <a:cs typeface="Arial Unicode MS" charset="0"/>
              </a:rPr>
              <a:t>drbdadm disconnect replica0</a:t>
            </a:r>
            <a:br>
              <a:rPr lang="es-VE" altLang="es-ES" sz="1400">
                <a:solidFill>
                  <a:srgbClr val="FF0000"/>
                </a:solidFill>
                <a:cs typeface="Arial Unicode MS" charset="0"/>
              </a:rPr>
            </a:br>
            <a:r>
              <a:rPr lang="es-VE" altLang="es-ES" sz="1400">
                <a:solidFill>
                  <a:srgbClr val="FF0000"/>
                </a:solidFill>
                <a:cs typeface="Arial Unicode MS" charset="0"/>
              </a:rPr>
              <a:t>drbdadm dettach replica0</a:t>
            </a:r>
          </a:p>
          <a:p>
            <a:pPr>
              <a:spcAft>
                <a:spcPts val="1425"/>
              </a:spcAft>
              <a:buClr>
                <a:srgbClr val="FFFF00"/>
              </a:buClr>
            </a:pPr>
            <a:r>
              <a:rPr lang="es-VE" altLang="es-ES" sz="1400" b="1">
                <a:solidFill>
                  <a:srgbClr val="FFFFFF"/>
                </a:solidFill>
                <a:cs typeface="Arial Unicode MS" charset="0"/>
              </a:rPr>
              <a:t>En el primario (1 vez):</a:t>
            </a:r>
          </a:p>
          <a:p>
            <a:pPr>
              <a:spcAft>
                <a:spcPts val="1425"/>
              </a:spcAft>
              <a:buClr>
                <a:srgbClr val="FFFF00"/>
              </a:buClr>
            </a:pPr>
            <a:r>
              <a:rPr lang="es-VE" altLang="es-ES" sz="1400">
                <a:solidFill>
                  <a:srgbClr val="FFFFFF"/>
                </a:solidFill>
                <a:cs typeface="Arial Unicode MS" charset="0"/>
              </a:rPr>
              <a:t>      drbdadm -- --overwrite-data-of-peer \</a:t>
            </a:r>
            <a:br>
              <a:rPr lang="es-VE" altLang="es-ES" sz="1400">
                <a:solidFill>
                  <a:srgbClr val="FFFFFF"/>
                </a:solidFill>
                <a:cs typeface="Arial Unicode MS" charset="0"/>
              </a:rPr>
            </a:br>
            <a:r>
              <a:rPr lang="es-VE" altLang="es-ES" sz="1400">
                <a:solidFill>
                  <a:srgbClr val="FFFFFF"/>
                </a:solidFill>
                <a:cs typeface="Arial Unicode MS" charset="0"/>
              </a:rPr>
              <a:t>   primary replica0</a:t>
            </a:r>
          </a:p>
          <a:p>
            <a:pPr>
              <a:spcAft>
                <a:spcPts val="1425"/>
              </a:spcAft>
              <a:buClr>
                <a:srgbClr val="FFFF00"/>
              </a:buClr>
            </a:pPr>
            <a:r>
              <a:rPr lang="es-VE" altLang="es-ES" sz="1400" b="1">
                <a:solidFill>
                  <a:srgbClr val="FFFFFF"/>
                </a:solidFill>
                <a:cs typeface="Arial Unicode MS" charset="0"/>
              </a:rPr>
              <a:t>Intercambio de roles:</a:t>
            </a:r>
          </a:p>
          <a:p>
            <a:pPr>
              <a:spcAft>
                <a:spcPts val="1425"/>
              </a:spcAft>
              <a:buClr>
                <a:srgbClr val="FFFF00"/>
              </a:buClr>
            </a:pPr>
            <a:r>
              <a:rPr lang="es-VE" altLang="es-ES" sz="1400">
                <a:solidFill>
                  <a:srgbClr val="FFFFFF"/>
                </a:solidFill>
                <a:cs typeface="Arial Unicode MS" charset="0"/>
              </a:rPr>
              <a:t>drbdadm primary replica0</a:t>
            </a:r>
            <a:br>
              <a:rPr lang="es-VE" altLang="es-ES" sz="1400">
                <a:solidFill>
                  <a:srgbClr val="FFFFFF"/>
                </a:solidFill>
                <a:cs typeface="Arial Unicode MS" charset="0"/>
              </a:rPr>
            </a:br>
            <a:r>
              <a:rPr lang="es-VE" altLang="es-ES" sz="1400">
                <a:solidFill>
                  <a:srgbClr val="FFFFFF"/>
                </a:solidFill>
                <a:cs typeface="Arial Unicode MS" charset="0"/>
              </a:rPr>
              <a:t>drbdadm secondary replica0</a:t>
            </a:r>
            <a:br>
              <a:rPr lang="es-VE" altLang="es-ES" sz="1400">
                <a:solidFill>
                  <a:srgbClr val="FFFFFF"/>
                </a:solidFill>
                <a:cs typeface="Arial Unicode MS" charset="0"/>
              </a:rPr>
            </a:br>
            <a:br>
              <a:rPr lang="es-VE" altLang="es-ES" sz="1400">
                <a:solidFill>
                  <a:srgbClr val="FFFFFF"/>
                </a:solidFill>
                <a:cs typeface="Arial Unicode MS" charset="0"/>
              </a:rPr>
            </a:br>
            <a:r>
              <a:rPr lang="es-VE" altLang="es-ES" sz="1400" b="1">
                <a:solidFill>
                  <a:srgbClr val="FFFFFF"/>
                </a:solidFill>
                <a:cs typeface="Arial Unicode MS" charset="0"/>
              </a:rPr>
              <a:t>Estado:</a:t>
            </a:r>
          </a:p>
          <a:p>
            <a:pPr>
              <a:spcAft>
                <a:spcPts val="1425"/>
              </a:spcAft>
              <a:buClr>
                <a:srgbClr val="FFFF00"/>
              </a:buClr>
            </a:pPr>
            <a:r>
              <a:rPr lang="es-VE" altLang="es-ES" sz="1400">
                <a:solidFill>
                  <a:srgbClr val="FFFFFF"/>
                </a:solidFill>
                <a:cs typeface="Arial Unicode MS" charset="0"/>
              </a:rPr>
              <a:t>drbdadm cstate replica0</a:t>
            </a:r>
            <a:br>
              <a:rPr lang="es-VE" altLang="es-ES" sz="1400">
                <a:solidFill>
                  <a:srgbClr val="FFFFFF"/>
                </a:solidFill>
                <a:cs typeface="Arial Unicode MS" charset="0"/>
              </a:rPr>
            </a:br>
            <a:r>
              <a:rPr lang="es-VE" altLang="es-ES" sz="1400">
                <a:solidFill>
                  <a:srgbClr val="FFFFFF"/>
                </a:solidFill>
                <a:cs typeface="Arial Unicode MS" charset="0"/>
              </a:rPr>
              <a:t>drbdadm dstate replica0</a:t>
            </a:r>
            <a:br>
              <a:rPr lang="es-VE" altLang="es-ES" sz="1400">
                <a:solidFill>
                  <a:srgbClr val="FFFFFF"/>
                </a:solidFill>
                <a:cs typeface="Arial Unicode MS" charset="0"/>
              </a:rPr>
            </a:br>
            <a:r>
              <a:rPr lang="es-VE" altLang="es-ES" sz="1400">
                <a:solidFill>
                  <a:srgbClr val="FFFFFF"/>
                </a:solidFill>
                <a:cs typeface="Arial Unicode MS" charset="0"/>
              </a:rPr>
              <a:t>drbdadm role replica0</a:t>
            </a:r>
            <a:br>
              <a:rPr lang="es-VE" altLang="es-ES" sz="1600">
                <a:solidFill>
                  <a:srgbClr val="FFFFFF"/>
                </a:solidFill>
                <a:cs typeface="Arial Unicode MS" charset="0"/>
              </a:rPr>
            </a:br>
            <a:br>
              <a:rPr lang="es-VE" altLang="es-ES" sz="1600">
                <a:solidFill>
                  <a:srgbClr val="FFFFFF"/>
                </a:solidFill>
                <a:cs typeface="Arial Unicode MS" charset="0"/>
              </a:rPr>
            </a:br>
            <a:endParaRPr lang="es-VE" altLang="es-ES" sz="1600">
              <a:solidFill>
                <a:srgbClr val="FFFFFF"/>
              </a:solidFill>
              <a:cs typeface="Arial Unicode MS"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2DE2695B-C36E-7D6C-66F2-92B959F200BA}"/>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Conf. + Adm. II</a:t>
            </a:r>
          </a:p>
        </p:txBody>
      </p:sp>
      <p:sp>
        <p:nvSpPr>
          <p:cNvPr id="11266" name="Rectangle 2">
            <a:extLst>
              <a:ext uri="{FF2B5EF4-FFF2-40B4-BE49-F238E27FC236}">
                <a16:creationId xmlns:a16="http://schemas.microsoft.com/office/drawing/2014/main" id="{C7CDD338-2231-A047-34A3-F5AD03FAEED3}"/>
              </a:ext>
            </a:extLst>
          </p:cNvPr>
          <p:cNvSpPr>
            <a:spLocks noGrp="1" noChangeArrowheads="1"/>
          </p:cNvSpPr>
          <p:nvPr>
            <p:ph type="body" idx="4294967295"/>
          </p:nvPr>
        </p:nvSpPr>
        <p:spPr>
          <a:xfrm>
            <a:off x="5486400" y="1928813"/>
            <a:ext cx="4343400" cy="5045075"/>
          </a:xfrm>
          <a:ln/>
        </p:spPr>
        <p:txBody>
          <a:bodyPr lIns="73080" tIns="73080" rIns="73080" bIns="73080"/>
          <a:lstStyle/>
          <a:p>
            <a:pPr>
              <a:tabLst>
                <a:tab pos="723900" algn="l"/>
                <a:tab pos="1447800" algn="l"/>
                <a:tab pos="2171700" algn="l"/>
                <a:tab pos="2895600" algn="l"/>
                <a:tab pos="3619500" algn="l"/>
                <a:tab pos="4343400" algn="l"/>
              </a:tabLst>
            </a:pPr>
            <a:r>
              <a:rPr lang="es-VE" altLang="es-ES" sz="1600" b="1"/>
              <a:t>Verificación de datos (crontab):</a:t>
            </a:r>
          </a:p>
          <a:p>
            <a:pPr>
              <a:tabLst>
                <a:tab pos="723900" algn="l"/>
                <a:tab pos="1447800" algn="l"/>
                <a:tab pos="2171700" algn="l"/>
                <a:tab pos="2895600" algn="l"/>
                <a:tab pos="3619500" algn="l"/>
                <a:tab pos="4343400" algn="l"/>
              </a:tabLst>
            </a:pPr>
            <a:r>
              <a:rPr lang="es-VE" altLang="es-ES" sz="1600"/>
              <a:t>drbdadm verify replica0</a:t>
            </a:r>
          </a:p>
          <a:p>
            <a:pPr>
              <a:tabLst>
                <a:tab pos="723900" algn="l"/>
                <a:tab pos="1447800" algn="l"/>
                <a:tab pos="2171700" algn="l"/>
                <a:tab pos="2895600" algn="l"/>
                <a:tab pos="3619500" algn="l"/>
                <a:tab pos="4343400" algn="l"/>
              </a:tabLst>
            </a:pPr>
            <a:r>
              <a:rPr lang="es-VE" altLang="es-ES" sz="1600" b="1"/>
              <a:t>Resincronización:</a:t>
            </a:r>
          </a:p>
          <a:p>
            <a:pPr>
              <a:tabLst>
                <a:tab pos="723900" algn="l"/>
                <a:tab pos="1447800" algn="l"/>
                <a:tab pos="2171700" algn="l"/>
                <a:tab pos="2895600" algn="l"/>
                <a:tab pos="3619500" algn="l"/>
                <a:tab pos="4343400" algn="l"/>
              </a:tabLst>
            </a:pPr>
            <a:r>
              <a:rPr lang="es-VE" altLang="es-ES" sz="1600"/>
              <a:t>drbdadm disconnect replica0</a:t>
            </a:r>
            <a:br>
              <a:rPr lang="es-VE" altLang="es-ES" sz="1600"/>
            </a:br>
            <a:r>
              <a:rPr lang="es-VE" altLang="es-ES" sz="1600"/>
              <a:t>drbdadm connect replica0</a:t>
            </a:r>
          </a:p>
          <a:p>
            <a:pPr>
              <a:tabLst>
                <a:tab pos="723900" algn="l"/>
                <a:tab pos="1447800" algn="l"/>
                <a:tab pos="2171700" algn="l"/>
                <a:tab pos="2895600" algn="l"/>
                <a:tab pos="3619500" algn="l"/>
                <a:tab pos="4343400" algn="l"/>
              </a:tabLst>
            </a:pPr>
            <a:r>
              <a:rPr lang="es-VE" altLang="es-ES" sz="1600" b="1"/>
              <a:t>Cambio de tasa de replicación:</a:t>
            </a:r>
          </a:p>
          <a:p>
            <a:pPr>
              <a:tabLst>
                <a:tab pos="723900" algn="l"/>
                <a:tab pos="1447800" algn="l"/>
                <a:tab pos="2171700" algn="l"/>
                <a:tab pos="2895600" algn="l"/>
                <a:tab pos="3619500" algn="l"/>
                <a:tab pos="4343400" algn="l"/>
              </a:tabLst>
            </a:pPr>
            <a:r>
              <a:rPr lang="es-VE" altLang="es-ES" sz="1600"/>
              <a:t>drbdsetup /dev/drbdnum syncer -r 110M</a:t>
            </a:r>
            <a:br>
              <a:rPr lang="es-VE" altLang="es-ES" sz="1600"/>
            </a:br>
            <a:r>
              <a:rPr lang="es-VE" altLang="es-ES" sz="1600"/>
              <a:t>drbdadm adjust resource</a:t>
            </a:r>
          </a:p>
          <a:p>
            <a:pPr>
              <a:lnSpc>
                <a:spcPct val="97000"/>
              </a:lnSpc>
              <a:tabLst>
                <a:tab pos="723900" algn="l"/>
                <a:tab pos="1447800" algn="l"/>
                <a:tab pos="2171700" algn="l"/>
                <a:tab pos="2895600" algn="l"/>
                <a:tab pos="3619500" algn="l"/>
                <a:tab pos="4343400" algn="l"/>
              </a:tabLst>
            </a:pPr>
            <a:endParaRPr lang="es-VE" altLang="es-ES" b="1">
              <a:latin typeface="Courier 10 Pitch" pitchFamily="1" charset="0"/>
            </a:endParaRPr>
          </a:p>
        </p:txBody>
      </p:sp>
      <p:sp>
        <p:nvSpPr>
          <p:cNvPr id="11267" name="Text Box 3">
            <a:extLst>
              <a:ext uri="{FF2B5EF4-FFF2-40B4-BE49-F238E27FC236}">
                <a16:creationId xmlns:a16="http://schemas.microsoft.com/office/drawing/2014/main" id="{953CCBA4-C152-9F3F-2566-239371962755}"/>
              </a:ext>
            </a:extLst>
          </p:cNvPr>
          <p:cNvSpPr txBox="1">
            <a:spLocks noChangeArrowheads="1"/>
          </p:cNvSpPr>
          <p:nvPr/>
        </p:nvSpPr>
        <p:spPr bwMode="auto">
          <a:xfrm>
            <a:off x="731838" y="2041525"/>
            <a:ext cx="4297362" cy="504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3080" tIns="73080" rIns="73080" bIns="73080"/>
          <a:lstStyle>
            <a:lvl1pPr marL="431800" indent="-323850">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9pPr>
          </a:lstStyle>
          <a:p>
            <a:pPr>
              <a:lnSpc>
                <a:spcPct val="98000"/>
              </a:lnSpc>
              <a:spcAft>
                <a:spcPts val="1425"/>
              </a:spcAft>
              <a:buClr>
                <a:srgbClr val="FFFF00"/>
              </a:buClr>
            </a:pPr>
            <a:r>
              <a:rPr lang="es-VE" altLang="es-ES" sz="1600" b="1">
                <a:solidFill>
                  <a:srgbClr val="FFFF00"/>
                </a:solidFill>
                <a:latin typeface="DejaVu Sans" charset="0"/>
                <a:cs typeface="Arial Unicode MS" charset="0"/>
              </a:rPr>
              <a:t>/etc/drbd.conf</a:t>
            </a:r>
            <a:r>
              <a:rPr lang="es-VE" altLang="es-ES" sz="1600" b="1">
                <a:solidFill>
                  <a:srgbClr val="FFFFFF"/>
                </a:solidFill>
                <a:latin typeface="DejaVu Sans" charset="0"/>
                <a:cs typeface="Arial Unicode MS" charset="0"/>
              </a:rPr>
              <a:t> </a:t>
            </a:r>
          </a:p>
          <a:p>
            <a:pPr>
              <a:lnSpc>
                <a:spcPct val="97000"/>
              </a:lnSpc>
              <a:spcAft>
                <a:spcPts val="1425"/>
              </a:spcAft>
              <a:buClr>
                <a:srgbClr val="FFFF00"/>
              </a:buClr>
            </a:pPr>
            <a:r>
              <a:rPr lang="es-VE" altLang="es-ES" sz="1600" b="1">
                <a:solidFill>
                  <a:srgbClr val="FFFFFF"/>
                </a:solidFill>
                <a:latin typeface="DejaVu Sans" charset="0"/>
                <a:cs typeface="Arial Unicode MS" charset="0"/>
              </a:rPr>
              <a:t>global { usage-count yes; }</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common { protocol C;}</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resource </a:t>
            </a:r>
            <a:r>
              <a:rPr lang="es-VE" altLang="es-ES" sz="1600" b="1">
                <a:solidFill>
                  <a:srgbClr val="0000FF"/>
                </a:solidFill>
                <a:latin typeface="DejaVu Sans" charset="0"/>
                <a:cs typeface="Arial Unicode MS" charset="0"/>
              </a:rPr>
              <a:t>replica0</a:t>
            </a:r>
            <a:r>
              <a:rPr lang="es-VE" altLang="es-ES" sz="1600" b="1">
                <a:solidFill>
                  <a:srgbClr val="FFFFFF"/>
                </a:solidFill>
                <a:latin typeface="DejaVu Sans" charset="0"/>
                <a:cs typeface="Arial Unicode MS" charset="0"/>
              </a:rPr>
              <a:t> {</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on </a:t>
            </a:r>
            <a:r>
              <a:rPr lang="es-VE" altLang="es-ES" sz="1600" b="1">
                <a:solidFill>
                  <a:srgbClr val="0000FF"/>
                </a:solidFill>
                <a:latin typeface="DejaVu Sans" charset="0"/>
                <a:cs typeface="Arial Unicode MS" charset="0"/>
              </a:rPr>
              <a:t>nodo1</a:t>
            </a:r>
            <a:r>
              <a:rPr lang="es-VE" altLang="es-ES" sz="1600" b="1">
                <a:solidFill>
                  <a:srgbClr val="FFFFFF"/>
                </a:solidFill>
                <a:latin typeface="DejaVu Sans" charset="0"/>
                <a:cs typeface="Arial Unicode MS" charset="0"/>
              </a:rPr>
              <a:t> {</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device    </a:t>
            </a:r>
            <a:r>
              <a:rPr lang="es-VE" altLang="es-ES" sz="1600" b="1">
                <a:solidFill>
                  <a:srgbClr val="0000FF"/>
                </a:solidFill>
                <a:latin typeface="DejaVu Sans" charset="0"/>
                <a:cs typeface="Arial Unicode MS" charset="0"/>
              </a:rPr>
              <a:t>/dev/drbd0</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disk      </a:t>
            </a:r>
            <a:r>
              <a:rPr lang="es-VE" altLang="es-ES" sz="1600" b="1">
                <a:solidFill>
                  <a:srgbClr val="FF0000"/>
                </a:solidFill>
                <a:latin typeface="DejaVu Sans" charset="0"/>
                <a:cs typeface="Arial Unicode MS" charset="0"/>
              </a:rPr>
              <a:t>/dev/sda7</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address   </a:t>
            </a:r>
            <a:r>
              <a:rPr lang="es-VE" altLang="es-ES" sz="1600" b="1">
                <a:solidFill>
                  <a:srgbClr val="0000FF"/>
                </a:solidFill>
                <a:latin typeface="DejaVu Sans" charset="0"/>
                <a:cs typeface="Arial Unicode MS" charset="0"/>
              </a:rPr>
              <a:t>192.168.1.5:7789</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meta-disk </a:t>
            </a:r>
            <a:r>
              <a:rPr lang="es-VE" altLang="es-ES" sz="1600" b="1">
                <a:solidFill>
                  <a:srgbClr val="FF0000"/>
                </a:solidFill>
                <a:latin typeface="DejaVu Sans" charset="0"/>
                <a:cs typeface="Arial Unicode MS" charset="0"/>
              </a:rPr>
              <a:t>internal</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on-io-error </a:t>
            </a:r>
            <a:r>
              <a:rPr lang="es-VE" altLang="es-ES" sz="1600" b="1">
                <a:solidFill>
                  <a:srgbClr val="FF0000"/>
                </a:solidFill>
                <a:latin typeface="DejaVu Sans" charset="0"/>
                <a:cs typeface="Arial Unicode MS" charset="0"/>
              </a:rPr>
              <a:t>detach</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     rate </a:t>
            </a:r>
            <a:r>
              <a:rPr lang="es-VE" altLang="es-ES" sz="1600" b="1">
                <a:solidFill>
                  <a:srgbClr val="008000"/>
                </a:solidFill>
                <a:latin typeface="DejaVu Sans" charset="0"/>
                <a:cs typeface="Arial Unicode MS" charset="0"/>
              </a:rPr>
              <a:t>37.5M</a:t>
            </a: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a:t>
            </a:r>
            <a:br>
              <a:rPr lang="es-VE" altLang="es-ES" sz="1600" b="1">
                <a:solidFill>
                  <a:srgbClr val="FFFFFF"/>
                </a:solidFill>
                <a:latin typeface="DejaVu Sans" charset="0"/>
                <a:cs typeface="Arial Unicode MS" charset="0"/>
              </a:rPr>
            </a:br>
            <a:r>
              <a:rPr lang="es-VE" altLang="es-ES" sz="1600" b="1">
                <a:solidFill>
                  <a:srgbClr val="FFFFFF"/>
                </a:solidFill>
                <a:latin typeface="DejaVu Sans" charset="0"/>
                <a:cs typeface="Arial Unicode MS" charset="0"/>
              </a:rPr>
              <a:t>...</a:t>
            </a:r>
          </a:p>
          <a:p>
            <a:pPr>
              <a:lnSpc>
                <a:spcPct val="97000"/>
              </a:lnSpc>
              <a:spcAft>
                <a:spcPts val="1425"/>
              </a:spcAft>
              <a:buClr>
                <a:srgbClr val="FFFF00"/>
              </a:buClr>
            </a:pPr>
            <a:r>
              <a:rPr lang="es-VE" altLang="es-ES" sz="1600" b="1">
                <a:solidFill>
                  <a:srgbClr val="FFFFFF"/>
                </a:solidFill>
                <a:latin typeface="DejaVu Sans" charset="0"/>
                <a:cs typeface="Arial Unicode MS" charset="0"/>
              </a:rPr>
              <a:t> }</a:t>
            </a:r>
          </a:p>
          <a:p>
            <a:pPr>
              <a:lnSpc>
                <a:spcPct val="97000"/>
              </a:lnSpc>
              <a:spcAft>
                <a:spcPts val="1425"/>
              </a:spcAft>
              <a:buClr>
                <a:srgbClr val="FFFF00"/>
              </a:buClr>
            </a:pPr>
            <a:endParaRPr lang="es-VE" altLang="es-ES" sz="1200" b="1">
              <a:solidFill>
                <a:srgbClr val="FFFFFF"/>
              </a:solidFill>
              <a:latin typeface="Courier 10 Pitch" pitchFamily="1" charset="0"/>
              <a:cs typeface="Arial Unicode MS"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3513C57F-53D5-F02A-26AD-39BF1FC0CB07}"/>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Estrategias Errores I/O</a:t>
            </a:r>
          </a:p>
        </p:txBody>
      </p:sp>
      <p:sp>
        <p:nvSpPr>
          <p:cNvPr id="12290" name="Rectangle 2">
            <a:extLst>
              <a:ext uri="{FF2B5EF4-FFF2-40B4-BE49-F238E27FC236}">
                <a16:creationId xmlns:a16="http://schemas.microsoft.com/office/drawing/2014/main" id="{FF809911-3D2C-B522-CEB5-FEF1A517111D}"/>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b="1">
                <a:solidFill>
                  <a:srgbClr val="FFFF00"/>
                </a:solidFill>
              </a:rPr>
              <a:t>detach:</a:t>
            </a:r>
            <a:r>
              <a:rPr lang="es-VE" altLang="es-ES" sz="2600" b="1"/>
              <a:t> </a:t>
            </a:r>
            <a:r>
              <a:rPr lang="es-VE" altLang="es-ES" sz="2600"/>
              <a:t>Recomendado, detiene la replicación y pasa a modo diskless.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b="1">
                <a:solidFill>
                  <a:srgbClr val="FFFF00"/>
                </a:solidFill>
              </a:rPr>
              <a:t>pass_on:</a:t>
            </a:r>
            <a:r>
              <a:rPr lang="es-VE" altLang="es-ES" sz="2600"/>
              <a:t> Reporta error de I/O en capas superiores. En el servidor primario se reporta a nivel de sistema de archivos montados. En el servidor secundario, es ignorado porque éste no tiene capa a donde reportarlo.  Este es el predeterminado por razones históricas pero no es el recomendado.</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b="1">
                <a:solidFill>
                  <a:srgbClr val="FFFF00"/>
                </a:solidFill>
              </a:rPr>
              <a:t>call-local-io-error:</a:t>
            </a:r>
            <a:r>
              <a:rPr lang="es-VE" altLang="es-ES" sz="2600"/>
              <a:t> Invoca el comando definido como el manejador de errores I/O locales, el cual, se define a discreción del administrador.</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EB9A65D7-578A-2B70-C040-CD044E5F5477}"/>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Consideraciones - LVM</a:t>
            </a:r>
          </a:p>
        </p:txBody>
      </p:sp>
      <p:sp>
        <p:nvSpPr>
          <p:cNvPr id="13314" name="Rectangle 2">
            <a:extLst>
              <a:ext uri="{FF2B5EF4-FFF2-40B4-BE49-F238E27FC236}">
                <a16:creationId xmlns:a16="http://schemas.microsoft.com/office/drawing/2014/main" id="{4B67E64C-4E84-AF92-FA0B-B5F264188271}"/>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t>Logical Volume Manager (LVM): Versiones 1 y 2. Abstracción de la estructura de dispositivos de bloques en Linux.</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t>LVM Implementa sólo RAID 0 no RAID 1 ni 5, se recomienda usar software/hardware específico para esto.</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t>Redimensionado en caliente de grupos de... y volúmenes lógicos.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t>LVM anidado, CLVM ó GFS, se deben cambiar los filtros de reconocimiento de dispositivos (devices) en </a:t>
            </a:r>
            <a:r>
              <a:rPr lang="es-VE" altLang="es-ES" sz="2400">
                <a:solidFill>
                  <a:srgbClr val="FFFF00"/>
                </a:solidFill>
              </a:rPr>
              <a:t>/etc/lvm/lvm.conf</a:t>
            </a:r>
            <a:r>
              <a:rPr lang="es-VE" altLang="es-ES" sz="2400"/>
              <a:t>.</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solidFill>
                  <a:srgbClr val="FFFF00"/>
                </a:solidFill>
              </a:rPr>
              <a:t>filter = ["a|sd.*|", "a|drbd.*|", "r|.*|"]</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t>Si se utiliza CLVM ó GFS, en /etc/lvm/lvm.conf se debe añadir:</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400">
                <a:solidFill>
                  <a:srgbClr val="FFFF00"/>
                </a:solidFill>
              </a:rPr>
              <a:t>locking_type = 3</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3C741B52-8708-F5B9-FEE1-7549AEB8E6FD}"/>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Consideraciones - GFS</a:t>
            </a:r>
          </a:p>
        </p:txBody>
      </p:sp>
      <p:sp>
        <p:nvSpPr>
          <p:cNvPr id="14338" name="Rectangle 2">
            <a:extLst>
              <a:ext uri="{FF2B5EF4-FFF2-40B4-BE49-F238E27FC236}">
                <a16:creationId xmlns:a16="http://schemas.microsoft.com/office/drawing/2014/main" id="{287EBFB2-3FAB-1359-B6D6-10836F621CD2}"/>
              </a:ext>
            </a:extLst>
          </p:cNvPr>
          <p:cNvSpPr>
            <a:spLocks noGrp="1" noChangeArrowheads="1"/>
          </p:cNvSpPr>
          <p:nvPr>
            <p:ph type="body" idx="4294967295"/>
          </p:nvPr>
        </p:nvSpPr>
        <p:spPr>
          <a:xfrm>
            <a:off x="457200" y="1928813"/>
            <a:ext cx="5486400" cy="5045075"/>
          </a:xfrm>
          <a:ln/>
        </p:spPr>
        <p:txBody>
          <a:bodyPr lIns="73080" tIns="73080" rIns="73080" bIns="73080"/>
          <a:lstStyle/>
          <a:p>
            <a:pPr>
              <a:lnSpc>
                <a:spcPct val="98000"/>
              </a:lnSpc>
              <a:tabLst>
                <a:tab pos="723900" algn="l"/>
                <a:tab pos="1447800" algn="l"/>
                <a:tab pos="2171700" algn="l"/>
                <a:tab pos="2895600" algn="l"/>
                <a:tab pos="3619500" algn="l"/>
                <a:tab pos="4343400" algn="l"/>
                <a:tab pos="5067300" algn="l"/>
              </a:tabLst>
            </a:pPr>
            <a:r>
              <a:rPr lang="es-VE" altLang="es-ES" sz="1200" b="1">
                <a:solidFill>
                  <a:srgbClr val="FFFF00"/>
                </a:solidFill>
                <a:latin typeface="DejaVu Sans" charset="0"/>
              </a:rPr>
              <a:t>/etc/drbd.conf</a:t>
            </a:r>
            <a:r>
              <a:rPr lang="es-VE" altLang="es-ES" sz="1200" b="1">
                <a:latin typeface="DejaVu Sans" charset="0"/>
              </a:rPr>
              <a:t> </a:t>
            </a:r>
          </a:p>
          <a:p>
            <a:pPr>
              <a:lnSpc>
                <a:spcPct val="97000"/>
              </a:lnSpc>
              <a:tabLst>
                <a:tab pos="723900" algn="l"/>
                <a:tab pos="1447800" algn="l"/>
                <a:tab pos="2171700" algn="l"/>
                <a:tab pos="2895600" algn="l"/>
                <a:tab pos="3619500" algn="l"/>
                <a:tab pos="4343400" algn="l"/>
                <a:tab pos="5067300" algn="l"/>
              </a:tabLst>
            </a:pPr>
            <a:r>
              <a:rPr lang="es-VE" altLang="es-ES" sz="1600" b="1">
                <a:latin typeface="DejaVu Sans" charset="0"/>
              </a:rPr>
              <a:t>resource resource {</a:t>
            </a:r>
            <a:br>
              <a:rPr lang="es-VE" altLang="es-ES" sz="1600" b="1">
                <a:latin typeface="DejaVu Sans" charset="0"/>
              </a:rPr>
            </a:br>
            <a:r>
              <a:rPr lang="es-VE" altLang="es-ES" sz="1600" b="1">
                <a:latin typeface="DejaVu Sans" charset="0"/>
              </a:rPr>
              <a:t>  startup {</a:t>
            </a:r>
            <a:br>
              <a:rPr lang="es-VE" altLang="es-ES" sz="1600" b="1">
                <a:latin typeface="DejaVu Sans" charset="0"/>
              </a:rPr>
            </a:br>
            <a:r>
              <a:rPr lang="es-VE" altLang="es-ES" sz="1600" b="1">
                <a:latin typeface="DejaVu Sans" charset="0"/>
              </a:rPr>
              <a:t>    become-primary-on both;</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net {</a:t>
            </a:r>
            <a:br>
              <a:rPr lang="es-VE" altLang="es-ES" sz="1600" b="1">
                <a:latin typeface="DejaVu Sans" charset="0"/>
              </a:rPr>
            </a:br>
            <a:r>
              <a:rPr lang="es-VE" altLang="es-ES" sz="1600" b="1">
                <a:latin typeface="DejaVu Sans" charset="0"/>
              </a:rPr>
              <a:t>    allow-two-primaries;</a:t>
            </a:r>
            <a:br>
              <a:rPr lang="es-VE" altLang="es-ES" sz="1600" b="1">
                <a:latin typeface="DejaVu Sans" charset="0"/>
              </a:rPr>
            </a:br>
            <a:r>
              <a:rPr lang="es-VE" altLang="es-ES" sz="1600" b="1">
                <a:latin typeface="DejaVu Sans" charset="0"/>
              </a:rPr>
              <a:t>    after-sb-0pri discard-zero-changes;</a:t>
            </a:r>
            <a:br>
              <a:rPr lang="es-VE" altLang="es-ES" sz="1600" b="1">
                <a:latin typeface="DejaVu Sans" charset="0"/>
              </a:rPr>
            </a:br>
            <a:r>
              <a:rPr lang="es-VE" altLang="es-ES" sz="1600" b="1">
                <a:latin typeface="DejaVu Sans" charset="0"/>
              </a:rPr>
              <a:t>    after-sb-1pri discard-secondary;</a:t>
            </a:r>
            <a:br>
              <a:rPr lang="es-VE" altLang="es-ES" sz="1600" b="1">
                <a:latin typeface="DejaVu Sans" charset="0"/>
              </a:rPr>
            </a:br>
            <a:r>
              <a:rPr lang="es-VE" altLang="es-ES" sz="1600" b="1">
                <a:latin typeface="DejaVu Sans" charset="0"/>
              </a:rPr>
              <a:t>    after-sb-2pri disconnect;</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a:t>
            </a:r>
            <a:br>
              <a:rPr lang="es-VE" altLang="es-ES" sz="1200" b="1">
                <a:latin typeface="DejaVu Sans" charset="0"/>
              </a:rPr>
            </a:br>
            <a:r>
              <a:rPr lang="es-VE" altLang="es-ES" sz="1200" b="1">
                <a:latin typeface="DejaVu Sans" charset="0"/>
              </a:rPr>
              <a:t>}</a:t>
            </a:r>
          </a:p>
          <a:p>
            <a:pPr>
              <a:lnSpc>
                <a:spcPct val="97000"/>
              </a:lnSpc>
              <a:tabLst>
                <a:tab pos="723900" algn="l"/>
                <a:tab pos="1447800" algn="l"/>
                <a:tab pos="2171700" algn="l"/>
                <a:tab pos="2895600" algn="l"/>
                <a:tab pos="3619500" algn="l"/>
                <a:tab pos="4343400" algn="l"/>
                <a:tab pos="5067300" algn="l"/>
              </a:tabLst>
            </a:pPr>
            <a:endParaRPr lang="es-VE" altLang="es-ES" sz="1200" b="1">
              <a:latin typeface="Courier 10 Pitch" pitchFamily="1" charset="0"/>
            </a:endParaRPr>
          </a:p>
        </p:txBody>
      </p:sp>
      <p:sp>
        <p:nvSpPr>
          <p:cNvPr id="14339" name="Text Box 3">
            <a:extLst>
              <a:ext uri="{FF2B5EF4-FFF2-40B4-BE49-F238E27FC236}">
                <a16:creationId xmlns:a16="http://schemas.microsoft.com/office/drawing/2014/main" id="{FD916D5A-E55B-14E0-8DEF-02CDF5C7F835}"/>
              </a:ext>
            </a:extLst>
          </p:cNvPr>
          <p:cNvSpPr txBox="1">
            <a:spLocks noChangeArrowheads="1"/>
          </p:cNvSpPr>
          <p:nvPr/>
        </p:nvSpPr>
        <p:spPr bwMode="auto">
          <a:xfrm>
            <a:off x="6172200" y="1928813"/>
            <a:ext cx="3657600" cy="522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3080" tIns="73080" rIns="73080" bIns="73080"/>
          <a:lstStyle>
            <a:lvl1pPr marL="431800" indent="-323850">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9pPr>
          </a:lstStyle>
          <a:p>
            <a:pPr algn="just">
              <a:spcAft>
                <a:spcPts val="1425"/>
              </a:spcAft>
              <a:buClr>
                <a:srgbClr val="FFFF00"/>
              </a:buClr>
              <a:buFont typeface="Wingdings" panose="05000000000000000000" pitchFamily="2" charset="2"/>
              <a:buChar char=""/>
            </a:pPr>
            <a:r>
              <a:rPr lang="es-VE" altLang="es-ES" sz="1600" b="1">
                <a:solidFill>
                  <a:srgbClr val="FFFFFF"/>
                </a:solidFill>
                <a:cs typeface="Arial Unicode MS" charset="0"/>
              </a:rPr>
              <a:t>Global File System (GFS)</a:t>
            </a:r>
            <a:r>
              <a:rPr lang="es-VE" altLang="es-ES" sz="1600">
                <a:solidFill>
                  <a:srgbClr val="FFFFFF"/>
                </a:solidFill>
                <a:cs typeface="Arial Unicode MS" charset="0"/>
              </a:rPr>
              <a:t> es simplemente un sistema de archivos de lectura/escritura concurrente generalmente usado con LVM:</a:t>
            </a:r>
          </a:p>
          <a:p>
            <a:pPr>
              <a:spcAft>
                <a:spcPts val="1425"/>
              </a:spcAft>
              <a:buClr>
                <a:srgbClr val="FFFF00"/>
              </a:buClr>
            </a:pPr>
            <a:r>
              <a:rPr lang="es-VE" altLang="es-ES" sz="1600" b="1">
                <a:solidFill>
                  <a:srgbClr val="FFFFFF"/>
                </a:solidFill>
                <a:cs typeface="Arial Unicode MS" charset="0"/>
              </a:rPr>
              <a:t>En la cónsola:</a:t>
            </a:r>
          </a:p>
          <a:p>
            <a:pPr>
              <a:spcAft>
                <a:spcPts val="1425"/>
              </a:spcAft>
              <a:buClr>
                <a:srgbClr val="FFFF00"/>
              </a:buClr>
            </a:pPr>
            <a:r>
              <a:rPr lang="es-VE" altLang="es-ES" sz="1600">
                <a:solidFill>
                  <a:srgbClr val="FFFFFF"/>
                </a:solidFill>
                <a:cs typeface="Arial Unicode MS" charset="0"/>
              </a:rPr>
              <a:t>mkfs -t [gfs|gfs2] -p lock_dlm -j 2 /dev/vg-name/lv-name</a:t>
            </a:r>
          </a:p>
          <a:p>
            <a:pPr>
              <a:spcAft>
                <a:spcPts val="1425"/>
              </a:spcAft>
              <a:buClr>
                <a:srgbClr val="FFFF00"/>
              </a:buClr>
            </a:pPr>
            <a:r>
              <a:rPr lang="es-VE" altLang="es-ES" sz="1600" b="1">
                <a:solidFill>
                  <a:srgbClr val="FFFFFF"/>
                </a:solidFill>
                <a:cs typeface="Arial Unicode MS" charset="0"/>
              </a:rPr>
              <a:t>En el /etc/fstab:</a:t>
            </a:r>
          </a:p>
          <a:p>
            <a:pPr>
              <a:spcAft>
                <a:spcPts val="1425"/>
              </a:spcAft>
              <a:buClr>
                <a:srgbClr val="FFFF00"/>
              </a:buClr>
            </a:pPr>
            <a:r>
              <a:rPr lang="es-VE" altLang="es-ES" sz="1600">
                <a:solidFill>
                  <a:srgbClr val="FFFFFF"/>
                </a:solidFill>
                <a:cs typeface="Arial Unicode MS" charset="0"/>
              </a:rPr>
              <a:t>/dev/vg-name/lv-name mountpoint [gfs|gfs2] defaults 0 0</a:t>
            </a:r>
          </a:p>
          <a:p>
            <a:pPr>
              <a:spcAft>
                <a:spcPts val="1425"/>
              </a:spcAft>
              <a:buClr>
                <a:srgbClr val="FFFF00"/>
              </a:buClr>
            </a:pPr>
            <a:endParaRPr lang="es-VE" altLang="es-ES" sz="1600" b="1">
              <a:solidFill>
                <a:srgbClr val="FFFFFF"/>
              </a:solidFill>
              <a:cs typeface="Arial Unicode MS" charset="0"/>
            </a:endParaRPr>
          </a:p>
          <a:p>
            <a:pPr>
              <a:spcAft>
                <a:spcPts val="1425"/>
              </a:spcAft>
              <a:buFont typeface="Symbol" panose="05050102010706020507" pitchFamily="18" charset="2"/>
              <a:buNone/>
            </a:pPr>
            <a:endParaRPr lang="es-VE" altLang="es-ES" sz="1600" b="1">
              <a:solidFill>
                <a:srgbClr val="FFFFFF"/>
              </a:solidFill>
              <a:cs typeface="Arial Unicode MS" charset="0"/>
            </a:endParaRPr>
          </a:p>
          <a:p>
            <a:pPr>
              <a:spcAft>
                <a:spcPts val="1425"/>
              </a:spcAft>
              <a:buClr>
                <a:srgbClr val="FFFF00"/>
              </a:buClr>
            </a:pPr>
            <a:endParaRPr lang="es-VE" altLang="es-ES" sz="1600" b="1">
              <a:solidFill>
                <a:srgbClr val="FFFFFF"/>
              </a:solidFill>
              <a:cs typeface="Arial Unicode MS" charset="0"/>
            </a:endParaRPr>
          </a:p>
          <a:p>
            <a:pPr>
              <a:lnSpc>
                <a:spcPct val="97000"/>
              </a:lnSpc>
              <a:spcAft>
                <a:spcPts val="1425"/>
              </a:spcAft>
              <a:buClr>
                <a:srgbClr val="FFFF00"/>
              </a:buClr>
            </a:pPr>
            <a:endParaRPr lang="es-VE" altLang="es-ES" sz="3200" b="1">
              <a:solidFill>
                <a:srgbClr val="FFFFFF"/>
              </a:solidFill>
              <a:latin typeface="Courier 10 Pitch" pitchFamily="1" charset="0"/>
              <a:cs typeface="Arial Unicode MS"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1DEF5443-215E-9067-23E6-49F26481FA08}"/>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DRBD - Consideraciones - OCFS2</a:t>
            </a:r>
          </a:p>
        </p:txBody>
      </p:sp>
      <p:sp>
        <p:nvSpPr>
          <p:cNvPr id="15362" name="Rectangle 2">
            <a:extLst>
              <a:ext uri="{FF2B5EF4-FFF2-40B4-BE49-F238E27FC236}">
                <a16:creationId xmlns:a16="http://schemas.microsoft.com/office/drawing/2014/main" id="{1AD7A2F5-97D4-AA4E-E228-E952530A89A5}"/>
              </a:ext>
            </a:extLst>
          </p:cNvPr>
          <p:cNvSpPr>
            <a:spLocks noGrp="1" noChangeArrowheads="1"/>
          </p:cNvSpPr>
          <p:nvPr>
            <p:ph type="body" idx="4294967295"/>
          </p:nvPr>
        </p:nvSpPr>
        <p:spPr>
          <a:xfrm>
            <a:off x="457200" y="1828800"/>
            <a:ext cx="5257800" cy="5045075"/>
          </a:xfrm>
          <a:ln/>
        </p:spPr>
        <p:txBody>
          <a:bodyPr lIns="73080" tIns="73080" rIns="73080" bIns="73080"/>
          <a:lstStyle/>
          <a:p>
            <a:pPr>
              <a:lnSpc>
                <a:spcPct val="98000"/>
              </a:lnSpc>
              <a:tabLst>
                <a:tab pos="723900" algn="l"/>
                <a:tab pos="1447800" algn="l"/>
                <a:tab pos="2171700" algn="l"/>
                <a:tab pos="2895600" algn="l"/>
                <a:tab pos="3619500" algn="l"/>
                <a:tab pos="4343400" algn="l"/>
                <a:tab pos="5067300" algn="l"/>
              </a:tabLst>
            </a:pPr>
            <a:r>
              <a:rPr lang="es-VE" altLang="es-ES" sz="1600" b="1">
                <a:solidFill>
                  <a:srgbClr val="FFFF00"/>
                </a:solidFill>
                <a:latin typeface="DejaVu Sans" charset="0"/>
              </a:rPr>
              <a:t>/etc/drbd.conf</a:t>
            </a:r>
            <a:br>
              <a:rPr lang="es-VE" altLang="es-ES" sz="1600" b="1">
                <a:solidFill>
                  <a:srgbClr val="FFFF00"/>
                </a:solidFill>
                <a:latin typeface="DejaVu Sans" charset="0"/>
              </a:rPr>
            </a:br>
            <a:endParaRPr lang="es-VE" altLang="es-ES" sz="1600" b="1">
              <a:solidFill>
                <a:srgbClr val="FFFF00"/>
              </a:solidFill>
              <a:latin typeface="DejaVu Sans" charset="0"/>
            </a:endParaRPr>
          </a:p>
          <a:p>
            <a:pPr>
              <a:lnSpc>
                <a:spcPct val="97000"/>
              </a:lnSpc>
              <a:tabLst>
                <a:tab pos="723900" algn="l"/>
                <a:tab pos="1447800" algn="l"/>
                <a:tab pos="2171700" algn="l"/>
                <a:tab pos="2895600" algn="l"/>
                <a:tab pos="3619500" algn="l"/>
                <a:tab pos="4343400" algn="l"/>
                <a:tab pos="5067300" algn="l"/>
              </a:tabLst>
            </a:pPr>
            <a:r>
              <a:rPr lang="es-VE" altLang="es-ES" sz="1600" b="1">
                <a:latin typeface="DejaVu Sans" charset="0"/>
              </a:rPr>
              <a:t>resource resource {</a:t>
            </a:r>
            <a:br>
              <a:rPr lang="es-VE" altLang="es-ES" sz="1600" b="1">
                <a:latin typeface="DejaVu Sans" charset="0"/>
              </a:rPr>
            </a:br>
            <a:r>
              <a:rPr lang="es-VE" altLang="es-ES" sz="1600" b="1">
                <a:latin typeface="DejaVu Sans" charset="0"/>
              </a:rPr>
              <a:t>startup {</a:t>
            </a:r>
            <a:br>
              <a:rPr lang="es-VE" altLang="es-ES" sz="1600" b="1">
                <a:latin typeface="DejaVu Sans" charset="0"/>
              </a:rPr>
            </a:br>
            <a:r>
              <a:rPr lang="es-VE" altLang="es-ES" sz="1600" b="1">
                <a:latin typeface="DejaVu Sans" charset="0"/>
              </a:rPr>
              <a:t>    become-primary-on both;</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a:t>
            </a:r>
            <a:br>
              <a:rPr lang="es-VE" altLang="es-ES" sz="1600" b="1">
                <a:latin typeface="DejaVu Sans" charset="0"/>
              </a:rPr>
            </a:br>
            <a:r>
              <a:rPr lang="es-VE" altLang="es-ES" sz="1600" b="1">
                <a:latin typeface="DejaVu Sans" charset="0"/>
              </a:rPr>
              <a:t> net {</a:t>
            </a:r>
            <a:br>
              <a:rPr lang="es-VE" altLang="es-ES" sz="1600" b="1">
                <a:latin typeface="DejaVu Sans" charset="0"/>
              </a:rPr>
            </a:br>
            <a:r>
              <a:rPr lang="es-VE" altLang="es-ES" sz="1600" b="1">
                <a:latin typeface="DejaVu Sans" charset="0"/>
              </a:rPr>
              <a:t> </a:t>
            </a:r>
            <a:r>
              <a:rPr lang="es-VE" altLang="es-ES" sz="1600" b="1">
                <a:solidFill>
                  <a:srgbClr val="23FF23"/>
                </a:solidFill>
                <a:latin typeface="DejaVu Sans" charset="0"/>
              </a:rPr>
              <a:t>   #allow-two-primaries;</a:t>
            </a:r>
            <a:br>
              <a:rPr lang="es-VE" altLang="es-ES" sz="1600" b="1">
                <a:solidFill>
                  <a:srgbClr val="FF0000"/>
                </a:solidFill>
                <a:latin typeface="DejaVu Sans" charset="0"/>
              </a:rPr>
            </a:br>
            <a:r>
              <a:rPr lang="es-VE" altLang="es-ES" sz="1600" b="1">
                <a:solidFill>
                  <a:srgbClr val="FF0000"/>
                </a:solidFill>
                <a:latin typeface="DejaVu Sans" charset="0"/>
              </a:rPr>
              <a:t>    </a:t>
            </a:r>
            <a:r>
              <a:rPr lang="es-VE" altLang="es-ES" sz="1600" b="1">
                <a:latin typeface="DejaVu Sans" charset="0"/>
              </a:rPr>
              <a:t>after-sb-0pri discard-zero-changes;</a:t>
            </a:r>
            <a:br>
              <a:rPr lang="es-VE" altLang="es-ES" sz="1600" b="1">
                <a:latin typeface="DejaVu Sans" charset="0"/>
              </a:rPr>
            </a:br>
            <a:r>
              <a:rPr lang="es-VE" altLang="es-ES" sz="1600" b="1">
                <a:latin typeface="DejaVu Sans" charset="0"/>
              </a:rPr>
              <a:t>    after-sb-1pri discard-secondary;</a:t>
            </a:r>
            <a:br>
              <a:rPr lang="es-VE" altLang="es-ES" sz="1600" b="1">
                <a:latin typeface="DejaVu Sans" charset="0"/>
              </a:rPr>
            </a:br>
            <a:r>
              <a:rPr lang="es-VE" altLang="es-ES" sz="1600" b="1">
                <a:latin typeface="DejaVu Sans" charset="0"/>
              </a:rPr>
              <a:t>    after-sb-2pri disconnect;</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  ...</a:t>
            </a:r>
            <a:br>
              <a:rPr lang="es-VE" altLang="es-ES" sz="1600" b="1">
                <a:latin typeface="DejaVu Sans" charset="0"/>
              </a:rPr>
            </a:br>
            <a:r>
              <a:rPr lang="es-VE" altLang="es-ES" sz="1600" b="1">
                <a:latin typeface="DejaVu Sans" charset="0"/>
              </a:rPr>
              <a:t>}</a:t>
            </a:r>
          </a:p>
          <a:p>
            <a:pPr>
              <a:lnSpc>
                <a:spcPct val="97000"/>
              </a:lnSpc>
              <a:tabLst>
                <a:tab pos="723900" algn="l"/>
                <a:tab pos="1447800" algn="l"/>
                <a:tab pos="2171700" algn="l"/>
                <a:tab pos="2895600" algn="l"/>
                <a:tab pos="3619500" algn="l"/>
                <a:tab pos="4343400" algn="l"/>
                <a:tab pos="5067300" algn="l"/>
              </a:tabLst>
            </a:pPr>
            <a:endParaRPr lang="es-VE" altLang="es-ES" sz="1100" b="1">
              <a:latin typeface="Courier 10 Pitch" pitchFamily="1" charset="0"/>
            </a:endParaRPr>
          </a:p>
        </p:txBody>
      </p:sp>
      <p:sp>
        <p:nvSpPr>
          <p:cNvPr id="15363" name="Text Box 3">
            <a:extLst>
              <a:ext uri="{FF2B5EF4-FFF2-40B4-BE49-F238E27FC236}">
                <a16:creationId xmlns:a16="http://schemas.microsoft.com/office/drawing/2014/main" id="{91EAB5D7-7926-679C-87E4-CA027042681F}"/>
              </a:ext>
            </a:extLst>
          </p:cNvPr>
          <p:cNvSpPr txBox="1">
            <a:spLocks noChangeArrowheads="1"/>
          </p:cNvSpPr>
          <p:nvPr/>
        </p:nvSpPr>
        <p:spPr bwMode="auto">
          <a:xfrm>
            <a:off x="5715000" y="2041525"/>
            <a:ext cx="3657600" cy="534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3080" tIns="73080" rIns="73080" bIns="73080"/>
          <a:lstStyle>
            <a:lvl1pPr marL="431800" indent="-323850">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a:solidFill>
                  <a:srgbClr val="000000"/>
                </a:solidFill>
                <a:latin typeface="Arial" panose="020B0604020202020204" pitchFamily="34" charset="0"/>
                <a:cs typeface="Bitstream Vera Sans" charset="0"/>
              </a:defRPr>
            </a:lvl9pPr>
          </a:lstStyle>
          <a:p>
            <a:pPr algn="just">
              <a:spcAft>
                <a:spcPts val="1425"/>
              </a:spcAft>
              <a:buClr>
                <a:srgbClr val="FFFF00"/>
              </a:buClr>
              <a:buFont typeface="Wingdings" panose="05000000000000000000" pitchFamily="2" charset="2"/>
              <a:buChar char=""/>
            </a:pPr>
            <a:r>
              <a:rPr lang="es-VE" altLang="es-ES" sz="2000" b="1">
                <a:solidFill>
                  <a:srgbClr val="FFFFFF"/>
                </a:solidFill>
                <a:cs typeface="Arial Unicode MS" charset="0"/>
              </a:rPr>
              <a:t>Oracle File System v2 (OCFS2)</a:t>
            </a:r>
            <a:r>
              <a:rPr lang="es-VE" altLang="es-ES" sz="2000">
                <a:solidFill>
                  <a:srgbClr val="FFFFFF"/>
                </a:solidFill>
                <a:cs typeface="Arial Unicode MS" charset="0"/>
              </a:rPr>
              <a:t> es simplemente un sistema de archivos de lectura/escritura concurrente específico para base de datos Oracle.</a:t>
            </a:r>
          </a:p>
          <a:p>
            <a:pPr algn="just">
              <a:spcAft>
                <a:spcPts val="1425"/>
              </a:spcAft>
              <a:buClr>
                <a:srgbClr val="FFFF00"/>
              </a:buClr>
            </a:pPr>
            <a:r>
              <a:rPr lang="es-VE" altLang="es-ES" sz="1600" b="1">
                <a:solidFill>
                  <a:srgbClr val="FFFFFF"/>
                </a:solidFill>
                <a:cs typeface="Arial Unicode MS" charset="0"/>
              </a:rPr>
              <a:t>...</a:t>
            </a:r>
          </a:p>
          <a:p>
            <a:pPr algn="just">
              <a:spcAft>
                <a:spcPts val="1425"/>
              </a:spcAft>
              <a:buClr>
                <a:srgbClr val="FFFF00"/>
              </a:buClr>
            </a:pPr>
            <a:r>
              <a:rPr lang="es-VE" altLang="es-ES" sz="1600">
                <a:solidFill>
                  <a:srgbClr val="FFFFFF"/>
                </a:solidFill>
                <a:cs typeface="Arial Unicode MS" charset="0"/>
              </a:rPr>
              <a:t>Configurar Oracle...</a:t>
            </a:r>
          </a:p>
          <a:p>
            <a:pPr algn="just">
              <a:spcAft>
                <a:spcPts val="1425"/>
              </a:spcAft>
              <a:buClr>
                <a:srgbClr val="FFFF00"/>
              </a:buClr>
            </a:pPr>
            <a:r>
              <a:rPr lang="es-VE" altLang="es-ES" sz="1600" b="1">
                <a:solidFill>
                  <a:srgbClr val="FFFFFF"/>
                </a:solidFill>
                <a:cs typeface="Arial Unicode MS" charset="0"/>
              </a:rPr>
              <a:t>...</a:t>
            </a:r>
          </a:p>
          <a:p>
            <a:pPr algn="just">
              <a:spcAft>
                <a:spcPts val="1425"/>
              </a:spcAft>
              <a:buClr>
                <a:srgbClr val="FFFF00"/>
              </a:buClr>
            </a:pPr>
            <a:r>
              <a:rPr lang="es-VE" altLang="es-ES" sz="1600">
                <a:solidFill>
                  <a:srgbClr val="FFFFFF"/>
                </a:solidFill>
                <a:cs typeface="Arial Unicode MS" charset="0"/>
              </a:rPr>
              <a:t>mount -t ocfs2 /dev/drbd0 /shared</a:t>
            </a:r>
          </a:p>
          <a:p>
            <a:pPr>
              <a:spcAft>
                <a:spcPts val="1425"/>
              </a:spcAft>
              <a:buClr>
                <a:srgbClr val="FFFF00"/>
              </a:buClr>
            </a:pPr>
            <a:endParaRPr lang="es-VE" altLang="es-ES" sz="1600" b="1">
              <a:solidFill>
                <a:srgbClr val="FFFFFF"/>
              </a:solidFill>
              <a:cs typeface="Arial Unicode MS" charset="0"/>
            </a:endParaRPr>
          </a:p>
          <a:p>
            <a:pPr>
              <a:spcAft>
                <a:spcPts val="1425"/>
              </a:spcAft>
              <a:buFont typeface="Symbol" panose="05050102010706020507" pitchFamily="18" charset="2"/>
              <a:buNone/>
            </a:pPr>
            <a:endParaRPr lang="es-VE" altLang="es-ES" sz="1600" b="1">
              <a:solidFill>
                <a:srgbClr val="FFFFFF"/>
              </a:solidFill>
              <a:cs typeface="Arial Unicode MS" charset="0"/>
            </a:endParaRPr>
          </a:p>
          <a:p>
            <a:pPr>
              <a:spcAft>
                <a:spcPts val="1425"/>
              </a:spcAft>
              <a:buClr>
                <a:srgbClr val="FFFF00"/>
              </a:buClr>
            </a:pPr>
            <a:endParaRPr lang="es-VE" altLang="es-ES" sz="1600" b="1">
              <a:solidFill>
                <a:srgbClr val="FFFFFF"/>
              </a:solidFill>
              <a:cs typeface="Arial Unicode MS" charset="0"/>
            </a:endParaRPr>
          </a:p>
          <a:p>
            <a:pPr>
              <a:lnSpc>
                <a:spcPct val="97000"/>
              </a:lnSpc>
              <a:spcAft>
                <a:spcPts val="1425"/>
              </a:spcAft>
              <a:buClr>
                <a:srgbClr val="FFFF00"/>
              </a:buClr>
            </a:pPr>
            <a:endParaRPr lang="es-VE" altLang="es-ES" sz="3200" b="1">
              <a:solidFill>
                <a:srgbClr val="FFFFFF"/>
              </a:solidFill>
              <a:latin typeface="Courier 10 Pitch" pitchFamily="1" charset="0"/>
              <a:cs typeface="Arial Unicode MS"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9FF79377-D0F5-B85A-F544-DF852142FD63}"/>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16386" name="Rectangle 2">
            <a:extLst>
              <a:ext uri="{FF2B5EF4-FFF2-40B4-BE49-F238E27FC236}">
                <a16:creationId xmlns:a16="http://schemas.microsoft.com/office/drawing/2014/main" id="{2259C6E0-CBF0-67F3-D539-C862098ABCC6}"/>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Warm Standby Using Point-In-Time Recovery (PITR), Warn Stanby or Log shipping, permiten alta disponibilidad.</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Servidor en espera en caliente lee un pedazo de una bitácora de escritura adelantada (Write Ahead Log) de registros.  </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Si el servidor principal falla, el servidor en espera en caliente contiene casi todos los datos del servidor principal, y puede convertirse rápidamente en el servidor principal.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EA241DBD-A3E7-E590-3A12-7B79BE0090B3}"/>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17410" name="Rectangle 2">
            <a:extLst>
              <a:ext uri="{FF2B5EF4-FFF2-40B4-BE49-F238E27FC236}">
                <a16:creationId xmlns:a16="http://schemas.microsoft.com/office/drawing/2014/main" id="{1C858A3C-8DC9-C924-CF5E-A2E5B4E4ED0F}"/>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La bitácora debe ser atómica (Obviamente).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Las operaciones son asíncronas y sólo pueden realizarse para toda la base de datos (no hay sincronizaciones parciales).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Generalmente se implementa para base de datos.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PostgreSQL soporta esta forma de funcionamiento</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7AD3A8C9-A3F4-A49C-9F48-62185B445639}"/>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18434" name="Rectangle 2">
            <a:extLst>
              <a:ext uri="{FF2B5EF4-FFF2-40B4-BE49-F238E27FC236}">
                <a16:creationId xmlns:a16="http://schemas.microsoft.com/office/drawing/2014/main" id="{7FE09C35-83FF-2329-C0B7-2218D0C9970D}"/>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Log Shipping = Mover o copiar los (WAL) desde un servidor a otro (Principal hacia Espera en Caliente).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Log Shipping es asíncrono debido a que debe esperar por los commit de las transacciones de la base de datos (ACID):</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solidFill>
                  <a:srgbClr val="FFFF00"/>
                </a:solidFill>
              </a:rPr>
              <a:t>Atomicidad, Consistencia, Aislamiento, Durabilidad.</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Archivo WAL pesa 16 MB, la tasa de transferencia depende de las transacciones en el servidor principal.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EA274951-4679-EECD-2678-42B870509B22}"/>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19458" name="Rectangle 2">
            <a:extLst>
              <a:ext uri="{FF2B5EF4-FFF2-40B4-BE49-F238E27FC236}">
                <a16:creationId xmlns:a16="http://schemas.microsoft.com/office/drawing/2014/main" id="{CD1EAC89-F0CC-10C3-ED15-17F142B3FFAC}"/>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Log Shipping por registro (Si se necesita una ventana de tiempo i.e.  minuto)  y sustituir el esquema por bloques de 16 MB.</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En un fallo catastrófico las transacciones no enviadas (shipped) se perderán, configurar archive_timeout = mínimo posible/requerido en segundos (mientras más bajo mayor ancho de banda será necesario).</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El servidor en espera en caliente no está disponible para consulta porque siempre está realizando un proceso de recuperación basado en los archivos WAL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a:extLst>
              <a:ext uri="{FF2B5EF4-FFF2-40B4-BE49-F238E27FC236}">
                <a16:creationId xmlns:a16="http://schemas.microsoft.com/office/drawing/2014/main" id="{3F7F8C9F-CBCC-40FC-425E-4746258C431D}"/>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20482" name="Rectangle 2">
            <a:extLst>
              <a:ext uri="{FF2B5EF4-FFF2-40B4-BE49-F238E27FC236}">
                <a16:creationId xmlns:a16="http://schemas.microsoft.com/office/drawing/2014/main" id="{190BB7F8-26A4-6F46-43B0-97EDB1E2691C}"/>
              </a:ext>
            </a:extLst>
          </p:cNvPr>
          <p:cNvSpPr>
            <a:spLocks noGrp="1" noChangeArrowheads="1"/>
          </p:cNvSpPr>
          <p:nvPr>
            <p:ph type="body" idx="4294967295"/>
          </p:nvPr>
        </p:nvSpPr>
        <p:spPr>
          <a:xfrm>
            <a:off x="530225" y="1958975"/>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El proceso de recuperación es super-eficiente y el servidor en caso de ponerse en producción sólo tardará unos segundos (actualización continua).</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Restaurar un servidor desde un respaldo basado en archivos de respaldo a disco puede tardar horas.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PITR es una estrategia de alta disponibilidad no recuperación de desastre.</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a:extLst>
              <a:ext uri="{FF2B5EF4-FFF2-40B4-BE49-F238E27FC236}">
                <a16:creationId xmlns:a16="http://schemas.microsoft.com/office/drawing/2014/main" id="{14DFCD38-984E-1936-C310-E5472DF3686D}"/>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21506" name="Rectangle 2">
            <a:extLst>
              <a:ext uri="{FF2B5EF4-FFF2-40B4-BE49-F238E27FC236}">
                <a16:creationId xmlns:a16="http://schemas.microsoft.com/office/drawing/2014/main" id="{129C402A-4AEC-8ED6-E575-D4C7FD99EA0A}"/>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Hardware puede ser distinto, pero la experiencia dice lo contrario, es más fácil de administrar cuando son iguales.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Puntos de montaje de TABLESPACES deben existir y ser los mismos en los servidores principales y en espera en caliente.</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Versiones mayores distintas de PostgreSQL no está permitido (ie. 7.4, 8.3).</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a:extLst>
              <a:ext uri="{FF2B5EF4-FFF2-40B4-BE49-F238E27FC236}">
                <a16:creationId xmlns:a16="http://schemas.microsoft.com/office/drawing/2014/main" id="{FBB13CD6-2142-B150-8BAC-A5D04B055020}"/>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22530" name="Rectangle 2">
            <a:extLst>
              <a:ext uri="{FF2B5EF4-FFF2-40B4-BE49-F238E27FC236}">
                <a16:creationId xmlns:a16="http://schemas.microsoft.com/office/drawing/2014/main" id="{7B57A398-DCD1-2074-4A31-95FA49A274E4}"/>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Cuidado de no mezclar archivos WAL de diferentes servidores primarios en los servidores en espera en caliente.</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no permite detectar si el servidor primario falla, existe otras técnicas como IP round-robin, etc.</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es una solución de alto nivel TRX SQL basado en una especie de REDO LOG (Oracle) llamado WAL.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E197A47F-1F5C-0D94-8F08-08E7D796371F}"/>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en PostgreSQL</a:t>
            </a:r>
          </a:p>
        </p:txBody>
      </p:sp>
      <p:sp>
        <p:nvSpPr>
          <p:cNvPr id="23554" name="Rectangle 2">
            <a:extLst>
              <a:ext uri="{FF2B5EF4-FFF2-40B4-BE49-F238E27FC236}">
                <a16:creationId xmlns:a16="http://schemas.microsoft.com/office/drawing/2014/main" id="{BCEEB748-7ABD-3322-5BB5-5919668BD2A2}"/>
              </a:ext>
            </a:extLst>
          </p:cNvPr>
          <p:cNvSpPr>
            <a:spLocks noGrp="1" noChangeArrowheads="1"/>
          </p:cNvSpPr>
          <p:nvPr>
            <p:ph type="body" idx="4294967295"/>
          </p:nvPr>
        </p:nvSpPr>
        <p:spPr>
          <a:xfrm>
            <a:off x="2503488" y="1944688"/>
            <a:ext cx="5256212" cy="5318125"/>
          </a:xfrm>
          <a:ln/>
        </p:spPr>
        <p:txBody>
          <a:bodyPr lIns="73080" tIns="73080" rIns="73080" bIns="73080"/>
          <a:lstStyle/>
          <a:p>
            <a:pPr>
              <a:lnSpc>
                <a:spcPct val="98000"/>
              </a:lnSpc>
              <a:tabLst>
                <a:tab pos="723900" algn="l"/>
                <a:tab pos="1447800" algn="l"/>
                <a:tab pos="2171700" algn="l"/>
                <a:tab pos="2895600" algn="l"/>
                <a:tab pos="3619500" algn="l"/>
                <a:tab pos="4343400" algn="l"/>
                <a:tab pos="5067300" algn="l"/>
              </a:tabLst>
            </a:pPr>
            <a:r>
              <a:rPr lang="es-VE" altLang="es-ES" sz="1800" b="1">
                <a:solidFill>
                  <a:srgbClr val="FFFF00"/>
                </a:solidFill>
                <a:latin typeface="DejaVu Sans" charset="0"/>
              </a:rPr>
              <a:t>Ejemplo (pg_standby):</a:t>
            </a:r>
          </a:p>
          <a:p>
            <a:pPr>
              <a:lnSpc>
                <a:spcPct val="97000"/>
              </a:lnSpc>
              <a:tabLst>
                <a:tab pos="723900" algn="l"/>
                <a:tab pos="1447800" algn="l"/>
                <a:tab pos="2171700" algn="l"/>
                <a:tab pos="2895600" algn="l"/>
                <a:tab pos="3619500" algn="l"/>
                <a:tab pos="4343400" algn="l"/>
                <a:tab pos="5067300" algn="l"/>
              </a:tabLst>
            </a:pPr>
            <a:endParaRPr lang="es-VE" altLang="es-ES" sz="1800" b="1">
              <a:latin typeface="DejaVu Sans" charset="0"/>
            </a:endParaRP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Llamado = </a:t>
            </a:r>
            <a:r>
              <a:rPr lang="es-VE" altLang="es-ES" sz="1800" b="1">
                <a:solidFill>
                  <a:srgbClr val="0000FF"/>
                </a:solidFill>
                <a:latin typeface="DejaVu Sans" charset="0"/>
              </a:rPr>
              <a:t>false</a:t>
            </a:r>
            <a:r>
              <a:rPr lang="es-VE" altLang="es-ES" sz="1800" b="1">
                <a:latin typeface="DejaVu Sans" charset="0"/>
              </a:rPr>
              <a:t>;</a:t>
            </a:r>
          </a:p>
          <a:p>
            <a:pPr>
              <a:lnSpc>
                <a:spcPct val="97000"/>
              </a:lnSpc>
              <a:tabLst>
                <a:tab pos="723900" algn="l"/>
                <a:tab pos="1447800" algn="l"/>
                <a:tab pos="2171700" algn="l"/>
                <a:tab pos="2895600" algn="l"/>
                <a:tab pos="3619500" algn="l"/>
                <a:tab pos="4343400" algn="l"/>
                <a:tab pos="5067300" algn="l"/>
              </a:tabLst>
            </a:pPr>
            <a:r>
              <a:rPr lang="es-VE" altLang="es-ES" sz="1800" b="1">
                <a:solidFill>
                  <a:srgbClr val="0000FF"/>
                </a:solidFill>
                <a:latin typeface="DejaVu Sans" charset="0"/>
              </a:rPr>
              <a:t>while</a:t>
            </a:r>
            <a:r>
              <a:rPr lang="es-VE" altLang="es-ES" sz="1800" b="1">
                <a:latin typeface="DejaVu Sans" charset="0"/>
              </a:rPr>
              <a:t> (!HayWAL() &amp;&amp; !Llamado)</a:t>
            </a:r>
            <a:r>
              <a:rPr lang="ar-SA" altLang="es-ES" sz="1800" b="1">
                <a:latin typeface="DejaVu Sans" charset="0"/>
              </a:rPr>
              <a:t>‏</a:t>
            </a:r>
            <a:endParaRPr lang="es-VE" altLang="es-ES" sz="1800" b="1">
              <a:latin typeface="DejaVu Sans" charset="0"/>
            </a:endParaRP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a:t>
            </a: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    </a:t>
            </a:r>
            <a:r>
              <a:rPr lang="es-VE" altLang="es-ES" sz="1800" b="1">
                <a:solidFill>
                  <a:srgbClr val="0000FF"/>
                </a:solidFill>
                <a:latin typeface="DejaVu Sans" charset="0"/>
              </a:rPr>
              <a:t>sleep</a:t>
            </a:r>
            <a:r>
              <a:rPr lang="es-VE" altLang="es-ES" sz="1800" b="1">
                <a:latin typeface="DejaVu Sans" charset="0"/>
              </a:rPr>
              <a:t>(100000L);  </a:t>
            </a:r>
            <a:r>
              <a:rPr lang="es-VE" altLang="es-ES" sz="1800" b="1">
                <a:solidFill>
                  <a:srgbClr val="FFFF00"/>
                </a:solidFill>
                <a:latin typeface="DejaVu Sans" charset="0"/>
              </a:rPr>
              <a:t> /* ~0.1 seg */</a:t>
            </a: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    </a:t>
            </a:r>
            <a:r>
              <a:rPr lang="es-VE" altLang="es-ES" sz="1800" b="1">
                <a:solidFill>
                  <a:srgbClr val="0000FF"/>
                </a:solidFill>
                <a:latin typeface="DejaVu Sans" charset="0"/>
              </a:rPr>
              <a:t>if </a:t>
            </a:r>
            <a:r>
              <a:rPr lang="es-VE" altLang="es-ES" sz="1800" b="1">
                <a:latin typeface="DejaVu Sans" charset="0"/>
              </a:rPr>
              <a:t>(ChequearLlamado())</a:t>
            </a:r>
            <a:r>
              <a:rPr lang="ar-SA" altLang="es-ES" sz="1800" b="1">
                <a:latin typeface="DejaVu Sans" charset="0"/>
              </a:rPr>
              <a:t>‏</a:t>
            </a:r>
            <a:endParaRPr lang="es-VE" altLang="es-ES" sz="1800" b="1">
              <a:latin typeface="DejaVu Sans" charset="0"/>
            </a:endParaRP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        Llamado = </a:t>
            </a:r>
            <a:r>
              <a:rPr lang="es-VE" altLang="es-ES" sz="1800" b="1">
                <a:solidFill>
                  <a:srgbClr val="0000FF"/>
                </a:solidFill>
                <a:latin typeface="DejaVu Sans" charset="0"/>
              </a:rPr>
              <a:t>true</a:t>
            </a:r>
            <a:r>
              <a:rPr lang="es-VE" altLang="es-ES" sz="1800" b="1">
                <a:latin typeface="DejaVu Sans" charset="0"/>
              </a:rPr>
              <a:t>;</a:t>
            </a: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a:t>
            </a:r>
          </a:p>
          <a:p>
            <a:pPr>
              <a:lnSpc>
                <a:spcPct val="97000"/>
              </a:lnSpc>
              <a:tabLst>
                <a:tab pos="723900" algn="l"/>
                <a:tab pos="1447800" algn="l"/>
                <a:tab pos="2171700" algn="l"/>
                <a:tab pos="2895600" algn="l"/>
                <a:tab pos="3619500" algn="l"/>
                <a:tab pos="4343400" algn="l"/>
                <a:tab pos="5067300" algn="l"/>
              </a:tabLst>
            </a:pPr>
            <a:r>
              <a:rPr lang="es-VE" altLang="es-ES" sz="1800" b="1">
                <a:solidFill>
                  <a:srgbClr val="0000FF"/>
                </a:solidFill>
                <a:latin typeface="DejaVu Sans" charset="0"/>
              </a:rPr>
              <a:t>if</a:t>
            </a:r>
            <a:r>
              <a:rPr lang="es-VE" altLang="es-ES" sz="1800" b="1">
                <a:latin typeface="DejaVu Sans" charset="0"/>
              </a:rPr>
              <a:t> (!Llamado)</a:t>
            </a:r>
            <a:r>
              <a:rPr lang="ar-SA" altLang="es-ES" sz="1800" b="1">
                <a:latin typeface="DejaVu Sans" charset="0"/>
              </a:rPr>
              <a:t>‏</a:t>
            </a:r>
            <a:endParaRPr lang="es-VE" altLang="es-ES" sz="1800" b="1">
              <a:latin typeface="DejaVu Sans" charset="0"/>
            </a:endParaRPr>
          </a:p>
          <a:p>
            <a:pPr>
              <a:lnSpc>
                <a:spcPct val="97000"/>
              </a:lnSpc>
              <a:tabLst>
                <a:tab pos="723900" algn="l"/>
                <a:tab pos="1447800" algn="l"/>
                <a:tab pos="2171700" algn="l"/>
                <a:tab pos="2895600" algn="l"/>
                <a:tab pos="3619500" algn="l"/>
                <a:tab pos="4343400" algn="l"/>
                <a:tab pos="5067300" algn="l"/>
              </a:tabLst>
            </a:pPr>
            <a:r>
              <a:rPr lang="es-VE" altLang="es-ES" sz="1800" b="1">
                <a:latin typeface="DejaVu Sans" charset="0"/>
              </a:rPr>
              <a:t>        CopiarYRecuperarWAL();</a:t>
            </a:r>
          </a:p>
          <a:p>
            <a:pPr>
              <a:lnSpc>
                <a:spcPct val="97000"/>
              </a:lnSpc>
              <a:tabLst>
                <a:tab pos="723900" algn="l"/>
                <a:tab pos="1447800" algn="l"/>
                <a:tab pos="2171700" algn="l"/>
                <a:tab pos="2895600" algn="l"/>
                <a:tab pos="3619500" algn="l"/>
                <a:tab pos="4343400" algn="l"/>
                <a:tab pos="5067300" algn="l"/>
              </a:tabLst>
            </a:pPr>
            <a:endParaRPr lang="es-VE" altLang="es-ES" sz="1800" b="1">
              <a:latin typeface="Courier 10 Pitch" pitchFamily="1"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a:extLst>
              <a:ext uri="{FF2B5EF4-FFF2-40B4-BE49-F238E27FC236}">
                <a16:creationId xmlns:a16="http://schemas.microsoft.com/office/drawing/2014/main" id="{592DA058-C5A6-17F0-C3B7-42F7F7B321E8}"/>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 pgSQL - Configuración</a:t>
            </a:r>
          </a:p>
        </p:txBody>
      </p:sp>
      <p:sp>
        <p:nvSpPr>
          <p:cNvPr id="24578" name="Rectangle 2">
            <a:extLst>
              <a:ext uri="{FF2B5EF4-FFF2-40B4-BE49-F238E27FC236}">
                <a16:creationId xmlns:a16="http://schemas.microsoft.com/office/drawing/2014/main" id="{3120E058-2A63-D309-6151-4853CEBF06F6}"/>
              </a:ext>
            </a:extLst>
          </p:cNvPr>
          <p:cNvSpPr>
            <a:spLocks noGrp="1" noChangeArrowheads="1"/>
          </p:cNvSpPr>
          <p:nvPr>
            <p:ph type="body" idx="4294967295"/>
          </p:nvPr>
        </p:nvSpPr>
        <p:spPr>
          <a:xfrm>
            <a:off x="503238" y="2165350"/>
            <a:ext cx="9070975" cy="4899025"/>
          </a:xfrm>
          <a:ln/>
        </p:spPr>
        <p:txBody>
          <a:bodyPr/>
          <a:lstStyle/>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Configurar el servidor primario y el(los) servidor (es) en espera en caliente.</a:t>
            </a:r>
          </a:p>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Configurar el almacenamiento del archivo WAL en el servidor principal hacia una carpeta de (los) servidores en caliente (pg_standby) en el archivo </a:t>
            </a:r>
            <a:r>
              <a:rPr lang="es-VE" altLang="es-ES" sz="2000" b="1"/>
              <a:t>“postgresql.conf”</a:t>
            </a:r>
          </a:p>
          <a:p>
            <a:pPr lvl="1" indent="-323850">
              <a:buClr>
                <a:srgbClr val="FFFFFF"/>
              </a:buClr>
              <a:buSzPct val="45000"/>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archive_mode = true</a:t>
            </a:r>
          </a:p>
          <a:p>
            <a:pPr lvl="1" indent="-323850">
              <a:buClr>
                <a:srgbClr val="FFFFFF"/>
              </a:buClr>
              <a:buSzPct val="45000"/>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archive_command = 'cp -i %p /mnt/server/archivedir/%f &lt;/dev/null'</a:t>
            </a:r>
          </a:p>
          <a:p>
            <a:pPr lvl="1" indent="-323850">
              <a:buClr>
                <a:srgbClr val="FFFFFF"/>
              </a:buClr>
              <a:buSzPct val="45000"/>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archive_timeout = 30  # segundos</a:t>
            </a:r>
          </a:p>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Hacer un respaldo del servidor principal y restaurarlo en el (los) servidor(es) en espera en caliente.</a:t>
            </a:r>
          </a:p>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Iniciar la recuperación de los archivos WAL en el  (los) servidor(es) en espera en caliente configurando el archivo reconver.conf que especifique un restore_command.</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a:extLst>
              <a:ext uri="{FF2B5EF4-FFF2-40B4-BE49-F238E27FC236}">
                <a16:creationId xmlns:a16="http://schemas.microsoft.com/office/drawing/2014/main" id="{CA29F13A-2D5F-1F0C-E34C-1A995E0205FC}"/>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 pgSQL - Consideraciones</a:t>
            </a:r>
          </a:p>
        </p:txBody>
      </p:sp>
      <p:sp>
        <p:nvSpPr>
          <p:cNvPr id="25602" name="Rectangle 2">
            <a:extLst>
              <a:ext uri="{FF2B5EF4-FFF2-40B4-BE49-F238E27FC236}">
                <a16:creationId xmlns:a16="http://schemas.microsoft.com/office/drawing/2014/main" id="{DADE005B-A062-EDE5-9D99-CD3241F54BDF}"/>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Todo archivo WAL es de sólo lectura para los servidores en espera en caliente. Por lo tanto, puede ser respaldado en cinta.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Es posible ejecutar ambos el servidor principal y el (los) servidor(es) en espera en caliente en el mismo servidor.</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a:extLst>
              <a:ext uri="{FF2B5EF4-FFF2-40B4-BE49-F238E27FC236}">
                <a16:creationId xmlns:a16="http://schemas.microsoft.com/office/drawing/2014/main" id="{730EEC34-9A42-2CB3-F3F7-122547AC018E}"/>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 pgSQL - Recuperación</a:t>
            </a:r>
          </a:p>
        </p:txBody>
      </p:sp>
      <p:sp>
        <p:nvSpPr>
          <p:cNvPr id="26626" name="Rectangle 2">
            <a:extLst>
              <a:ext uri="{FF2B5EF4-FFF2-40B4-BE49-F238E27FC236}">
                <a16:creationId xmlns:a16="http://schemas.microsoft.com/office/drawing/2014/main" id="{19DBC822-251C-A7F4-0610-351CA001E4D0}"/>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Si el servidor principal falla el servidor en espera en caliente debe iniciar las labores de recuperación por falla (failover procedure).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Si el servidor secundario falla entonces no se requiere realizar ningún procedimiento de recuperación por falla.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Si el servidor falla momentáneamente, y luego, reinicia sus labores, debe configurarse un mencanismo para notificarselo, es decir, hacer un STONITH (Shoot the Other Node in the Head).</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a:extLst>
              <a:ext uri="{FF2B5EF4-FFF2-40B4-BE49-F238E27FC236}">
                <a16:creationId xmlns:a16="http://schemas.microsoft.com/office/drawing/2014/main" id="{6F3AF473-0C03-6AEE-1A82-F622908921B8}"/>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PITR + pgSQL – Respaldo Inc.</a:t>
            </a:r>
          </a:p>
        </p:txBody>
      </p:sp>
      <p:pic>
        <p:nvPicPr>
          <p:cNvPr id="27650" name="Picture 2">
            <a:extLst>
              <a:ext uri="{FF2B5EF4-FFF2-40B4-BE49-F238E27FC236}">
                <a16:creationId xmlns:a16="http://schemas.microsoft.com/office/drawing/2014/main" id="{31F23535-8CB6-6742-349E-C69EBD9F8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8" y="2559050"/>
            <a:ext cx="9348787" cy="34766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a:extLst>
              <a:ext uri="{FF2B5EF4-FFF2-40B4-BE49-F238E27FC236}">
                <a16:creationId xmlns:a16="http://schemas.microsoft.com/office/drawing/2014/main" id="{C5DDD278-A3D9-9322-E3EE-572B6899387B}"/>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Respaldo Inc. – PITR + pgSQL</a:t>
            </a:r>
          </a:p>
        </p:txBody>
      </p:sp>
      <p:sp>
        <p:nvSpPr>
          <p:cNvPr id="28674" name="Rectangle 2">
            <a:extLst>
              <a:ext uri="{FF2B5EF4-FFF2-40B4-BE49-F238E27FC236}">
                <a16:creationId xmlns:a16="http://schemas.microsoft.com/office/drawing/2014/main" id="{7BAC703B-7F58-9912-A22D-877A39934B99}"/>
              </a:ext>
            </a:extLst>
          </p:cNvPr>
          <p:cNvSpPr>
            <a:spLocks noGrp="1" noChangeArrowheads="1"/>
          </p:cNvSpPr>
          <p:nvPr>
            <p:ph type="body" idx="4294967295"/>
          </p:nvPr>
        </p:nvSpPr>
        <p:spPr>
          <a:xfrm>
            <a:off x="503238" y="2165350"/>
            <a:ext cx="9070975" cy="4943475"/>
          </a:xfrm>
          <a:ln/>
        </p:spPr>
        <p:txBody>
          <a:bodyPr/>
          <a:lstStyle/>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t>Determinar último WAL a repaldar:</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Conectarse a la base de datos en</a:t>
            </a:r>
            <a:r>
              <a:rPr lang="es-VE" altLang="es-ES" sz="2000" u="sng"/>
              <a:t> </a:t>
            </a:r>
            <a:r>
              <a:rPr lang="es-VE" altLang="es-ES" sz="2000" b="1" u="sng"/>
              <a:t>Prueba01</a:t>
            </a:r>
            <a:r>
              <a:rPr lang="es-VE" altLang="es-ES" sz="2000"/>
              <a:t> como superusuario (postgres o algún superuser).</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SELECT pg_start_backup('respaldo01');</a:t>
            </a:r>
          </a:p>
          <a:p>
            <a:pPr lvl="2">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Esperar todo lo que sea necesario hasta que se cree un Checkpoint </a:t>
            </a:r>
            <a:r>
              <a:rPr lang="es-VE" altLang="es-ES" sz="2000" b="1"/>
              <a:t>(Si igual que en Oracle y el REDO log).</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SELECT * FROM pg_xlogfile_name_offset(pg_stop_backup());</a:t>
            </a:r>
          </a:p>
          <a:p>
            <a:pPr lvl="2">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99"/>
                </a:solidFill>
              </a:rPr>
              <a:t>file_name: 0100000D	</a:t>
            </a:r>
          </a:p>
          <a:p>
            <a:pPr lvl="2">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99"/>
                </a:solidFill>
              </a:rPr>
              <a:t>file_offset: 4039624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El nombre del archivo es</a:t>
            </a:r>
            <a:r>
              <a:rPr lang="es-VE" altLang="es-ES" sz="2000">
                <a:solidFill>
                  <a:srgbClr val="FFFF66"/>
                </a:solidFill>
              </a:rPr>
              <a:t> </a:t>
            </a:r>
            <a:r>
              <a:rPr lang="es-VE" altLang="es-ES" sz="2000" b="1">
                <a:solidFill>
                  <a:srgbClr val="FFFF66"/>
                </a:solidFill>
              </a:rPr>
              <a:t>$file_name$file_offset</a:t>
            </a:r>
          </a:p>
          <a:p>
            <a:pPr>
              <a:buClr>
                <a:srgbClr val="FFFFFF"/>
              </a:buCl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t>Copiar el WAL en su último estado:</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99"/>
                </a:solidFill>
              </a:rPr>
              <a:t>cp -i pg_xlog/0100000D4039624 /mnt/server/archivedir/0100000D4039624 &lt; /dev/null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a:extLst>
              <a:ext uri="{FF2B5EF4-FFF2-40B4-BE49-F238E27FC236}">
                <a16:creationId xmlns:a16="http://schemas.microsoft.com/office/drawing/2014/main" id="{B7B53243-6BB6-52B7-FAA1-26BBC624F9A4}"/>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Master Slave Replication</a:t>
            </a:r>
          </a:p>
        </p:txBody>
      </p:sp>
      <p:sp>
        <p:nvSpPr>
          <p:cNvPr id="29698" name="Rectangle 2">
            <a:extLst>
              <a:ext uri="{FF2B5EF4-FFF2-40B4-BE49-F238E27FC236}">
                <a16:creationId xmlns:a16="http://schemas.microsoft.com/office/drawing/2014/main" id="{57F35B54-E058-CEE6-5574-C4283A5677E0}"/>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Se ha implemetado como esquema de replicación de alto nivel (bases de datos, SQL, etc.) no de bajo nivel (discos, arreglos, sistema de archivos, etc.)</a:t>
            </a:r>
            <a:r>
              <a:rPr lang="ar-SA" altLang="es-ES"/>
              <a:t>‏</a:t>
            </a:r>
            <a:endParaRPr lang="es-VE" altLang="es-ES"/>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Las modificaciones primarias son escritas en el servidor Maestro.</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servidor maestro se encarga de transferir las modificaciones a los servidor esclavos de forma asíncrona.</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a:extLst>
              <a:ext uri="{FF2B5EF4-FFF2-40B4-BE49-F238E27FC236}">
                <a16:creationId xmlns:a16="http://schemas.microsoft.com/office/drawing/2014/main" id="{024F06A3-B4A0-77B2-0003-85A69227DC05}"/>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Master Slave Replication</a:t>
            </a:r>
          </a:p>
        </p:txBody>
      </p:sp>
      <p:sp>
        <p:nvSpPr>
          <p:cNvPr id="30722" name="Rectangle 2">
            <a:extLst>
              <a:ext uri="{FF2B5EF4-FFF2-40B4-BE49-F238E27FC236}">
                <a16:creationId xmlns:a16="http://schemas.microsoft.com/office/drawing/2014/main" id="{8D1F05F3-C279-5D49-F1E5-443B17C52A65}"/>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servidor esclavo acepta consultas de sólo lectura todo el tiempo concurrentemente.</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servidor esclavo es perfecto para operaciones de Data-Warehouse y Data-Mining.</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En PostgreSQL se implementa con Slony-I, en MySQL es nativo y sencillo de implementar.</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a:extLst>
              <a:ext uri="{FF2B5EF4-FFF2-40B4-BE49-F238E27FC236}">
                <a16:creationId xmlns:a16="http://schemas.microsoft.com/office/drawing/2014/main" id="{8708C8D0-9A18-19B1-324E-A407EE441883}"/>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Slony + pgSQL</a:t>
            </a:r>
          </a:p>
        </p:txBody>
      </p:sp>
      <p:sp>
        <p:nvSpPr>
          <p:cNvPr id="31746" name="Rectangle 2">
            <a:extLst>
              <a:ext uri="{FF2B5EF4-FFF2-40B4-BE49-F238E27FC236}">
                <a16:creationId xmlns:a16="http://schemas.microsoft.com/office/drawing/2014/main" id="{404A07B6-C8F3-DED5-BDA1-B5A8C69D8002}"/>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Enterprise Level Replication System.</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Slon = Elefante en Ruso, Slony = Elefantes.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Granularidad por Tabla.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Actualización batch de los esclavos (múltiples)</a:t>
            </a:r>
            <a:r>
              <a:rPr lang="ar-SA" altLang="es-ES" sz="2800"/>
              <a:t>‏</a:t>
            </a:r>
            <a:endParaRPr lang="es-VE" altLang="es-ES" sz="2800"/>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Esclavos en cascada (Alimentación descendente).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Se vale de Multi-Version Concurrency Control (MVCC) de PostgreSQL.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Posible pérdida de datos si hay fallo catastrófico.</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a:extLst>
              <a:ext uri="{FF2B5EF4-FFF2-40B4-BE49-F238E27FC236}">
                <a16:creationId xmlns:a16="http://schemas.microsoft.com/office/drawing/2014/main" id="{E197F279-97D3-EFBE-8C2F-D0EFC7F7853D}"/>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Slony + pgSQL - Cálculos</a:t>
            </a:r>
          </a:p>
        </p:txBody>
      </p:sp>
      <p:sp>
        <p:nvSpPr>
          <p:cNvPr id="32770" name="Rectangle 2">
            <a:extLst>
              <a:ext uri="{FF2B5EF4-FFF2-40B4-BE49-F238E27FC236}">
                <a16:creationId xmlns:a16="http://schemas.microsoft.com/office/drawing/2014/main" id="{390FE520-B878-8451-4A9A-CD58D7F2072C}"/>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Comunicaciones en factor cuadrático n(n-1), TCP, SYNC como respuesta BACK OK, un total de n(n/2), es decir, n/2 SYNC por esclavo.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Recomendado PostgreSQL 8.3, todas las bases de datos DEBE TENER EL MISMO ENCODING.</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Todos los servidores deben tener implementado Real Time Clock vía NTP.</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Subred es la configuración más fácil y recomendada.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Ejecutar apt-get install slony1*</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a:extLst>
              <a:ext uri="{FF2B5EF4-FFF2-40B4-BE49-F238E27FC236}">
                <a16:creationId xmlns:a16="http://schemas.microsoft.com/office/drawing/2014/main" id="{7D7DE923-68A3-31A2-7943-873EBACECC32}"/>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Slony + pgSQL - Conceptos</a:t>
            </a:r>
          </a:p>
        </p:txBody>
      </p:sp>
      <p:sp>
        <p:nvSpPr>
          <p:cNvPr id="33794" name="Rectangle 2">
            <a:extLst>
              <a:ext uri="{FF2B5EF4-FFF2-40B4-BE49-F238E27FC236}">
                <a16:creationId xmlns:a16="http://schemas.microsoft.com/office/drawing/2014/main" id="{30809A21-9682-014E-BA57-1D53B0FADEA4}"/>
              </a:ext>
            </a:extLst>
          </p:cNvPr>
          <p:cNvSpPr>
            <a:spLocks noGrp="1" noChangeArrowheads="1"/>
          </p:cNvSpPr>
          <p:nvPr>
            <p:ph type="body" idx="4294967295"/>
          </p:nvPr>
        </p:nvSpPr>
        <p:spPr>
          <a:xfrm>
            <a:off x="503238" y="2165350"/>
            <a:ext cx="9070975" cy="49625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Cluster:</a:t>
            </a:r>
            <a:r>
              <a:rPr lang="es-VE" altLang="es-ES" sz="2200"/>
              <a:t> Conjunto de instancias PostgreSQL.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Node: </a:t>
            </a:r>
            <a:r>
              <a:rPr lang="es-VE" altLang="es-ES" sz="2200"/>
              <a:t>Nodo Slony-I.</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Replication Set:</a:t>
            </a:r>
            <a:r>
              <a:rPr lang="es-VE" altLang="es-ES" sz="2200"/>
              <a:t> Conjunto de tablas y secuencias a replicar e un Cluster Slony-I</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Origin, Providers, Suscribers:</a:t>
            </a:r>
            <a:r>
              <a:rPr lang="es-VE" altLang="es-ES" sz="2200"/>
              <a:t> Cada replicación tiene un origen, donde se realizan las modificaciones de las tablas replicadas (Master Provider). Los demás nodos se suscriben al cluster para recibir datos. El nodo origen nunca será considerado un suscriptor (Pero pueden haber cascadas de clusters).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Slon daemon:</a:t>
            </a:r>
            <a:r>
              <a:rPr lang="es-VE" altLang="es-ES" sz="2200"/>
              <a:t> proceso que maneja el cluster en cada nodo, hecho en C, maneja los eventos de configuración y de sincronización.</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t>Slonik configuration processor: </a:t>
            </a:r>
            <a:r>
              <a:rPr lang="es-VE" altLang="es-ES" sz="2200"/>
              <a:t>es una línea de comandos con un lenguaje especial que permite configurar el cluster.</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a:extLst>
              <a:ext uri="{FF2B5EF4-FFF2-40B4-BE49-F238E27FC236}">
                <a16:creationId xmlns:a16="http://schemas.microsoft.com/office/drawing/2014/main" id="{12150C5C-64D5-7E71-AB2C-147FAED63F1F}"/>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Slony + pgSQL - Conceptos</a:t>
            </a:r>
          </a:p>
        </p:txBody>
      </p:sp>
      <p:sp>
        <p:nvSpPr>
          <p:cNvPr id="34818" name="Rectangle 2">
            <a:extLst>
              <a:ext uri="{FF2B5EF4-FFF2-40B4-BE49-F238E27FC236}">
                <a16:creationId xmlns:a16="http://schemas.microsoft.com/office/drawing/2014/main" id="{4660A65A-7A19-24C4-C5BD-E87E2B1027F3}"/>
              </a:ext>
            </a:extLst>
          </p:cNvPr>
          <p:cNvSpPr>
            <a:spLocks noGrp="1" noChangeArrowheads="1"/>
          </p:cNvSpPr>
          <p:nvPr>
            <p:ph type="body" idx="4294967295"/>
          </p:nvPr>
        </p:nvSpPr>
        <p:spPr>
          <a:xfrm>
            <a:off x="503238" y="2165350"/>
            <a:ext cx="9070975" cy="49498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Origin: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Esquema de BD: cbcluster</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Suscribers: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Esquema de BD: _cbcluster</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Número de Nodo: Único e Inmutable.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Pasos para definir un Replication Set:</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Definir claves candidatas para las tables a replicar que no tienen clave primaria.</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Definir las tablas que serán replicadas.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Definir las secuencias que serán replicadas.</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a:extLst>
              <a:ext uri="{FF2B5EF4-FFF2-40B4-BE49-F238E27FC236}">
                <a16:creationId xmlns:a16="http://schemas.microsoft.com/office/drawing/2014/main" id="{02A73860-E9DC-389F-BDF6-D09323B9F29F}"/>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Slony + pgSQL - Conceptos</a:t>
            </a:r>
          </a:p>
        </p:txBody>
      </p:sp>
      <p:sp>
        <p:nvSpPr>
          <p:cNvPr id="35842" name="Rectangle 2">
            <a:extLst>
              <a:ext uri="{FF2B5EF4-FFF2-40B4-BE49-F238E27FC236}">
                <a16:creationId xmlns:a16="http://schemas.microsoft.com/office/drawing/2014/main" id="{F449DD65-50ED-E31E-285F-FD11B8C7FC42}"/>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Origin: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Esquema de BD: cbcluster</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Suscribers: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Esquema de BD: _cbcluster</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Número de Nodo: Único e Inmutable.ç</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Configuración: </a:t>
            </a:r>
            <a:r>
              <a:rPr lang="es-VE" altLang="es-ES" u="sng"/>
              <a:t>Terrible.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Administración: </a:t>
            </a:r>
            <a:r>
              <a:rPr lang="es-VE" altLang="es-ES" u="sng"/>
              <a:t>Terrible.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Desempeño: SQL para replicar SQL?.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a:extLst>
              <a:ext uri="{FF2B5EF4-FFF2-40B4-BE49-F238E27FC236}">
                <a16:creationId xmlns:a16="http://schemas.microsoft.com/office/drawing/2014/main" id="{262CE2AD-D57A-208F-782C-54454CB414EB}"/>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Statement Based Replication Middleware</a:t>
            </a:r>
          </a:p>
        </p:txBody>
      </p:sp>
      <p:sp>
        <p:nvSpPr>
          <p:cNvPr id="36866" name="Rectangle 2">
            <a:extLst>
              <a:ext uri="{FF2B5EF4-FFF2-40B4-BE49-F238E27FC236}">
                <a16:creationId xmlns:a16="http://schemas.microsoft.com/office/drawing/2014/main" id="{52BCCA6F-839E-0819-4612-ABF7E41E1F9F}"/>
              </a:ext>
            </a:extLst>
          </p:cNvPr>
          <p:cNvSpPr>
            <a:spLocks noGrp="1" noChangeArrowheads="1"/>
          </p:cNvSpPr>
          <p:nvPr>
            <p:ph type="body" idx="4294967295"/>
          </p:nvPr>
        </p:nvSpPr>
        <p:spPr>
          <a:xfrm>
            <a:off x="503238" y="2165350"/>
            <a:ext cx="9070975" cy="5784850"/>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También llamado Statement Based Replication Middleware (SBRM).</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Intercepta todas las instrucciones SQL (Lectura/Escritura) y las envia a todos los servidores.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Cada servidor trabaja independientemente, pero juntos hacen un manojo (pool).</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Se puede segmentar las instrucciones de sólo lectura a sólo algunos de los servidor del manojo, permitiendo el balanceo de la carga de lectura.</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Si las consultas se envian si modificación a los servidores CURRENT_TIMESTAMP serán diferentes en todos los servidores.</a:t>
            </a:r>
          </a:p>
          <a:p>
            <a:pPr algn="jus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a:extLst>
              <a:ext uri="{FF2B5EF4-FFF2-40B4-BE49-F238E27FC236}">
                <a16:creationId xmlns:a16="http://schemas.microsoft.com/office/drawing/2014/main" id="{198EB193-3FC3-C540-CBD8-8FDDCB3B8E35}"/>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Statement Based Replication Middleware</a:t>
            </a:r>
          </a:p>
        </p:txBody>
      </p:sp>
      <p:sp>
        <p:nvSpPr>
          <p:cNvPr id="37890" name="Rectangle 2">
            <a:extLst>
              <a:ext uri="{FF2B5EF4-FFF2-40B4-BE49-F238E27FC236}">
                <a16:creationId xmlns:a16="http://schemas.microsoft.com/office/drawing/2014/main" id="{226DD319-8C04-3642-45D0-DC02B275331D}"/>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Todas las consultas deben hacer commit o rollback en todos los servidores, esto implica que se debe utilizar un commit de dos (2) fases.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Permite paralelización de consultas (partes ejecutadas en varios servidores), lo cual, implica particionar las tablas.</a:t>
            </a:r>
          </a:p>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SBRM se implementa con pg-pool II y sequoia.</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a:extLst>
              <a:ext uri="{FF2B5EF4-FFF2-40B4-BE49-F238E27FC236}">
                <a16:creationId xmlns:a16="http://schemas.microsoft.com/office/drawing/2014/main" id="{2030C937-CC6E-0F1E-D5D3-38BF839102DE}"/>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Matriz de Conf.</a:t>
            </a:r>
          </a:p>
        </p:txBody>
      </p:sp>
      <p:pic>
        <p:nvPicPr>
          <p:cNvPr id="38914" name="Picture 2">
            <a:extLst>
              <a:ext uri="{FF2B5EF4-FFF2-40B4-BE49-F238E27FC236}">
                <a16:creationId xmlns:a16="http://schemas.microsoft.com/office/drawing/2014/main" id="{C1C8466A-B683-BFD2-D2A2-357A0CC206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963" y="1828800"/>
            <a:ext cx="6332537" cy="41370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15" name="Text Box 3">
            <a:extLst>
              <a:ext uri="{FF2B5EF4-FFF2-40B4-BE49-F238E27FC236}">
                <a16:creationId xmlns:a16="http://schemas.microsoft.com/office/drawing/2014/main" id="{BD108EC3-F513-CA68-52A3-414425696DA3}"/>
              </a:ext>
            </a:extLst>
          </p:cNvPr>
          <p:cNvSpPr txBox="1">
            <a:spLocks noChangeArrowheads="1"/>
          </p:cNvSpPr>
          <p:nvPr/>
        </p:nvSpPr>
        <p:spPr bwMode="auto">
          <a:xfrm>
            <a:off x="2057400" y="6172200"/>
            <a:ext cx="6400800"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cs typeface="Bitstream Vera Sans" charset="0"/>
              </a:defRPr>
            </a:lvl9pPr>
          </a:lstStyle>
          <a:p>
            <a:r>
              <a:rPr lang="es-VE" altLang="es-ES">
                <a:solidFill>
                  <a:srgbClr val="FFFFFF"/>
                </a:solidFill>
              </a:rPr>
              <a:t>(*) = No se puede utilizar para las tablas particionadas</a:t>
            </a:r>
            <a:br>
              <a:rPr lang="es-VE" altLang="es-ES">
                <a:solidFill>
                  <a:srgbClr val="FFFFFF"/>
                </a:solidFill>
              </a:rPr>
            </a:br>
            <a:r>
              <a:rPr lang="es-VE" altLang="es-ES">
                <a:solidFill>
                  <a:srgbClr val="FFFFFF"/>
                </a:solidFill>
              </a:rPr>
              <a:t>        en el modo paralelo de consultas.</a:t>
            </a:r>
          </a:p>
          <a:p>
            <a:endParaRPr lang="es-VE" altLang="es-ES">
              <a:solidFill>
                <a:srgbClr val="FFFFFF"/>
              </a:solidFill>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a:extLst>
              <a:ext uri="{FF2B5EF4-FFF2-40B4-BE49-F238E27FC236}">
                <a16:creationId xmlns:a16="http://schemas.microsoft.com/office/drawing/2014/main" id="{6E883032-9076-60E0-BBDD-9FAFF2BEB8CB}"/>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a:t>
            </a:r>
          </a:p>
        </p:txBody>
      </p:sp>
      <p:sp>
        <p:nvSpPr>
          <p:cNvPr id="39938" name="Rectangle 2">
            <a:extLst>
              <a:ext uri="{FF2B5EF4-FFF2-40B4-BE49-F238E27FC236}">
                <a16:creationId xmlns:a16="http://schemas.microsoft.com/office/drawing/2014/main" id="{D0127B43-9453-CA3A-CB89-4C0E94A5C217}"/>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Ejecutar apt-get install pgpool2</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Editar el archivo /etc/pgpool.conf, colocar </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pcp_port = 9898</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Editar el archivo /etc/pool_hba.conf, parecido al pg_hba.conf de pgsql.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/etc/init.d/pgpool2 start | stop | restart</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Utilizar pg_md5 para generar una contraseña para postgres en /etc/pcp.conf</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Online Recovery similar a PITR, con pequeñas sutilezas en la configuración.</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a:extLst>
              <a:ext uri="{FF2B5EF4-FFF2-40B4-BE49-F238E27FC236}">
                <a16:creationId xmlns:a16="http://schemas.microsoft.com/office/drawing/2014/main" id="{0EEB43C3-3108-A28A-9B2F-AC0E5AD60215}"/>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a:t>
            </a:r>
          </a:p>
        </p:txBody>
      </p:sp>
      <p:sp>
        <p:nvSpPr>
          <p:cNvPr id="40962" name="Rectangle 2">
            <a:extLst>
              <a:ext uri="{FF2B5EF4-FFF2-40B4-BE49-F238E27FC236}">
                <a16:creationId xmlns:a16="http://schemas.microsoft.com/office/drawing/2014/main" id="{883E709F-E8F0-D0A8-A10D-E6A37E2CF9FD}"/>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los nodos en pgpool.conf</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backend_hostname0 = 'localhost'</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backend_port0 = 5432</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backend_weight0 = 1</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backend_hostname1 = 'localhost'</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backend_port1 = 5433</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backend_weight1 = 1</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backend_hostname2 = 'localhost'</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backend_port2 = 5434</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00"/>
                </a:solidFill>
              </a:rPr>
              <a:t>backend_weight2 = 1</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a:extLst>
              <a:ext uri="{FF2B5EF4-FFF2-40B4-BE49-F238E27FC236}">
                <a16:creationId xmlns:a16="http://schemas.microsoft.com/office/drawing/2014/main" id="{E1D53559-6618-1964-1E9C-D2DE21E8315A}"/>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a:t>
            </a:r>
          </a:p>
        </p:txBody>
      </p:sp>
      <p:sp>
        <p:nvSpPr>
          <p:cNvPr id="41986" name="Rectangle 2">
            <a:extLst>
              <a:ext uri="{FF2B5EF4-FFF2-40B4-BE49-F238E27FC236}">
                <a16:creationId xmlns:a16="http://schemas.microsoft.com/office/drawing/2014/main" id="{36FD13A7-3F18-439C-76DD-9E33ECB5A29B}"/>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los modos de replicación:</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Distribuir consultas entre todos los nodos:</a:t>
            </a:r>
          </a:p>
          <a:p>
            <a:pPr lvl="2">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replication_mode = true</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Distribuir consultas SELECT entre todos los nodos:</a:t>
            </a:r>
          </a:p>
          <a:p>
            <a:pPr lvl="2">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load_balance = true</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a:extLst>
              <a:ext uri="{FF2B5EF4-FFF2-40B4-BE49-F238E27FC236}">
                <a16:creationId xmlns:a16="http://schemas.microsoft.com/office/drawing/2014/main" id="{9716C53C-4F95-5EBE-DA0A-1508EFCFE9F9}"/>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Chequear la Replicación</a:t>
            </a:r>
          </a:p>
        </p:txBody>
      </p:sp>
      <p:sp>
        <p:nvSpPr>
          <p:cNvPr id="43010" name="Rectangle 2">
            <a:extLst>
              <a:ext uri="{FF2B5EF4-FFF2-40B4-BE49-F238E27FC236}">
                <a16:creationId xmlns:a16="http://schemas.microsoft.com/office/drawing/2014/main" id="{CF5D6C29-902E-8D4B-6B98-D73807B20A02}"/>
              </a:ext>
            </a:extLst>
          </p:cNvPr>
          <p:cNvSpPr>
            <a:spLocks noGrp="1" noChangeArrowheads="1"/>
          </p:cNvSpPr>
          <p:nvPr>
            <p:ph type="body" idx="4294967295"/>
          </p:nvPr>
        </p:nvSpPr>
        <p:spPr>
          <a:xfrm>
            <a:off x="503238" y="2165350"/>
            <a:ext cx="9070975" cy="5035550"/>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A través de pgpool:</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createdb -p 9999 bench_replication</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pgbench -i -p 9999 bench_replication</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600"/>
              <a:t>Contra cada nodo: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for port in 5432 5433 5434; 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    echo $port</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    for table_name in branches tellers accounts history; 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       echo $table_name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       psql -c "SELECT count(*) FROM $table_name" \</a:t>
            </a:r>
            <a:br>
              <a:rPr lang="es-VE" altLang="es-ES" sz="1800" b="1">
                <a:solidFill>
                  <a:srgbClr val="FFFF00"/>
                </a:solidFill>
              </a:rPr>
            </a:br>
            <a:r>
              <a:rPr lang="es-VE" altLang="es-ES" sz="1800" b="1">
                <a:solidFill>
                  <a:srgbClr val="FFFF00"/>
                </a:solidFill>
              </a:rPr>
              <a:t>             -p $port bench_replication</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   done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00"/>
                </a:solidFill>
              </a:rPr>
              <a:t>done</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a:extLst>
              <a:ext uri="{FF2B5EF4-FFF2-40B4-BE49-F238E27FC236}">
                <a16:creationId xmlns:a16="http://schemas.microsoft.com/office/drawing/2014/main" id="{C817E9DD-602A-99B4-2CEA-15EA0A4754B4}"/>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Modo Paralelo</a:t>
            </a:r>
          </a:p>
        </p:txBody>
      </p:sp>
      <p:sp>
        <p:nvSpPr>
          <p:cNvPr id="44034" name="Rectangle 2">
            <a:extLst>
              <a:ext uri="{FF2B5EF4-FFF2-40B4-BE49-F238E27FC236}">
                <a16:creationId xmlns:a16="http://schemas.microsoft.com/office/drawing/2014/main" id="{8DFE31D8-1AB2-7585-6BA4-72E100D0F336}"/>
              </a:ext>
            </a:extLst>
          </p:cNvPr>
          <p:cNvSpPr>
            <a:spLocks noGrp="1" noChangeArrowheads="1"/>
          </p:cNvSpPr>
          <p:nvPr>
            <p:ph type="body" idx="4294967295"/>
          </p:nvPr>
        </p:nvSpPr>
        <p:spPr>
          <a:xfrm>
            <a:off x="530225" y="1868488"/>
            <a:ext cx="9070975" cy="5230812"/>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En postgresl.conf:</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listen_addresses = '*'</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En pgpool.conf:</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parallel_mode = true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replication_mode = false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load_balance_mode = true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system_db_hostname = 'localhost', system_db_port = 5432</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b="1">
                <a:solidFill>
                  <a:srgbClr val="FFFF00"/>
                </a:solidFill>
              </a:rPr>
              <a:t>system_db_dbname = 'pgpool', system_db_schema = 'pgpool_catalog', system_db_user = 'pgpool', system_db_password = ''</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Como postgres o superusuario: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createuser -p 5432 pgpool</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createdb -p 5432 -O pgpool pgpool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a:extLst>
              <a:ext uri="{FF2B5EF4-FFF2-40B4-BE49-F238E27FC236}">
                <a16:creationId xmlns:a16="http://schemas.microsoft.com/office/drawing/2014/main" id="{1AD75908-EA66-9621-82E6-F33CC1DFDC1E}"/>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Modo Paralelo</a:t>
            </a:r>
          </a:p>
        </p:txBody>
      </p:sp>
      <p:sp>
        <p:nvSpPr>
          <p:cNvPr id="45058" name="Rectangle 2">
            <a:extLst>
              <a:ext uri="{FF2B5EF4-FFF2-40B4-BE49-F238E27FC236}">
                <a16:creationId xmlns:a16="http://schemas.microsoft.com/office/drawing/2014/main" id="{94DA53D1-F94B-48B8-7327-C30D3147A0D2}"/>
              </a:ext>
            </a:extLst>
          </p:cNvPr>
          <p:cNvSpPr>
            <a:spLocks noGrp="1" noChangeArrowheads="1"/>
          </p:cNvSpPr>
          <p:nvPr>
            <p:ph type="body" idx="4294967295"/>
          </p:nvPr>
        </p:nvSpPr>
        <p:spPr>
          <a:xfrm>
            <a:off x="530225" y="1868488"/>
            <a:ext cx="9070975" cy="5894387"/>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Habilitar los dblinks: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USE_PGXS=1 make -C contrib/dblink</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USE_PGXS=1 make -C contrib/dblink install</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psql -f /usr/local/pgsql/share/contrib/dblink.sql -p 5432 pgpool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la tabla de distribución dist_table:</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psql -f /usr/share/pgpool-II/system_db.sql -p 5432 -U pgpool pgpool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las reglas de distribución (Ver manual).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las reglas de replicación (Ver manual).</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a:solidFill>
                <a:srgbClr val="008000"/>
              </a:solidFill>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a:extLst>
              <a:ext uri="{FF2B5EF4-FFF2-40B4-BE49-F238E27FC236}">
                <a16:creationId xmlns:a16="http://schemas.microsoft.com/office/drawing/2014/main" id="{C6981EC7-E279-CF50-F5F0-8BB634F34BC4}"/>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Chequear Paralelización</a:t>
            </a:r>
          </a:p>
        </p:txBody>
      </p:sp>
      <p:sp>
        <p:nvSpPr>
          <p:cNvPr id="46082" name="Rectangle 2">
            <a:extLst>
              <a:ext uri="{FF2B5EF4-FFF2-40B4-BE49-F238E27FC236}">
                <a16:creationId xmlns:a16="http://schemas.microsoft.com/office/drawing/2014/main" id="{FEF6DB1C-A948-4304-C576-61745723AA3A}"/>
              </a:ext>
            </a:extLst>
          </p:cNvPr>
          <p:cNvSpPr>
            <a:spLocks noGrp="1" noChangeArrowheads="1"/>
          </p:cNvSpPr>
          <p:nvPr>
            <p:ph type="body" idx="4294967295"/>
          </p:nvPr>
        </p:nvSpPr>
        <p:spPr>
          <a:xfrm>
            <a:off x="503238" y="2165350"/>
            <a:ext cx="9070975" cy="5056188"/>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A través de pgpool (Scaling factor 3):</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createdb -p 9999 bench_parallel</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pgbench -i -s 3 -p 9999 bench_parallel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Contra cada nodo: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for port in 5432 5433 5434; 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echo $port</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for table_name in branches tellers accounts history; do</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echo $table_name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psql -c "SELECT min(aid), max(aid) \</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FROM accounts" -p $port bench_parallel</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   done</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solidFill>
                  <a:srgbClr val="FFFF00"/>
                </a:solidFill>
              </a:rPr>
              <a:t>done</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
            <a:extLst>
              <a:ext uri="{FF2B5EF4-FFF2-40B4-BE49-F238E27FC236}">
                <a16:creationId xmlns:a16="http://schemas.microsoft.com/office/drawing/2014/main" id="{7572ACA4-2B69-5E84-9640-50652983CAB0}"/>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en la Replicación</a:t>
            </a:r>
          </a:p>
        </p:txBody>
      </p:sp>
      <p:sp>
        <p:nvSpPr>
          <p:cNvPr id="47106" name="Rectangle 2">
            <a:extLst>
              <a:ext uri="{FF2B5EF4-FFF2-40B4-BE49-F238E27FC236}">
                <a16:creationId xmlns:a16="http://schemas.microsoft.com/office/drawing/2014/main" id="{AE56C297-6234-C7B5-7C76-B85F42253C93}"/>
              </a:ext>
            </a:extLst>
          </p:cNvPr>
          <p:cNvSpPr>
            <a:spLocks noGrp="1" noChangeArrowheads="1"/>
          </p:cNvSpPr>
          <p:nvPr>
            <p:ph type="body" idx="4294967295"/>
          </p:nvPr>
        </p:nvSpPr>
        <p:spPr>
          <a:xfrm>
            <a:off x="503238" y="2165350"/>
            <a:ext cx="9070975" cy="489902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t>Funciones:</a:t>
            </a:r>
          </a:p>
          <a:p>
            <a:pPr lvl="1" algn="just">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No hay garantía de que los metadatos tales como: número aleatorios, TRX Id, OID, SERIALES, SECUENCIAS, CURRENT_TIMESTAMP sean replicados correctamente.</a:t>
            </a:r>
          </a:p>
          <a:p>
            <a:pPr lvl="1" algn="just">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Estas restricciones deben y puede ser manejadas generalmente por el programador a nivel de aplicación.</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a:extLst>
              <a:ext uri="{FF2B5EF4-FFF2-40B4-BE49-F238E27FC236}">
                <a16:creationId xmlns:a16="http://schemas.microsoft.com/office/drawing/2014/main" id="{B96EA275-1BC7-3CFC-7803-60E76D7E6D92}"/>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en la Paralelización</a:t>
            </a:r>
          </a:p>
        </p:txBody>
      </p:sp>
      <p:sp>
        <p:nvSpPr>
          <p:cNvPr id="48130" name="Rectangle 2">
            <a:extLst>
              <a:ext uri="{FF2B5EF4-FFF2-40B4-BE49-F238E27FC236}">
                <a16:creationId xmlns:a16="http://schemas.microsoft.com/office/drawing/2014/main" id="{A1DB7006-3FAD-A61F-136E-EFEBD8C54604}"/>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INSERT INTO t(x) VALUES (DEFAULT);</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INSERT INTO t(x) VALUES (func());</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SELECT INTO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INSERT INTO ... SELECT</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INSERT debe tener constantes en la clave de particionamiento.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se deben actualizar las Claves (Primarias) de las tablas particionadas (No hay particionado automático). </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a:extLst>
              <a:ext uri="{FF2B5EF4-FFF2-40B4-BE49-F238E27FC236}">
                <a16:creationId xmlns:a16="http://schemas.microsoft.com/office/drawing/2014/main" id="{21BB19AE-0002-7112-A85F-07AFB37C2F39}"/>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en la Paralelización</a:t>
            </a:r>
          </a:p>
        </p:txBody>
      </p:sp>
      <p:sp>
        <p:nvSpPr>
          <p:cNvPr id="49154" name="Rectangle 2">
            <a:extLst>
              <a:ext uri="{FF2B5EF4-FFF2-40B4-BE49-F238E27FC236}">
                <a16:creationId xmlns:a16="http://schemas.microsoft.com/office/drawing/2014/main" id="{7BAEAD09-9D5D-AE42-82E9-EF890A203484}"/>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COPY *</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SELECT ... FOR UPDATE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ALTER/CREATE TABLE, si se cambian las reglas de particionado debe reiniciarse pgpool para que las cargue.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SELECT dentro de transacciones serán ejecutados en una transacción aparte.</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JOIN entre nodos.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VIEW sólo entre tablas del mismo nodo, particionadas o no, ciertas condiciones aplican.</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a:extLst>
              <a:ext uri="{FF2B5EF4-FFF2-40B4-BE49-F238E27FC236}">
                <a16:creationId xmlns:a16="http://schemas.microsoft.com/office/drawing/2014/main" id="{9CF74246-182F-0D73-39A1-5F774777E283}"/>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en la Paralelización</a:t>
            </a:r>
          </a:p>
        </p:txBody>
      </p:sp>
      <p:sp>
        <p:nvSpPr>
          <p:cNvPr id="50178" name="Rectangle 2">
            <a:extLst>
              <a:ext uri="{FF2B5EF4-FFF2-40B4-BE49-F238E27FC236}">
                <a16:creationId xmlns:a16="http://schemas.microsoft.com/office/drawing/2014/main" id="{5F8AB2A7-40A8-C412-D533-AFA92CBD7205}"/>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protocolo de consultas extendidas de JDBC no es soportado por pgpool.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enconding del cliente, la base de datos y la base de datos del sistema debe ser la misma... Ups... LATIN1 != UTF8</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No... Consultas con múltiples instrucciones.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No se detectan deadlock para SELECT ... FOR UPDATE. Mejor no utilizar.</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a:extLst>
              <a:ext uri="{FF2B5EF4-FFF2-40B4-BE49-F238E27FC236}">
                <a16:creationId xmlns:a16="http://schemas.microsoft.com/office/drawing/2014/main" id="{5F4E10DE-2B40-28F4-5A2F-D47652E52B05}"/>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en la Paralelización</a:t>
            </a:r>
          </a:p>
        </p:txBody>
      </p:sp>
      <p:sp>
        <p:nvSpPr>
          <p:cNvPr id="51202" name="Rectangle 2">
            <a:extLst>
              <a:ext uri="{FF2B5EF4-FFF2-40B4-BE49-F238E27FC236}">
                <a16:creationId xmlns:a16="http://schemas.microsoft.com/office/drawing/2014/main" id="{7CF34FDF-4FA8-D7BA-318D-F692CD7A354F}"/>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Los objetos fuera del esquema publico deben ser calificado completo (i.e. esquema.objeto), el esquema correcto no puede ser determinado si se ha utilizado set search_path = xxx y no se especifica el esquema para cada objeto de la consulta.</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nombre de una tabla o columna no puede empezar por pool_, cuando pgpool procesa el SQL sustituye el valor por una constante especial.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a:extLst>
              <a:ext uri="{FF2B5EF4-FFF2-40B4-BE49-F238E27FC236}">
                <a16:creationId xmlns:a16="http://schemas.microsoft.com/office/drawing/2014/main" id="{21DAF380-B06B-300E-644F-FE1F3F2EA7ED}"/>
              </a:ext>
            </a:extLst>
          </p:cNvPr>
          <p:cNvSpPr>
            <a:spLocks noGrp="1" noChangeArrowheads="1"/>
          </p:cNvSpPr>
          <p:nvPr>
            <p:ph type="title" idx="4294967295"/>
          </p:nvPr>
        </p:nvSpPr>
        <p:spPr>
          <a:xfrm>
            <a:off x="503238" y="307975"/>
            <a:ext cx="9070975" cy="125095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Restricciones de la Base de datos del Sistema</a:t>
            </a:r>
          </a:p>
        </p:txBody>
      </p:sp>
      <p:sp>
        <p:nvSpPr>
          <p:cNvPr id="52226" name="Rectangle 2">
            <a:extLst>
              <a:ext uri="{FF2B5EF4-FFF2-40B4-BE49-F238E27FC236}">
                <a16:creationId xmlns:a16="http://schemas.microsoft.com/office/drawing/2014/main" id="{51BD15E4-340A-DB38-9B4F-200879F48551}"/>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Sólo se puede definir una columna clave de particionado para una tabla, condiciones tales como 'x' or 'y' no se permiten.</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El cache de consultas debe ser eliminado manualmente, no se invalida el cache cuando nuevos datos son almacenados.</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a:extLst>
              <a:ext uri="{FF2B5EF4-FFF2-40B4-BE49-F238E27FC236}">
                <a16:creationId xmlns:a16="http://schemas.microsoft.com/office/drawing/2014/main" id="{8C51B4BA-CFFD-BDC0-68AE-33FA54634393}"/>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Pg-pool II – Comandos</a:t>
            </a:r>
          </a:p>
        </p:txBody>
      </p:sp>
      <p:sp>
        <p:nvSpPr>
          <p:cNvPr id="53250" name="Rectangle 2">
            <a:extLst>
              <a:ext uri="{FF2B5EF4-FFF2-40B4-BE49-F238E27FC236}">
                <a16:creationId xmlns:a16="http://schemas.microsoft.com/office/drawing/2014/main" id="{28C6FDED-9A4F-1923-8197-02C66E401B49}"/>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Argumentos de los comandos pg-pool:</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Time Out en segundos, Servidor, Puerto, Usuario PGP, Contraseña PGP.</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Lista de comandos: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pcp_node_count, pcp_node_info, pcp_proc_count, pcp_proc_info, pcp_systemdb_info, pcp_detach_node, pcp_attach_node, pcp_stop_pgpool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a:extLst>
              <a:ext uri="{FF2B5EF4-FFF2-40B4-BE49-F238E27FC236}">
                <a16:creationId xmlns:a16="http://schemas.microsoft.com/office/drawing/2014/main" id="{54111D76-2998-8DCD-DD89-683131DDA7EB}"/>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Asynchronus Multimaster Replication</a:t>
            </a:r>
          </a:p>
        </p:txBody>
      </p:sp>
      <p:sp>
        <p:nvSpPr>
          <p:cNvPr id="54274" name="Rectangle 2">
            <a:extLst>
              <a:ext uri="{FF2B5EF4-FFF2-40B4-BE49-F238E27FC236}">
                <a16:creationId xmlns:a16="http://schemas.microsoft.com/office/drawing/2014/main" id="{4DE6341C-3F22-B488-7897-43BEF6E65365}"/>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Para servidores que no están constantemente en línea (Servidores remotos, laptop, etc.) mantener la data consistente es todo un reto.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Periódicamente los servidores se comunican entre sí y resuelven los conflictos a través de las reglas programadas por los usuarios (o redes neuronales).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No hay una implementación práctica.</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a:extLst>
              <a:ext uri="{FF2B5EF4-FFF2-40B4-BE49-F238E27FC236}">
                <a16:creationId xmlns:a16="http://schemas.microsoft.com/office/drawing/2014/main" id="{C559D0D6-5650-1E56-067D-B8E24494BAE2}"/>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Synchronus Multimaster Replication</a:t>
            </a:r>
          </a:p>
        </p:txBody>
      </p:sp>
      <p:sp>
        <p:nvSpPr>
          <p:cNvPr id="55298" name="Rectangle 2">
            <a:extLst>
              <a:ext uri="{FF2B5EF4-FFF2-40B4-BE49-F238E27FC236}">
                <a16:creationId xmlns:a16="http://schemas.microsoft.com/office/drawing/2014/main" id="{02F5E688-4B79-9977-3ABA-A9FCB11BAD33}"/>
              </a:ext>
            </a:extLst>
          </p:cNvPr>
          <p:cNvSpPr>
            <a:spLocks noGrp="1" noChangeArrowheads="1"/>
          </p:cNvSpPr>
          <p:nvPr>
            <p:ph type="body" idx="4294967295"/>
          </p:nvPr>
        </p:nvSpPr>
        <p:spPr>
          <a:xfrm>
            <a:off x="503238" y="2165350"/>
            <a:ext cx="9070975" cy="9385300"/>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Algunas implementaciones utilizan discos compartidos para evitar al sobrecarga de la red.</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No hay necesidad de particionar las cargas de trabajo entre los servidores maestros y esclavos.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Tampoco existen problemas con las funciones no determinísticas porque los cambios son replicados entre todos.</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PostgreSQL no ofrece esto, sin embargo, puede utilizar el esquema de transacciones PREPARADAS para implementarlo.</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a:extLst>
              <a:ext uri="{FF2B5EF4-FFF2-40B4-BE49-F238E27FC236}">
                <a16:creationId xmlns:a16="http://schemas.microsoft.com/office/drawing/2014/main" id="{8392FE34-BEBA-58DE-5CE2-D4E0386E7E7A}"/>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Synchronus Multimaster Replication</a:t>
            </a:r>
          </a:p>
        </p:txBody>
      </p:sp>
      <p:sp>
        <p:nvSpPr>
          <p:cNvPr id="56322" name="Rectangle 2">
            <a:extLst>
              <a:ext uri="{FF2B5EF4-FFF2-40B4-BE49-F238E27FC236}">
                <a16:creationId xmlns:a16="http://schemas.microsoft.com/office/drawing/2014/main" id="{E4884E37-1FB1-0B32-17F2-9C69C2CEDEFF}"/>
              </a:ext>
            </a:extLst>
          </p:cNvPr>
          <p:cNvSpPr>
            <a:spLocks noGrp="1" noChangeArrowheads="1"/>
          </p:cNvSpPr>
          <p:nvPr>
            <p:ph type="body" idx="4294967295"/>
          </p:nvPr>
        </p:nvSpPr>
        <p:spPr>
          <a:xfrm>
            <a:off x="530225" y="1938338"/>
            <a:ext cx="9070975" cy="5148262"/>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Todos los servidores aceptar peticiones de escritura pero los cambios son transmitidos a todos los servidores antes de hacer COMMIT.</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Las consultas de lectura pueden ser enviadas a cualquier servidor.</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800"/>
              <a:t>Mucha escritura puede causar bloqueos, lo cual, trae como consecuencia bajo desempeño en todos los nodos.  De hecho, en este ambiente las escrituras funciona peor que un servidor sólo.</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a:extLst>
              <a:ext uri="{FF2B5EF4-FFF2-40B4-BE49-F238E27FC236}">
                <a16:creationId xmlns:a16="http://schemas.microsoft.com/office/drawing/2014/main" id="{C0666F37-DDAB-D308-D98C-F5F62A3978EE}"/>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Soluciones Comerciales</a:t>
            </a:r>
          </a:p>
        </p:txBody>
      </p:sp>
      <p:sp>
        <p:nvSpPr>
          <p:cNvPr id="57346" name="Rectangle 2">
            <a:extLst>
              <a:ext uri="{FF2B5EF4-FFF2-40B4-BE49-F238E27FC236}">
                <a16:creationId xmlns:a16="http://schemas.microsoft.com/office/drawing/2014/main" id="{D445BABB-C4D9-21A9-9098-ADD340AA1A9F}"/>
              </a:ext>
            </a:extLst>
          </p:cNvPr>
          <p:cNvSpPr>
            <a:spLocks noGrp="1" noChangeArrowheads="1"/>
          </p:cNvSpPr>
          <p:nvPr>
            <p:ph type="body" idx="4294967295"/>
          </p:nvPr>
        </p:nvSpPr>
        <p:spPr>
          <a:xfrm>
            <a:off x="503238" y="2165350"/>
            <a:ext cx="9070975" cy="4899025"/>
          </a:xfrm>
          <a:ln/>
        </p:spPr>
        <p:txBody>
          <a:bodyPr/>
          <a:lstStyle/>
          <a:p>
            <a:pPr algn="just">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Debido a que PostgreSQL es de código abierto bajo la licencia BSD, muchas empresas han tomado su código y generado muchas soluciones comerciales con características especiales.</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
            <a:extLst>
              <a:ext uri="{FF2B5EF4-FFF2-40B4-BE49-F238E27FC236}">
                <a16:creationId xmlns:a16="http://schemas.microsoft.com/office/drawing/2014/main" id="{374D28EF-67A6-1CEE-CB00-CCB466CBFF99}"/>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Comparación de Alternativas</a:t>
            </a:r>
          </a:p>
        </p:txBody>
      </p:sp>
      <p:pic>
        <p:nvPicPr>
          <p:cNvPr id="58370" name="Picture 2">
            <a:extLst>
              <a:ext uri="{FF2B5EF4-FFF2-40B4-BE49-F238E27FC236}">
                <a16:creationId xmlns:a16="http://schemas.microsoft.com/office/drawing/2014/main" id="{3DBFC523-D74E-1617-96B9-50AE2D04D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688" y="2092325"/>
            <a:ext cx="8977312" cy="4470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
            <a:extLst>
              <a:ext uri="{FF2B5EF4-FFF2-40B4-BE49-F238E27FC236}">
                <a16:creationId xmlns:a16="http://schemas.microsoft.com/office/drawing/2014/main" id="{1C6687EF-119A-5F2B-BFF5-072F5E6A4B8E}"/>
              </a:ext>
            </a:extLst>
          </p:cNvPr>
          <p:cNvSpPr>
            <a:spLocks noGrp="1" noChangeArrowheads="1"/>
          </p:cNvSpPr>
          <p:nvPr>
            <p:ph type="subTitle" idx="4294967295"/>
          </p:nvPr>
        </p:nvSpPr>
        <p:spPr>
          <a:xfrm>
            <a:off x="503238" y="685800"/>
            <a:ext cx="9070975" cy="6072188"/>
          </a:xfrm>
          <a:ln/>
        </p:spPr>
        <p:txBody>
          <a:bodyPr anchor="ctr"/>
          <a:lstStyle/>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t>Alta Disponibilidad, Balanceo de Carga y </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b="1"/>
              <a:t>Replicación de Sitios Web en Linux</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b="1"/>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Ing. Olaf Reitmaier Veracierta</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2000"/>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Caracas, Venezuela</a:t>
            </a:r>
          </a:p>
          <a:p>
            <a:pPr marL="0" indent="0" algn="ctr">
              <a:spcAft>
                <a:spcPct val="0"/>
              </a:spcAft>
              <a:buClr>
                <a:srgbClr val="000000"/>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000"/>
              <a:t>Enero de 2008 - Julio 2009</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a:extLst>
              <a:ext uri="{FF2B5EF4-FFF2-40B4-BE49-F238E27FC236}">
                <a16:creationId xmlns:a16="http://schemas.microsoft.com/office/drawing/2014/main" id="{F92C2234-1EE6-AE9B-7705-61328E631AAE}"/>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0418" name="Rectangle 2">
            <a:extLst>
              <a:ext uri="{FF2B5EF4-FFF2-40B4-BE49-F238E27FC236}">
                <a16:creationId xmlns:a16="http://schemas.microsoft.com/office/drawing/2014/main" id="{A7865049-43FC-C468-7249-786DA3B9B4B2}"/>
              </a:ext>
            </a:extLst>
          </p:cNvPr>
          <p:cNvSpPr>
            <a:spLocks noGrp="1" noChangeArrowheads="1"/>
          </p:cNvSpPr>
          <p:nvPr>
            <p:ph type="body" idx="4294967295"/>
          </p:nvPr>
        </p:nvSpPr>
        <p:spPr>
          <a:xfrm>
            <a:off x="503238" y="2165350"/>
            <a:ext cx="9070975" cy="489902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solidFill>
                  <a:srgbClr val="FFFF99"/>
                </a:solidFill>
              </a:rPr>
              <a:t>Apache 1: </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99"/>
                </a:solidFill>
              </a:rPr>
              <a:t>192.168.0.101</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solidFill>
                  <a:srgbClr val="FFFF99"/>
                </a:solidFill>
              </a:rPr>
              <a:t>Apache 2: </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99"/>
                </a:solidFill>
              </a:rPr>
              <a:t>192.168.0.102</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solidFill>
                  <a:srgbClr val="FFFF99"/>
                </a:solidFill>
              </a:rPr>
              <a:t>Balanceador 1:</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99"/>
                </a:solidFill>
              </a:rPr>
              <a:t>192.168.0.103</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solidFill>
                  <a:srgbClr val="FFFF99"/>
                </a:solidFill>
              </a:rPr>
              <a:t>Balanceador 2:</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99"/>
                </a:solidFill>
              </a:rPr>
              <a:t>192.168.0.104 </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b="1">
                <a:solidFill>
                  <a:srgbClr val="FFFF99"/>
                </a:solidFill>
              </a:rPr>
              <a:t>IP Virtua:</a:t>
            </a:r>
          </a:p>
          <a:p>
            <a:pPr lvl="1">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2200">
                <a:solidFill>
                  <a:srgbClr val="FFFF99"/>
                </a:solidFill>
              </a:rPr>
              <a:t>192.168.0.105</a:t>
            </a:r>
          </a:p>
        </p:txBody>
      </p:sp>
      <p:pic>
        <p:nvPicPr>
          <p:cNvPr id="60419" name="Picture 3">
            <a:extLst>
              <a:ext uri="{FF2B5EF4-FFF2-40B4-BE49-F238E27FC236}">
                <a16:creationId xmlns:a16="http://schemas.microsoft.com/office/drawing/2014/main" id="{C0D60146-8970-4F56-A0EF-C264FFDC8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708150"/>
            <a:ext cx="5715000" cy="5257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
            <a:extLst>
              <a:ext uri="{FF2B5EF4-FFF2-40B4-BE49-F238E27FC236}">
                <a16:creationId xmlns:a16="http://schemas.microsoft.com/office/drawing/2014/main" id="{9E7EB1A1-A988-E8AF-F59F-CA27857738ED}"/>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1442" name="Rectangle 2">
            <a:extLst>
              <a:ext uri="{FF2B5EF4-FFF2-40B4-BE49-F238E27FC236}">
                <a16:creationId xmlns:a16="http://schemas.microsoft.com/office/drawing/2014/main" id="{94CEBFCB-D915-C837-DAB4-A369B087B6AD}"/>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 (lb1, lb2):</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apt-get install ipvsadm</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Rules on boot? No</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Daemon method? None</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Habilitar el reenvío de paquetes</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/etc/sysctl.conf</a:t>
            </a:r>
          </a:p>
          <a:p>
            <a:pPr lvl="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net.ipv4.ip_forward = 1</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sysctl -p</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a:extLst>
              <a:ext uri="{FF2B5EF4-FFF2-40B4-BE49-F238E27FC236}">
                <a16:creationId xmlns:a16="http://schemas.microsoft.com/office/drawing/2014/main" id="{3D217356-D3DA-489F-C9BA-00981E3F8013}"/>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2466" name="Rectangle 2">
            <a:extLst>
              <a:ext uri="{FF2B5EF4-FFF2-40B4-BE49-F238E27FC236}">
                <a16:creationId xmlns:a16="http://schemas.microsoft.com/office/drawing/2014/main" id="{A820CD51-F498-0C1A-A72F-9B480673B07A}"/>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apt-get install heartbeat</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Nombres lb1 y lb2 son iguales a </a:t>
            </a:r>
            <a:r>
              <a:rPr lang="es-VE" altLang="es-ES" b="1">
                <a:solidFill>
                  <a:srgbClr val="FFFF99"/>
                </a:solidFill>
              </a:rPr>
              <a:t>uname -n</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el archiv /etc/ha.d/ha.cf:</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logfacility        local0</a:t>
            </a:r>
            <a:br>
              <a:rPr lang="es-VE" altLang="es-ES" sz="1400" b="1">
                <a:solidFill>
                  <a:srgbClr val="FFFF99"/>
                </a:solidFill>
              </a:rPr>
            </a:br>
            <a:r>
              <a:rPr lang="es-VE" altLang="es-ES" sz="1400" b="1">
                <a:solidFill>
                  <a:srgbClr val="FFFF99"/>
                </a:solidFill>
              </a:rPr>
              <a:t>bcast        eth0                </a:t>
            </a:r>
            <a:br>
              <a:rPr lang="es-VE" altLang="es-ES" sz="1400" b="1">
                <a:solidFill>
                  <a:srgbClr val="FFFF99"/>
                </a:solidFill>
              </a:rPr>
            </a:br>
            <a:r>
              <a:rPr lang="es-VE" altLang="es-ES" sz="1400" b="1">
                <a:solidFill>
                  <a:srgbClr val="FFFF99"/>
                </a:solidFill>
              </a:rPr>
              <a:t>mcast eth0 225.0.0.1 694 1 0</a:t>
            </a:r>
            <a:br>
              <a:rPr lang="es-VE" altLang="es-ES" sz="1400" b="1">
                <a:solidFill>
                  <a:srgbClr val="FFFF99"/>
                </a:solidFill>
              </a:rPr>
            </a:br>
            <a:r>
              <a:rPr lang="es-VE" altLang="es-ES" sz="1400" b="1">
                <a:solidFill>
                  <a:srgbClr val="FFFF99"/>
                </a:solidFill>
              </a:rPr>
              <a:t>auto_failback off</a:t>
            </a:r>
            <a:br>
              <a:rPr lang="es-VE" altLang="es-ES" sz="1400" b="1">
                <a:solidFill>
                  <a:srgbClr val="FFFF99"/>
                </a:solidFill>
              </a:rPr>
            </a:br>
            <a:r>
              <a:rPr lang="es-VE" altLang="es-ES" sz="1400" b="1">
                <a:solidFill>
                  <a:srgbClr val="FFFF99"/>
                </a:solidFill>
              </a:rPr>
              <a:t>node        lb1</a:t>
            </a:r>
            <a:br>
              <a:rPr lang="es-VE" altLang="es-ES" sz="1400" b="1">
                <a:solidFill>
                  <a:srgbClr val="FFFF99"/>
                </a:solidFill>
              </a:rPr>
            </a:br>
            <a:r>
              <a:rPr lang="es-VE" altLang="es-ES" sz="1400" b="1">
                <a:solidFill>
                  <a:srgbClr val="FFFF99"/>
                </a:solidFill>
              </a:rPr>
              <a:t>node        lb2</a:t>
            </a:r>
            <a:br>
              <a:rPr lang="es-VE" altLang="es-ES" sz="1400" b="1">
                <a:solidFill>
                  <a:srgbClr val="FFFF99"/>
                </a:solidFill>
              </a:rPr>
            </a:br>
            <a:r>
              <a:rPr lang="es-VE" altLang="es-ES" sz="1400" b="1">
                <a:solidFill>
                  <a:srgbClr val="FFFF99"/>
                </a:solidFill>
              </a:rPr>
              <a:t>respawn hacluster /usr/lib/heartbeat/ipfail</a:t>
            </a:r>
            <a:br>
              <a:rPr lang="es-VE" altLang="es-ES" sz="1400" b="1">
                <a:solidFill>
                  <a:srgbClr val="FFFF99"/>
                </a:solidFill>
              </a:rPr>
            </a:br>
            <a:r>
              <a:rPr lang="es-VE" altLang="es-ES" sz="1400" b="1">
                <a:solidFill>
                  <a:srgbClr val="FFFF99"/>
                </a:solidFill>
              </a:rPr>
              <a:t>apiauth ipfail gid=haclient uid=hacluster</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1400" b="1"/>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
            <a:extLst>
              <a:ext uri="{FF2B5EF4-FFF2-40B4-BE49-F238E27FC236}">
                <a16:creationId xmlns:a16="http://schemas.microsoft.com/office/drawing/2014/main" id="{97CE90DB-9BD1-55B2-23C7-2E654DB1A6DD}"/>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3490" name="Rectangle 2">
            <a:extLst>
              <a:ext uri="{FF2B5EF4-FFF2-40B4-BE49-F238E27FC236}">
                <a16:creationId xmlns:a16="http://schemas.microsoft.com/office/drawing/2014/main" id="{B55B9F00-3619-EC52-9D00-B44DAF2CE135}"/>
              </a:ext>
            </a:extLst>
          </p:cNvPr>
          <p:cNvSpPr>
            <a:spLocks noGrp="1" noChangeArrowheads="1"/>
          </p:cNvSpPr>
          <p:nvPr>
            <p:ph type="body" idx="4294967295"/>
          </p:nvPr>
        </p:nvSpPr>
        <p:spPr>
          <a:xfrm>
            <a:off x="503238" y="2063750"/>
            <a:ext cx="9070975" cy="5022850"/>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el archivo /etc/ha.d/authkeys</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auth 3</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3 md5 “somerandomstring”</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el archiv /etc/ha.d/haresources:</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lb1        \</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        ldirectord::ldirectord.cf \</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        LVSSyncDaemonSwap::master \</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        Ipaddr2::192.168.0.105/24/eth0/192.168.0.255</a:t>
            </a:r>
          </a:p>
          <a:p>
            <a:pPr algn="ct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1400" b="1">
              <a:solidFill>
                <a:srgbClr val="FFFF99"/>
              </a:solidFill>
            </a:endParaRP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1400" b="1"/>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
            <a:extLst>
              <a:ext uri="{FF2B5EF4-FFF2-40B4-BE49-F238E27FC236}">
                <a16:creationId xmlns:a16="http://schemas.microsoft.com/office/drawing/2014/main" id="{730334A9-CB82-2DD9-D070-A82E4670BA00}"/>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4514" name="Rectangle 2">
            <a:extLst>
              <a:ext uri="{FF2B5EF4-FFF2-40B4-BE49-F238E27FC236}">
                <a16:creationId xmlns:a16="http://schemas.microsoft.com/office/drawing/2014/main" id="{B787FD34-AC05-0430-1012-CD339686B9E8}"/>
              </a:ext>
            </a:extLst>
          </p:cNvPr>
          <p:cNvSpPr>
            <a:spLocks noGrp="1" noChangeArrowheads="1"/>
          </p:cNvSpPr>
          <p:nvPr>
            <p:ph type="body" idx="4294967295"/>
          </p:nvPr>
        </p:nvSpPr>
        <p:spPr>
          <a:xfrm>
            <a:off x="503238" y="2063750"/>
            <a:ext cx="9070975" cy="5113338"/>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apt-get install ldirectord</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Checktimeout=10</a:t>
            </a:r>
            <a:br>
              <a:rPr lang="es-VE" altLang="es-ES" sz="1400" b="1">
                <a:solidFill>
                  <a:srgbClr val="FFFF99"/>
                </a:solidFill>
              </a:rPr>
            </a:br>
            <a:r>
              <a:rPr lang="es-VE" altLang="es-ES" sz="1400" b="1">
                <a:solidFill>
                  <a:srgbClr val="FFFF99"/>
                </a:solidFill>
              </a:rPr>
              <a:t>checkinterval=2</a:t>
            </a:r>
            <a:br>
              <a:rPr lang="es-VE" altLang="es-ES" sz="1400" b="1">
                <a:solidFill>
                  <a:srgbClr val="FFFF99"/>
                </a:solidFill>
              </a:rPr>
            </a:br>
            <a:r>
              <a:rPr lang="es-VE" altLang="es-ES" sz="1400" b="1">
                <a:solidFill>
                  <a:srgbClr val="FFFF99"/>
                </a:solidFill>
              </a:rPr>
              <a:t>autoreload=no</a:t>
            </a:r>
            <a:br>
              <a:rPr lang="es-VE" altLang="es-ES" sz="1400" b="1">
                <a:solidFill>
                  <a:srgbClr val="FFFF99"/>
                </a:solidFill>
              </a:rPr>
            </a:br>
            <a:r>
              <a:rPr lang="es-VE" altLang="es-ES" sz="1400" b="1">
                <a:solidFill>
                  <a:srgbClr val="FFFF99"/>
                </a:solidFill>
              </a:rPr>
              <a:t>logfile="local0"</a:t>
            </a:r>
            <a:br>
              <a:rPr lang="es-VE" altLang="es-ES" sz="1400" b="1">
                <a:solidFill>
                  <a:srgbClr val="FFFF99"/>
                </a:solidFill>
              </a:rPr>
            </a:br>
            <a:r>
              <a:rPr lang="es-VE" altLang="es-ES" sz="1400" b="1">
                <a:solidFill>
                  <a:srgbClr val="FFFF99"/>
                </a:solidFill>
              </a:rPr>
              <a:t>quiescent=yes</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400" b="1">
                <a:solidFill>
                  <a:srgbClr val="FFFF99"/>
                </a:solidFill>
              </a:rPr>
              <a:t>Virtual=192.168.0.105:80</a:t>
            </a:r>
            <a:br>
              <a:rPr lang="es-VE" altLang="es-ES" sz="1400" b="1">
                <a:solidFill>
                  <a:srgbClr val="FFFF99"/>
                </a:solidFill>
              </a:rPr>
            </a:br>
            <a:r>
              <a:rPr lang="es-VE" altLang="es-ES" sz="1400" b="1">
                <a:solidFill>
                  <a:srgbClr val="FFFF99"/>
                </a:solidFill>
              </a:rPr>
              <a:t>        real=192.168.0.101:80 gate</a:t>
            </a:r>
            <a:br>
              <a:rPr lang="es-VE" altLang="es-ES" sz="1400" b="1">
                <a:solidFill>
                  <a:srgbClr val="FFFF99"/>
                </a:solidFill>
              </a:rPr>
            </a:br>
            <a:r>
              <a:rPr lang="es-VE" altLang="es-ES" sz="1400" b="1">
                <a:solidFill>
                  <a:srgbClr val="FFFF99"/>
                </a:solidFill>
              </a:rPr>
              <a:t>        real=192.168.0.102:80 gate</a:t>
            </a:r>
            <a:br>
              <a:rPr lang="es-VE" altLang="es-ES" sz="1400" b="1">
                <a:solidFill>
                  <a:srgbClr val="FFFF99"/>
                </a:solidFill>
              </a:rPr>
            </a:br>
            <a:r>
              <a:rPr lang="es-VE" altLang="es-ES" sz="1400" b="1">
                <a:solidFill>
                  <a:srgbClr val="FFFF99"/>
                </a:solidFill>
              </a:rPr>
              <a:t>        fallback=127.0.0.1:80 gate</a:t>
            </a:r>
            <a:br>
              <a:rPr lang="es-VE" altLang="es-ES" sz="1400" b="1">
                <a:solidFill>
                  <a:srgbClr val="FFFF99"/>
                </a:solidFill>
              </a:rPr>
            </a:br>
            <a:r>
              <a:rPr lang="es-VE" altLang="es-ES" sz="1400" b="1">
                <a:solidFill>
                  <a:srgbClr val="FFFF99"/>
                </a:solidFill>
              </a:rPr>
              <a:t>        service=http</a:t>
            </a:r>
            <a:br>
              <a:rPr lang="es-VE" altLang="es-ES" sz="1400" b="1">
                <a:solidFill>
                  <a:srgbClr val="FFFF99"/>
                </a:solidFill>
              </a:rPr>
            </a:br>
            <a:r>
              <a:rPr lang="es-VE" altLang="es-ES" sz="1400" b="1">
                <a:solidFill>
                  <a:srgbClr val="FFFF99"/>
                </a:solidFill>
              </a:rPr>
              <a:t>        request="ldirector.html"</a:t>
            </a:r>
            <a:br>
              <a:rPr lang="es-VE" altLang="es-ES" sz="1400" b="1">
                <a:solidFill>
                  <a:srgbClr val="FFFF99"/>
                </a:solidFill>
              </a:rPr>
            </a:br>
            <a:r>
              <a:rPr lang="es-VE" altLang="es-ES" sz="1400" b="1">
                <a:solidFill>
                  <a:srgbClr val="FFFF99"/>
                </a:solidFill>
              </a:rPr>
              <a:t>        receive="Test Page"</a:t>
            </a:r>
            <a:br>
              <a:rPr lang="es-VE" altLang="es-ES" sz="1400" b="1">
                <a:solidFill>
                  <a:srgbClr val="FFFF99"/>
                </a:solidFill>
              </a:rPr>
            </a:br>
            <a:r>
              <a:rPr lang="es-VE" altLang="es-ES" sz="1400" b="1">
                <a:solidFill>
                  <a:srgbClr val="FFFF99"/>
                </a:solidFill>
              </a:rPr>
              <a:t>        scheduler=rr</a:t>
            </a:r>
            <a:br>
              <a:rPr lang="es-VE" altLang="es-ES" sz="1400" b="1">
                <a:solidFill>
                  <a:srgbClr val="FFFF99"/>
                </a:solidFill>
              </a:rPr>
            </a:br>
            <a:r>
              <a:rPr lang="es-VE" altLang="es-ES" sz="1400" b="1">
                <a:solidFill>
                  <a:srgbClr val="FFFF99"/>
                </a:solidFill>
              </a:rPr>
              <a:t>        protocol=tcp</a:t>
            </a:r>
            <a:br>
              <a:rPr lang="es-VE" altLang="es-ES" sz="1400" b="1">
                <a:solidFill>
                  <a:srgbClr val="FFFF99"/>
                </a:solidFill>
              </a:rPr>
            </a:br>
            <a:r>
              <a:rPr lang="es-VE" altLang="es-ES" sz="1400" b="1">
                <a:solidFill>
                  <a:srgbClr val="FFFF99"/>
                </a:solidFill>
              </a:rPr>
              <a:t>        checktype=negotiate</a:t>
            </a:r>
          </a:p>
          <a:p>
            <a:pPr algn="ct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1400" b="1">
              <a:solidFill>
                <a:srgbClr val="FFFF99"/>
              </a:solidFill>
            </a:endParaRP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sz="1400" b="1"/>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
            <a:extLst>
              <a:ext uri="{FF2B5EF4-FFF2-40B4-BE49-F238E27FC236}">
                <a16:creationId xmlns:a16="http://schemas.microsoft.com/office/drawing/2014/main" id="{B985C3F1-739E-AC53-F947-522832C899FC}"/>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5538" name="Rectangle 2">
            <a:extLst>
              <a:ext uri="{FF2B5EF4-FFF2-40B4-BE49-F238E27FC236}">
                <a16:creationId xmlns:a16="http://schemas.microsoft.com/office/drawing/2014/main" id="{488F1F6E-5EA8-EE3D-CA0E-314482404513}"/>
              </a:ext>
            </a:extLst>
          </p:cNvPr>
          <p:cNvSpPr>
            <a:spLocks noGrp="1" noChangeArrowheads="1"/>
          </p:cNvSpPr>
          <p:nvPr>
            <p:ph type="body" idx="4294967295"/>
          </p:nvPr>
        </p:nvSpPr>
        <p:spPr>
          <a:xfrm>
            <a:off x="503238" y="20637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 (Salidas On/Off):</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solidFill>
                  <a:srgbClr val="FFFFCC"/>
                </a:solidFill>
              </a:rPr>
              <a:t>ldirectord ldirectord.cf status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solidFill>
                  <a:srgbClr val="FFFFCC"/>
                </a:solidFill>
              </a:rPr>
              <a:t>ipvsadm -L -n</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t>
            </a:r>
          </a:p>
          <a:p>
            <a:pPr lvl="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solidFill>
                  <a:srgbClr val="FFFFCC"/>
                </a:solidFill>
              </a:rPr>
              <a:t>/etc/ha.d/resource.d/LVSSyncDaemonSwap master status</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1">
            <a:extLst>
              <a:ext uri="{FF2B5EF4-FFF2-40B4-BE49-F238E27FC236}">
                <a16:creationId xmlns:a16="http://schemas.microsoft.com/office/drawing/2014/main" id="{84D47356-2529-2B15-F18B-FAC4249BB081}"/>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6562" name="Rectangle 2">
            <a:extLst>
              <a:ext uri="{FF2B5EF4-FFF2-40B4-BE49-F238E27FC236}">
                <a16:creationId xmlns:a16="http://schemas.microsoft.com/office/drawing/2014/main" id="{F88B0977-58C7-B626-19FE-9BC93F2E93B1}"/>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Servidores Web Apache</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apt-get install iproute</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/etc/sysctl.conf</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99"/>
                </a:solidFill>
              </a:rPr>
              <a:t>net.ipv4.conf.all.arp_ignore = 1</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99"/>
                </a:solidFill>
              </a:rPr>
              <a:t>net.ipv4.conf.eth0.arp_ignore = 1</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99"/>
                </a:solidFill>
              </a:rPr>
              <a:t>net.ipv4.conf.all.arp_announce = 2</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solidFill>
                  <a:srgbClr val="FFFF99"/>
                </a:solidFill>
              </a:rPr>
              <a:t>net.ipv4.conf.eth0.arp_announce = 2</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
            <a:extLst>
              <a:ext uri="{FF2B5EF4-FFF2-40B4-BE49-F238E27FC236}">
                <a16:creationId xmlns:a16="http://schemas.microsoft.com/office/drawing/2014/main" id="{4E383AF2-CEDC-1E8A-B56C-99007A28D733}"/>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7586" name="Rectangle 2">
            <a:extLst>
              <a:ext uri="{FF2B5EF4-FFF2-40B4-BE49-F238E27FC236}">
                <a16:creationId xmlns:a16="http://schemas.microsoft.com/office/drawing/2014/main" id="{6BF65C81-3B7A-11E6-35B0-159419D87302}"/>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/etc/sysctl.conf</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solidFill>
                  <a:srgbClr val="FFFF99"/>
                </a:solidFill>
              </a:rPr>
              <a:t>auto lo:0</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solidFill>
                  <a:srgbClr val="FFFF99"/>
                </a:solidFill>
              </a:rPr>
              <a:t>iface lo:0 inet static</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solidFill>
                  <a:srgbClr val="FFFF99"/>
                </a:solidFill>
              </a:rPr>
              <a:t>  address 192.168.0.105</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solidFill>
                  <a:srgbClr val="FFFF99"/>
                </a:solidFill>
              </a:rPr>
              <a:t>  netmask 255.255.255.255</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solidFill>
                  <a:srgbClr val="FFFF99"/>
                </a:solidFill>
              </a:rPr>
              <a:t>  pre-up sysctl -p &gt; /dev/null</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if up lo:0</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Editar /var/www/ldirectord.html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VE" altLang="es-ES"/>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1">
            <a:extLst>
              <a:ext uri="{FF2B5EF4-FFF2-40B4-BE49-F238E27FC236}">
                <a16:creationId xmlns:a16="http://schemas.microsoft.com/office/drawing/2014/main" id="{1D0F07B7-BBB8-E742-35CB-1E78DE94F987}"/>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8610" name="Rectangle 2">
            <a:extLst>
              <a:ext uri="{FF2B5EF4-FFF2-40B4-BE49-F238E27FC236}">
                <a16:creationId xmlns:a16="http://schemas.microsoft.com/office/drawing/2014/main" id="{E8320F28-BCE1-41FB-22A7-315ECDE02FA5}"/>
              </a:ext>
            </a:extLst>
          </p:cNvPr>
          <p:cNvSpPr>
            <a:spLocks noGrp="1" noChangeArrowheads="1"/>
          </p:cNvSpPr>
          <p:nvPr>
            <p:ph type="body" idx="4294967295"/>
          </p:nvPr>
        </p:nvSpPr>
        <p:spPr>
          <a:xfrm>
            <a:off x="503238" y="20637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Balanceadores (Activo/Pasivo):</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Ejecutar </a:t>
            </a:r>
            <a:r>
              <a:rPr lang="es-VE" altLang="es-ES">
                <a:solidFill>
                  <a:srgbClr val="FFFFCC"/>
                </a:solidFill>
              </a:rPr>
              <a:t>/etc/init.d/heartbeat ñstop | start</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1">
            <a:extLst>
              <a:ext uri="{FF2B5EF4-FFF2-40B4-BE49-F238E27FC236}">
                <a16:creationId xmlns:a16="http://schemas.microsoft.com/office/drawing/2014/main" id="{DF96A4C7-B4D3-44C8-143B-927B6B5CB4BD}"/>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HA + LB  Web Cluster</a:t>
            </a:r>
          </a:p>
        </p:txBody>
      </p:sp>
      <p:sp>
        <p:nvSpPr>
          <p:cNvPr id="69634" name="Rectangle 2">
            <a:extLst>
              <a:ext uri="{FF2B5EF4-FFF2-40B4-BE49-F238E27FC236}">
                <a16:creationId xmlns:a16="http://schemas.microsoft.com/office/drawing/2014/main" id="{258AD003-0D2E-D20F-CF92-98BF67E93283}"/>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Configurar el almacenamiento / consulta de las sesiones de PHP (Tomcat) en la BD.</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Crear tabla de sesiones + Crear UUID.</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Definir handler y/o clases de almacenamiento.</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PHP:</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600" b="1"/>
              <a:t>http://www.developertutorials.com/tutorials/php/saving-php-session-data-database-050711/page1.html </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Tomcat:</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t>http://tomcat.apache.org/tomcat-5.5-doc/config/manager.html</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800" b="1"/>
              <a:t>http://www.fwd.at/tomcat/sharing-session-data-howto.html</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
            <a:extLst>
              <a:ext uri="{FF2B5EF4-FFF2-40B4-BE49-F238E27FC236}">
                <a16:creationId xmlns:a16="http://schemas.microsoft.com/office/drawing/2014/main" id="{08A4A6B8-D07E-0D63-E69C-F8570F4532CA}"/>
              </a:ext>
            </a:extLst>
          </p:cNvPr>
          <p:cNvSpPr>
            <a:spLocks noGrp="1" noChangeArrowheads="1"/>
          </p:cNvSpPr>
          <p:nvPr>
            <p:ph type="title" idx="4294967295"/>
          </p:nvPr>
        </p:nvSpPr>
        <p:spPr>
          <a:xfrm>
            <a:off x="503238" y="346075"/>
            <a:ext cx="9070975" cy="117157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Solución Final</a:t>
            </a:r>
          </a:p>
        </p:txBody>
      </p:sp>
      <p:sp>
        <p:nvSpPr>
          <p:cNvPr id="70658" name="Rectangle 2">
            <a:extLst>
              <a:ext uri="{FF2B5EF4-FFF2-40B4-BE49-F238E27FC236}">
                <a16:creationId xmlns:a16="http://schemas.microsoft.com/office/drawing/2014/main" id="{4AF1A122-A242-51C0-4726-1458F6B56BBE}"/>
              </a:ext>
            </a:extLst>
          </p:cNvPr>
          <p:cNvSpPr>
            <a:spLocks noGrp="1" noChangeArrowheads="1"/>
          </p:cNvSpPr>
          <p:nvPr>
            <p:ph type="body" idx="4294967295"/>
          </p:nvPr>
        </p:nvSpPr>
        <p:spPr>
          <a:xfrm>
            <a:off x="503238" y="2165350"/>
            <a:ext cx="9070975" cy="4899025"/>
          </a:xfrm>
          <a:ln/>
        </p:spPr>
        <p:txBody>
          <a:bodyPr/>
          <a:lstStyle/>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Cluster de Base Datos</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SAN + PG-POOL II + pgSQL Cluster</a:t>
            </a:r>
          </a:p>
          <a:p>
            <a:pPr>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Cluster de Aplicaciones Web</a:t>
            </a:r>
          </a:p>
          <a:p>
            <a:pPr lvl="1">
              <a:buFont typeface="Symbol" panose="05050102010706020507" pitchFamily="18"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IPVS + iproute + heartbeat + Ldirectord</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 Box 1">
            <a:extLst>
              <a:ext uri="{FF2B5EF4-FFF2-40B4-BE49-F238E27FC236}">
                <a16:creationId xmlns:a16="http://schemas.microsoft.com/office/drawing/2014/main" id="{F4AA23E7-DCC0-9BCA-FF6B-F868335957BE}"/>
              </a:ext>
            </a:extLst>
          </p:cNvPr>
          <p:cNvSpPr txBox="1">
            <a:spLocks noChangeArrowheads="1"/>
          </p:cNvSpPr>
          <p:nvPr/>
        </p:nvSpPr>
        <p:spPr bwMode="auto">
          <a:xfrm>
            <a:off x="503238" y="2209800"/>
            <a:ext cx="9070975" cy="489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cs typeface="Bitstream Vera Sans" charset="0"/>
              </a:defRPr>
            </a:lvl9pPr>
          </a:lstStyle>
          <a:p>
            <a:pPr algn="ctr"/>
            <a:r>
              <a:rPr lang="es-VE" altLang="es-ES" sz="4400" b="1">
                <a:solidFill>
                  <a:srgbClr val="FFFFFF"/>
                </a:solidFill>
                <a:cs typeface="Arial Unicode MS" charset="0"/>
              </a:rPr>
              <a:t>Gracias</a:t>
            </a:r>
            <a:br>
              <a:rPr lang="es-VE" altLang="es-ES" sz="3200">
                <a:solidFill>
                  <a:srgbClr val="FFFFFF"/>
                </a:solidFill>
                <a:cs typeface="Arial Unicode MS" charset="0"/>
              </a:rPr>
            </a:br>
            <a:endParaRPr lang="es-VE" altLang="es-ES" sz="3200">
              <a:solidFill>
                <a:srgbClr val="FFFFFF"/>
              </a:solidFill>
              <a:cs typeface="Arial Unicode MS" charset="0"/>
            </a:endParaRPr>
          </a:p>
          <a:p>
            <a:pPr algn="ctr"/>
            <a:endParaRPr lang="es-VE" altLang="es-ES" sz="3200">
              <a:solidFill>
                <a:srgbClr val="FFFFFF"/>
              </a:solidFill>
              <a:cs typeface="Arial Unicode MS" charset="0"/>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1">
            <a:extLst>
              <a:ext uri="{FF2B5EF4-FFF2-40B4-BE49-F238E27FC236}">
                <a16:creationId xmlns:a16="http://schemas.microsoft.com/office/drawing/2014/main" id="{ADAFF42E-94BE-367C-FE51-6D8C15432967}"/>
              </a:ext>
            </a:extLst>
          </p:cNvPr>
          <p:cNvSpPr>
            <a:spLocks noGrp="1" noChangeArrowheads="1"/>
          </p:cNvSpPr>
          <p:nvPr>
            <p:ph type="title" idx="4294967295"/>
          </p:nvPr>
        </p:nvSpPr>
        <p:spPr>
          <a:xfrm>
            <a:off x="503238" y="301625"/>
            <a:ext cx="9070975" cy="1262063"/>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a:t>Referencias</a:t>
            </a:r>
          </a:p>
        </p:txBody>
      </p:sp>
      <p:sp>
        <p:nvSpPr>
          <p:cNvPr id="73730" name="Rectangle 2">
            <a:extLst>
              <a:ext uri="{FF2B5EF4-FFF2-40B4-BE49-F238E27FC236}">
                <a16:creationId xmlns:a16="http://schemas.microsoft.com/office/drawing/2014/main" id="{3FA791F7-D131-C57C-1CE0-A4E720BD09AB}"/>
              </a:ext>
            </a:extLst>
          </p:cNvPr>
          <p:cNvSpPr>
            <a:spLocks noGrp="1" noChangeArrowheads="1"/>
          </p:cNvSpPr>
          <p:nvPr>
            <p:ph type="body" idx="4294967295"/>
          </p:nvPr>
        </p:nvSpPr>
        <p:spPr>
          <a:xfrm>
            <a:off x="530225" y="2097088"/>
            <a:ext cx="9070975" cy="4899025"/>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3"/>
              </a:rPr>
              <a:t>http://www.postgresql.org/docs/8.3/static/high-availability.html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4"/>
              </a:rPr>
              <a:t>http://es.wikipedia.org/wiki/LVM</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5"/>
              </a:rPr>
              <a:t>http://www.postgresql.org/docs/current/interactive/warm-standby.html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6"/>
              </a:rPr>
              <a:t>http://es.wikipedia.org/wiki/ACID</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7"/>
              </a:rPr>
              <a:t>http://pgpool.projects.postgresql.org/pgpool-II/doc/pgpool-en.html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8"/>
              </a:rPr>
              <a:t>http://archives.postgresql.org/pgsql-es-ayuda/2005-11/msg00856.php</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9"/>
              </a:rPr>
              <a:t>http://www.postgresql.org/docs/current/interactive/sql-commit-prepared.html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0"/>
              </a:rPr>
              <a:t>http://www.postgresql.org/docs/current/interactive/sql-prepare-transaction.html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1"/>
              </a:rPr>
              <a:t>http://pgpool.projects.postgresql.org/pgpool-II/doc/tutorial-en.html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2"/>
              </a:rPr>
              <a:t>http://www.drbd.org/users-guide/ch-heartbeat.html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3"/>
              </a:rPr>
              <a:t>http://www.drbd.org/docs/install/</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4"/>
              </a:rPr>
              <a:t>http://www.slony.info</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5"/>
              </a:rPr>
              <a:t>http://projects.postgresql.org</a:t>
            </a:r>
          </a:p>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VE" altLang="es-ES" sz="1200">
                <a:hlinkClick r:id="rId16"/>
              </a:rPr>
              <a:t>http://pgfoundry.org/</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a:themeElements>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Arial Unicode MS"/>
      </a:majorFont>
      <a:minorFont>
        <a:latin typeface="Arial"/>
        <a:ea typeface=""/>
        <a:cs typeface="Arial Unicode M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es-ES" sz="1800" b="0" i="0" u="none" strike="noStrike" cap="none" normalizeH="0" baseline="0" smtClean="0">
            <a:ln>
              <a:noFill/>
            </a:ln>
            <a:effectLst/>
            <a:latin typeface="Arial" panose="020B0604020202020204" pitchFamily="34" charset="0"/>
            <a:cs typeface="Bitstream Vera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es-ES" sz="1800" b="0" i="0" u="none" strike="noStrike" cap="none" normalizeH="0" baseline="0" smtClean="0">
            <a:ln>
              <a:noFill/>
            </a:ln>
            <a:effectLst/>
            <a:latin typeface="Arial" panose="020B0604020202020204" pitchFamily="34" charset="0"/>
            <a:cs typeface="Bitstream Vera Sans" charset="0"/>
          </a:defRPr>
        </a:defPPr>
      </a:lstStyle>
    </a:ln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DejaVu Sans"/>
      </a:majorFont>
      <a:minorFont>
        <a:latin typeface="Arial"/>
        <a:ea typeface=""/>
        <a:cs typeface="DejaVu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es-ES" sz="1800" b="0" i="0" u="none" strike="noStrike" cap="none" normalizeH="0" baseline="0" smtClean="0">
            <a:ln>
              <a:noFill/>
            </a:ln>
            <a:effectLst/>
            <a:latin typeface="Arial" panose="020B0604020202020204" pitchFamily="34" charset="0"/>
            <a:cs typeface="Bitstream Vera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es-ES" sz="1800" b="0" i="0" u="none" strike="noStrike" cap="none" normalizeH="0" baseline="0" smtClean="0">
            <a:ln>
              <a:noFill/>
            </a:ln>
            <a:effectLst/>
            <a:latin typeface="Arial" panose="020B0604020202020204" pitchFamily="34" charset="0"/>
            <a:cs typeface="Bitstream Vera Sans" charset="0"/>
          </a:defRPr>
        </a:defPPr>
      </a:lstStyle>
    </a:ln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4754</Words>
  <Application>Microsoft Office PowerPoint</Application>
  <PresentationFormat>Benutzerdefiniert</PresentationFormat>
  <Paragraphs>526</Paragraphs>
  <Slides>69</Slides>
  <Notes>69</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69</vt:i4>
      </vt:variant>
    </vt:vector>
  </HeadingPairs>
  <TitlesOfParts>
    <vt:vector size="79" baseType="lpstr">
      <vt:lpstr>Times New Roman</vt:lpstr>
      <vt:lpstr>Arial</vt:lpstr>
      <vt:lpstr>Arial Unicode MS</vt:lpstr>
      <vt:lpstr>Wingdings</vt:lpstr>
      <vt:lpstr>Symbol</vt:lpstr>
      <vt:lpstr>Bitstream Vera Sans</vt:lpstr>
      <vt:lpstr>DejaVu Sans</vt:lpstr>
      <vt:lpstr>Courier 10 Pitch</vt:lpstr>
      <vt:lpstr>Office</vt:lpstr>
      <vt:lpstr>Office</vt:lpstr>
      <vt:lpstr>PowerPoint-Präsentation</vt:lpstr>
      <vt:lpstr>Shared Disk Failover</vt:lpstr>
      <vt:lpstr>Shared Disk Failover</vt:lpstr>
      <vt:lpstr>File System Replication</vt:lpstr>
      <vt:lpstr>DRBD - Estructura</vt:lpstr>
      <vt:lpstr>DRBD - Requisitos</vt:lpstr>
      <vt:lpstr>DRBD – Conf. + Adm. I</vt:lpstr>
      <vt:lpstr>DRBD – Conf. + Adm. II</vt:lpstr>
      <vt:lpstr>DRBD - Estrategias Errores I/O</vt:lpstr>
      <vt:lpstr>DRBD - Consideraciones - LVM</vt:lpstr>
      <vt:lpstr>DRBD - Consideraciones - GFS</vt:lpstr>
      <vt:lpstr>DRBD - Consideraciones - OCFS2</vt:lpstr>
      <vt:lpstr>PITR en PostgreSQL</vt:lpstr>
      <vt:lpstr>PITR en PostgreSQL</vt:lpstr>
      <vt:lpstr>PITR en PostgreSQL</vt:lpstr>
      <vt:lpstr>PITR en PostgreSQL</vt:lpstr>
      <vt:lpstr>PITR en PostgreSQL</vt:lpstr>
      <vt:lpstr>PITR en PostgreSQL</vt:lpstr>
      <vt:lpstr>PITR en PostgreSQL</vt:lpstr>
      <vt:lpstr>PITR en PostgreSQL</vt:lpstr>
      <vt:lpstr>PITR + pgSQL - Configuración</vt:lpstr>
      <vt:lpstr>PITR + pgSQL - Consideraciones</vt:lpstr>
      <vt:lpstr>PITR + pgSQL - Recuperación</vt:lpstr>
      <vt:lpstr>PITR + pgSQL – Respaldo Inc.</vt:lpstr>
      <vt:lpstr>Respaldo Inc. – PITR + pgSQL</vt:lpstr>
      <vt:lpstr>Master Slave Replication</vt:lpstr>
      <vt:lpstr>Master Slave Replication</vt:lpstr>
      <vt:lpstr>Slony + pgSQL</vt:lpstr>
      <vt:lpstr>Slony + pgSQL - Cálculos</vt:lpstr>
      <vt:lpstr>Slony + pgSQL - Conceptos</vt:lpstr>
      <vt:lpstr>Slony + pgSQL - Conceptos</vt:lpstr>
      <vt:lpstr>Slony + pgSQL - Conceptos</vt:lpstr>
      <vt:lpstr>Statement Based Replication Middleware</vt:lpstr>
      <vt:lpstr>Statement Based Replication Middleware</vt:lpstr>
      <vt:lpstr>Pg-pool II – Matriz de Conf.</vt:lpstr>
      <vt:lpstr>Pg-pool II</vt:lpstr>
      <vt:lpstr>Pg-pool II</vt:lpstr>
      <vt:lpstr>Pg-pool II</vt:lpstr>
      <vt:lpstr>Pg-pool II – Chequear la Replicación</vt:lpstr>
      <vt:lpstr>Pg-pool II – Modo Paralelo</vt:lpstr>
      <vt:lpstr>Pg-pool II – Modo Paralelo</vt:lpstr>
      <vt:lpstr>Pg-pool II – Chequear Paralelización</vt:lpstr>
      <vt:lpstr>Pg-pool II – Restricciones en la Replicación</vt:lpstr>
      <vt:lpstr>Pg-pool II – Restricciones en la Paralelización</vt:lpstr>
      <vt:lpstr>Pg-pool II – Restricciones en la Paralelización</vt:lpstr>
      <vt:lpstr>Pg-pool II – Restricciones en la Paralelización</vt:lpstr>
      <vt:lpstr>Pg-pool II – Restricciones en la Paralelización</vt:lpstr>
      <vt:lpstr>Pg-pool II – Restricciones de la Base de datos del Sistema</vt:lpstr>
      <vt:lpstr>Pg-pool II – Comandos</vt:lpstr>
      <vt:lpstr>Asynchronus Multimaster Replication</vt:lpstr>
      <vt:lpstr>Synchronus Multimaster Replication</vt:lpstr>
      <vt:lpstr>Synchronus Multimaster Replication</vt:lpstr>
      <vt:lpstr>Soluciones Comerciales</vt:lpstr>
      <vt:lpstr>Comparación de Alternativas</vt:lpstr>
      <vt:lpstr>PowerPoint-Präsentation</vt:lpstr>
      <vt:lpstr>HA + LB  Web Cluster</vt:lpstr>
      <vt:lpstr>HA + LB  Web Cluster</vt:lpstr>
      <vt:lpstr>HA + LB  Web Cluster</vt:lpstr>
      <vt:lpstr>HA + LB  Web Cluster</vt:lpstr>
      <vt:lpstr>HA + LB  Web Cluster</vt:lpstr>
      <vt:lpstr>HA + LB  Web Cluster</vt:lpstr>
      <vt:lpstr>HA + LB  Web Cluster</vt:lpstr>
      <vt:lpstr>HA + LB  Web Cluster</vt:lpstr>
      <vt:lpstr>HA + LB  Web Cluster</vt:lpstr>
      <vt:lpstr>HA + LB  Web Cluster</vt:lpstr>
      <vt:lpstr>Solución Final</vt:lpstr>
      <vt:lpstr>PowerPoint-Präsentation</vt:lpstr>
      <vt:lpstr>PowerPoint-Präsentation</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Olaf Reitmaier</dc:creator>
  <cp:lastModifiedBy>Olaf Reitmaier</cp:lastModifiedBy>
  <cp:revision>1</cp:revision>
  <dcterms:modified xsi:type="dcterms:W3CDTF">2026-05-18T00:08:02Z</dcterms:modified>
</cp:coreProperties>
</file>